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3" name="Shape 1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4" name="Text 2"/>
          <p:cNvSpPr/>
          <p:nvPr/>
        </p:nvSpPr>
        <p:spPr>
          <a:xfrm>
            <a:off x="1097280" y="9144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中国民用航空飞行学院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91440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基于网页的飞机导航显示器</a:t>
            </a:r>
            <a:endParaRPr lang="en-US" sz="3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ts val="2800"/>
              </a:lnSpc>
              <a:buNone/>
            </a:pPr>
            <a:endParaRPr lang="en-US" sz="36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模拟器的开发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0B0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Development of a Web-Based Aircraft Navigation Display Simulator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4114800"/>
            <a:ext cx="3657600" cy="27432"/>
          </a:xfrm>
          <a:prstGeom prst="rect">
            <a:avLst/>
          </a:prstGeom>
          <a:solidFill>
            <a:srgbClr val="FFC107"/>
          </a:solidFill>
        </p:spPr>
      </p:sp>
      <p:sp>
        <p:nvSpPr>
          <p:cNvPr id="8" name="Text 6"/>
          <p:cNvSpPr/>
          <p:nvPr/>
        </p:nvSpPr>
        <p:spPr>
          <a:xfrm>
            <a:off x="1097280" y="438912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答辩人：黄凯</a:t>
            </a:r>
            <a:r>
              <a:rPr lang="en-US" sz="16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学号：20221211100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84632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指导教师：包勇  副教授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521208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0A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汇报时间：2026.06.05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/ 18</a:t>
            </a:r>
            <a:endParaRPr lang="en-US" sz="10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76835" y="26670"/>
            <a:ext cx="2781300" cy="605790"/>
            <a:chOff x="391" y="391"/>
            <a:chExt cx="4380" cy="954"/>
          </a:xfrm>
        </p:grpSpPr>
        <p:sp>
          <p:nvSpPr>
            <p:cNvPr id="20" name="path"/>
            <p:cNvSpPr/>
            <p:nvPr/>
          </p:nvSpPr>
          <p:spPr>
            <a:xfrm>
              <a:off x="1497" y="575"/>
              <a:ext cx="3274" cy="355"/>
            </a:xfrm>
            <a:custGeom>
              <a:avLst/>
              <a:gdLst/>
              <a:ahLst/>
              <a:cxnLst/>
              <a:rect l="0" t="0" r="0" b="0"/>
              <a:pathLst>
                <a:path w="3273" h="355">
                  <a:moveTo>
                    <a:pt x="1693" y="102"/>
                  </a:moveTo>
                  <a:cubicBezTo>
                    <a:pt x="1699" y="109"/>
                    <a:pt x="1704" y="116"/>
                    <a:pt x="1710" y="123"/>
                  </a:cubicBezTo>
                  <a:cubicBezTo>
                    <a:pt x="1733" y="110"/>
                    <a:pt x="1757" y="97"/>
                    <a:pt x="1781" y="84"/>
                  </a:cubicBezTo>
                  <a:lnTo>
                    <a:pt x="1781" y="71"/>
                  </a:lnTo>
                  <a:cubicBezTo>
                    <a:pt x="1771" y="73"/>
                    <a:pt x="1760" y="75"/>
                    <a:pt x="1750" y="77"/>
                  </a:cubicBezTo>
                  <a:cubicBezTo>
                    <a:pt x="1748" y="69"/>
                    <a:pt x="1747" y="62"/>
                    <a:pt x="1745" y="54"/>
                  </a:cubicBezTo>
                  <a:cubicBezTo>
                    <a:pt x="1756" y="20"/>
                    <a:pt x="1771" y="-1"/>
                    <a:pt x="1814" y="35"/>
                  </a:cubicBezTo>
                  <a:cubicBezTo>
                    <a:pt x="1813" y="47"/>
                    <a:pt x="1812" y="58"/>
                    <a:pt x="1811" y="70"/>
                  </a:cubicBezTo>
                  <a:cubicBezTo>
                    <a:pt x="1827" y="65"/>
                    <a:pt x="1844" y="62"/>
                    <a:pt x="1860" y="61"/>
                  </a:cubicBezTo>
                  <a:cubicBezTo>
                    <a:pt x="1865" y="69"/>
                    <a:pt x="1874" y="75"/>
                    <a:pt x="1886" y="80"/>
                  </a:cubicBezTo>
                  <a:cubicBezTo>
                    <a:pt x="1884" y="87"/>
                    <a:pt x="1881" y="94"/>
                    <a:pt x="1879" y="102"/>
                  </a:cubicBezTo>
                  <a:cubicBezTo>
                    <a:pt x="1876" y="111"/>
                    <a:pt x="1869" y="118"/>
                    <a:pt x="1858" y="123"/>
                  </a:cubicBezTo>
                  <a:cubicBezTo>
                    <a:pt x="1850" y="125"/>
                    <a:pt x="1843" y="126"/>
                    <a:pt x="1835" y="128"/>
                  </a:cubicBezTo>
                  <a:lnTo>
                    <a:pt x="1814" y="128"/>
                  </a:lnTo>
                  <a:lnTo>
                    <a:pt x="1814" y="104"/>
                  </a:lnTo>
                  <a:cubicBezTo>
                    <a:pt x="1807" y="106"/>
                    <a:pt x="1801" y="108"/>
                    <a:pt x="1794" y="110"/>
                  </a:cubicBezTo>
                  <a:cubicBezTo>
                    <a:pt x="1765" y="116"/>
                    <a:pt x="1745" y="127"/>
                    <a:pt x="1727" y="140"/>
                  </a:cubicBezTo>
                  <a:cubicBezTo>
                    <a:pt x="1719" y="150"/>
                    <a:pt x="1710" y="161"/>
                    <a:pt x="1701" y="171"/>
                  </a:cubicBezTo>
                  <a:cubicBezTo>
                    <a:pt x="1688" y="170"/>
                    <a:pt x="1676" y="169"/>
                    <a:pt x="1664" y="168"/>
                  </a:cubicBezTo>
                  <a:cubicBezTo>
                    <a:pt x="1660" y="159"/>
                    <a:pt x="1657" y="150"/>
                    <a:pt x="1653" y="142"/>
                  </a:cubicBezTo>
                  <a:cubicBezTo>
                    <a:pt x="1656" y="125"/>
                    <a:pt x="1667" y="111"/>
                    <a:pt x="1693" y="102"/>
                  </a:cubicBezTo>
                </a:path>
                <a:path w="3273" h="355">
                  <a:moveTo>
                    <a:pt x="1748" y="142"/>
                  </a:moveTo>
                  <a:cubicBezTo>
                    <a:pt x="1753" y="145"/>
                    <a:pt x="1758" y="147"/>
                    <a:pt x="1763" y="150"/>
                  </a:cubicBezTo>
                  <a:cubicBezTo>
                    <a:pt x="1765" y="162"/>
                    <a:pt x="1762" y="174"/>
                    <a:pt x="1756" y="185"/>
                  </a:cubicBezTo>
                  <a:cubicBezTo>
                    <a:pt x="1748" y="200"/>
                    <a:pt x="1737" y="205"/>
                    <a:pt x="1726" y="208"/>
                  </a:cubicBezTo>
                  <a:cubicBezTo>
                    <a:pt x="1721" y="201"/>
                    <a:pt x="1716" y="195"/>
                    <a:pt x="1711" y="188"/>
                  </a:cubicBezTo>
                  <a:cubicBezTo>
                    <a:pt x="1715" y="179"/>
                    <a:pt x="1719" y="171"/>
                    <a:pt x="1723" y="162"/>
                  </a:cubicBezTo>
                  <a:cubicBezTo>
                    <a:pt x="1729" y="150"/>
                    <a:pt x="1738" y="146"/>
                    <a:pt x="1748" y="142"/>
                  </a:cubicBezTo>
                </a:path>
                <a:path w="3273" h="355">
                  <a:moveTo>
                    <a:pt x="1788" y="128"/>
                  </a:moveTo>
                  <a:cubicBezTo>
                    <a:pt x="1800" y="129"/>
                    <a:pt x="1815" y="127"/>
                    <a:pt x="1818" y="149"/>
                  </a:cubicBezTo>
                  <a:cubicBezTo>
                    <a:pt x="1833" y="155"/>
                    <a:pt x="1833" y="165"/>
                    <a:pt x="1832" y="175"/>
                  </a:cubicBezTo>
                  <a:lnTo>
                    <a:pt x="1815" y="175"/>
                  </a:lnTo>
                  <a:cubicBezTo>
                    <a:pt x="1817" y="181"/>
                    <a:pt x="1818" y="187"/>
                    <a:pt x="1820" y="192"/>
                  </a:cubicBezTo>
                  <a:cubicBezTo>
                    <a:pt x="1829" y="193"/>
                    <a:pt x="1833" y="197"/>
                    <a:pt x="1830" y="205"/>
                  </a:cubicBezTo>
                  <a:cubicBezTo>
                    <a:pt x="1824" y="212"/>
                    <a:pt x="1818" y="219"/>
                    <a:pt x="1812" y="225"/>
                  </a:cubicBezTo>
                  <a:lnTo>
                    <a:pt x="1812" y="250"/>
                  </a:lnTo>
                  <a:cubicBezTo>
                    <a:pt x="1818" y="249"/>
                    <a:pt x="1824" y="248"/>
                    <a:pt x="1830" y="247"/>
                  </a:cubicBezTo>
                  <a:cubicBezTo>
                    <a:pt x="1839" y="257"/>
                    <a:pt x="1840" y="267"/>
                    <a:pt x="1833" y="277"/>
                  </a:cubicBezTo>
                  <a:cubicBezTo>
                    <a:pt x="1812" y="297"/>
                    <a:pt x="1775" y="297"/>
                    <a:pt x="1741" y="300"/>
                  </a:cubicBezTo>
                  <a:cubicBezTo>
                    <a:pt x="1735" y="299"/>
                    <a:pt x="1729" y="298"/>
                    <a:pt x="1723" y="297"/>
                  </a:cubicBezTo>
                  <a:lnTo>
                    <a:pt x="1723" y="271"/>
                  </a:lnTo>
                  <a:cubicBezTo>
                    <a:pt x="1725" y="267"/>
                    <a:pt x="1727" y="263"/>
                    <a:pt x="1729" y="259"/>
                  </a:cubicBezTo>
                  <a:cubicBezTo>
                    <a:pt x="1744" y="256"/>
                    <a:pt x="1760" y="254"/>
                    <a:pt x="1775" y="251"/>
                  </a:cubicBezTo>
                  <a:cubicBezTo>
                    <a:pt x="1776" y="248"/>
                    <a:pt x="1777" y="245"/>
                    <a:pt x="1778" y="241"/>
                  </a:cubicBezTo>
                  <a:lnTo>
                    <a:pt x="1736" y="241"/>
                  </a:lnTo>
                  <a:cubicBezTo>
                    <a:pt x="1730" y="236"/>
                    <a:pt x="1730" y="230"/>
                    <a:pt x="1736" y="221"/>
                  </a:cubicBezTo>
                  <a:cubicBezTo>
                    <a:pt x="1746" y="207"/>
                    <a:pt x="1759" y="197"/>
                    <a:pt x="1772" y="188"/>
                  </a:cubicBezTo>
                  <a:cubicBezTo>
                    <a:pt x="1778" y="184"/>
                    <a:pt x="1784" y="180"/>
                    <a:pt x="1790" y="176"/>
                  </a:cubicBezTo>
                  <a:cubicBezTo>
                    <a:pt x="1789" y="172"/>
                    <a:pt x="1789" y="167"/>
                    <a:pt x="1788" y="162"/>
                  </a:cubicBezTo>
                  <a:cubicBezTo>
                    <a:pt x="1786" y="161"/>
                    <a:pt x="1783" y="160"/>
                    <a:pt x="1780" y="159"/>
                  </a:cubicBezTo>
                  <a:cubicBezTo>
                    <a:pt x="1775" y="147"/>
                    <a:pt x="1778" y="136"/>
                    <a:pt x="1788" y="128"/>
                  </a:cubicBezTo>
                </a:path>
                <a:path w="3273" h="355">
                  <a:moveTo>
                    <a:pt x="207" y="102"/>
                  </a:moveTo>
                  <a:cubicBezTo>
                    <a:pt x="206" y="103"/>
                    <a:pt x="205" y="104"/>
                    <a:pt x="204" y="104"/>
                  </a:cubicBezTo>
                  <a:cubicBezTo>
                    <a:pt x="199" y="108"/>
                    <a:pt x="194" y="111"/>
                    <a:pt x="191" y="116"/>
                  </a:cubicBezTo>
                  <a:cubicBezTo>
                    <a:pt x="189" y="118"/>
                    <a:pt x="187" y="121"/>
                    <a:pt x="186" y="125"/>
                  </a:cubicBezTo>
                  <a:cubicBezTo>
                    <a:pt x="186" y="126"/>
                    <a:pt x="185" y="127"/>
                    <a:pt x="185" y="128"/>
                  </a:cubicBezTo>
                  <a:cubicBezTo>
                    <a:pt x="184" y="130"/>
                    <a:pt x="185" y="131"/>
                    <a:pt x="184" y="133"/>
                  </a:cubicBezTo>
                  <a:cubicBezTo>
                    <a:pt x="182" y="137"/>
                    <a:pt x="182" y="141"/>
                    <a:pt x="184" y="146"/>
                  </a:cubicBezTo>
                  <a:cubicBezTo>
                    <a:pt x="187" y="148"/>
                    <a:pt x="189" y="146"/>
                    <a:pt x="192" y="143"/>
                  </a:cubicBezTo>
                  <a:cubicBezTo>
                    <a:pt x="194" y="140"/>
                    <a:pt x="195" y="137"/>
                    <a:pt x="196" y="134"/>
                  </a:cubicBezTo>
                  <a:cubicBezTo>
                    <a:pt x="198" y="131"/>
                    <a:pt x="200" y="126"/>
                    <a:pt x="202" y="123"/>
                  </a:cubicBezTo>
                  <a:cubicBezTo>
                    <a:pt x="203" y="121"/>
                    <a:pt x="204" y="120"/>
                    <a:pt x="204" y="119"/>
                  </a:cubicBezTo>
                  <a:cubicBezTo>
                    <a:pt x="206" y="115"/>
                    <a:pt x="210" y="111"/>
                    <a:pt x="212" y="106"/>
                  </a:cubicBezTo>
                  <a:cubicBezTo>
                    <a:pt x="213" y="103"/>
                    <a:pt x="210" y="102"/>
                    <a:pt x="207" y="102"/>
                  </a:cubicBezTo>
                  <a:moveTo>
                    <a:pt x="49" y="148"/>
                  </a:moveTo>
                  <a:cubicBezTo>
                    <a:pt x="52" y="147"/>
                    <a:pt x="55" y="143"/>
                    <a:pt x="58" y="139"/>
                  </a:cubicBezTo>
                  <a:cubicBezTo>
                    <a:pt x="60" y="136"/>
                    <a:pt x="61" y="133"/>
                    <a:pt x="62" y="131"/>
                  </a:cubicBezTo>
                  <a:cubicBezTo>
                    <a:pt x="65" y="127"/>
                    <a:pt x="67" y="124"/>
                    <a:pt x="70" y="121"/>
                  </a:cubicBezTo>
                  <a:cubicBezTo>
                    <a:pt x="71" y="120"/>
                    <a:pt x="73" y="119"/>
                    <a:pt x="75" y="118"/>
                  </a:cubicBezTo>
                  <a:lnTo>
                    <a:pt x="75" y="118"/>
                  </a:lnTo>
                  <a:cubicBezTo>
                    <a:pt x="80" y="114"/>
                    <a:pt x="85" y="110"/>
                    <a:pt x="94" y="106"/>
                  </a:cubicBezTo>
                  <a:cubicBezTo>
                    <a:pt x="95" y="105"/>
                    <a:pt x="96" y="105"/>
                    <a:pt x="97" y="104"/>
                  </a:cubicBezTo>
                  <a:lnTo>
                    <a:pt x="131" y="79"/>
                  </a:lnTo>
                  <a:cubicBezTo>
                    <a:pt x="135" y="76"/>
                    <a:pt x="137" y="75"/>
                    <a:pt x="139" y="73"/>
                  </a:cubicBezTo>
                  <a:cubicBezTo>
                    <a:pt x="140" y="72"/>
                    <a:pt x="139" y="71"/>
                    <a:pt x="139" y="69"/>
                  </a:cubicBezTo>
                  <a:cubicBezTo>
                    <a:pt x="139" y="66"/>
                    <a:pt x="137" y="59"/>
                    <a:pt x="137" y="50"/>
                  </a:cubicBezTo>
                  <a:cubicBezTo>
                    <a:pt x="137" y="47"/>
                    <a:pt x="139" y="45"/>
                    <a:pt x="140" y="41"/>
                  </a:cubicBezTo>
                  <a:cubicBezTo>
                    <a:pt x="140" y="40"/>
                    <a:pt x="140" y="38"/>
                    <a:pt x="141" y="37"/>
                  </a:cubicBezTo>
                  <a:cubicBezTo>
                    <a:pt x="141" y="35"/>
                    <a:pt x="142" y="32"/>
                    <a:pt x="145" y="30"/>
                  </a:cubicBezTo>
                  <a:cubicBezTo>
                    <a:pt x="149" y="27"/>
                    <a:pt x="157" y="28"/>
                    <a:pt x="161" y="32"/>
                  </a:cubicBezTo>
                  <a:cubicBezTo>
                    <a:pt x="171" y="41"/>
                    <a:pt x="175" y="55"/>
                    <a:pt x="177" y="61"/>
                  </a:cubicBezTo>
                  <a:cubicBezTo>
                    <a:pt x="180" y="70"/>
                    <a:pt x="188" y="69"/>
                    <a:pt x="198" y="64"/>
                  </a:cubicBezTo>
                  <a:cubicBezTo>
                    <a:pt x="212" y="62"/>
                    <a:pt x="230" y="46"/>
                    <a:pt x="246" y="44"/>
                  </a:cubicBezTo>
                  <a:cubicBezTo>
                    <a:pt x="254" y="39"/>
                    <a:pt x="266" y="38"/>
                    <a:pt x="272" y="45"/>
                  </a:cubicBezTo>
                  <a:cubicBezTo>
                    <a:pt x="279" y="54"/>
                    <a:pt x="284" y="64"/>
                    <a:pt x="280" y="80"/>
                  </a:cubicBezTo>
                  <a:cubicBezTo>
                    <a:pt x="286" y="95"/>
                    <a:pt x="249" y="133"/>
                    <a:pt x="227" y="159"/>
                  </a:cubicBezTo>
                  <a:lnTo>
                    <a:pt x="220" y="176"/>
                  </a:lnTo>
                  <a:cubicBezTo>
                    <a:pt x="215" y="179"/>
                    <a:pt x="216" y="189"/>
                    <a:pt x="220" y="193"/>
                  </a:cubicBezTo>
                  <a:cubicBezTo>
                    <a:pt x="220" y="194"/>
                    <a:pt x="221" y="195"/>
                    <a:pt x="221" y="196"/>
                  </a:cubicBezTo>
                  <a:cubicBezTo>
                    <a:pt x="223" y="200"/>
                    <a:pt x="224" y="200"/>
                    <a:pt x="222" y="204"/>
                  </a:cubicBezTo>
                  <a:cubicBezTo>
                    <a:pt x="214" y="224"/>
                    <a:pt x="193" y="234"/>
                    <a:pt x="183" y="238"/>
                  </a:cubicBezTo>
                  <a:cubicBezTo>
                    <a:pt x="174" y="242"/>
                    <a:pt x="173" y="257"/>
                    <a:pt x="172" y="272"/>
                  </a:cubicBezTo>
                  <a:lnTo>
                    <a:pt x="170" y="287"/>
                  </a:lnTo>
                  <a:lnTo>
                    <a:pt x="168" y="298"/>
                  </a:lnTo>
                  <a:cubicBezTo>
                    <a:pt x="168" y="299"/>
                    <a:pt x="167" y="299"/>
                    <a:pt x="167" y="300"/>
                  </a:cubicBezTo>
                  <a:cubicBezTo>
                    <a:pt x="168" y="305"/>
                    <a:pt x="166" y="307"/>
                    <a:pt x="166" y="310"/>
                  </a:cubicBezTo>
                  <a:cubicBezTo>
                    <a:pt x="165" y="315"/>
                    <a:pt x="164" y="326"/>
                    <a:pt x="163" y="332"/>
                  </a:cubicBezTo>
                  <a:cubicBezTo>
                    <a:pt x="162" y="334"/>
                    <a:pt x="160" y="335"/>
                    <a:pt x="158" y="337"/>
                  </a:cubicBezTo>
                  <a:cubicBezTo>
                    <a:pt x="156" y="338"/>
                    <a:pt x="155" y="339"/>
                    <a:pt x="154" y="342"/>
                  </a:cubicBezTo>
                  <a:cubicBezTo>
                    <a:pt x="154" y="343"/>
                    <a:pt x="154" y="344"/>
                    <a:pt x="153" y="345"/>
                  </a:cubicBezTo>
                  <a:cubicBezTo>
                    <a:pt x="153" y="346"/>
                    <a:pt x="152" y="347"/>
                    <a:pt x="151" y="350"/>
                  </a:cubicBezTo>
                  <a:cubicBezTo>
                    <a:pt x="150" y="352"/>
                    <a:pt x="150" y="352"/>
                    <a:pt x="149" y="352"/>
                  </a:cubicBezTo>
                  <a:cubicBezTo>
                    <a:pt x="149" y="352"/>
                    <a:pt x="148" y="353"/>
                    <a:pt x="146" y="352"/>
                  </a:cubicBezTo>
                  <a:cubicBezTo>
                    <a:pt x="147" y="354"/>
                    <a:pt x="146" y="355"/>
                    <a:pt x="144" y="353"/>
                  </a:cubicBezTo>
                  <a:cubicBezTo>
                    <a:pt x="143" y="353"/>
                    <a:pt x="143" y="352"/>
                    <a:pt x="143" y="351"/>
                  </a:cubicBezTo>
                  <a:cubicBezTo>
                    <a:pt x="129" y="329"/>
                    <a:pt x="135" y="317"/>
                    <a:pt x="133" y="286"/>
                  </a:cubicBezTo>
                  <a:cubicBezTo>
                    <a:pt x="137" y="273"/>
                    <a:pt x="133" y="266"/>
                    <a:pt x="108" y="279"/>
                  </a:cubicBezTo>
                  <a:cubicBezTo>
                    <a:pt x="89" y="283"/>
                    <a:pt x="78" y="282"/>
                    <a:pt x="82" y="270"/>
                  </a:cubicBezTo>
                  <a:cubicBezTo>
                    <a:pt x="89" y="258"/>
                    <a:pt x="88" y="250"/>
                    <a:pt x="90" y="247"/>
                  </a:cubicBezTo>
                  <a:cubicBezTo>
                    <a:pt x="94" y="242"/>
                    <a:pt x="99" y="236"/>
                    <a:pt x="104" y="232"/>
                  </a:cubicBezTo>
                  <a:cubicBezTo>
                    <a:pt x="115" y="224"/>
                    <a:pt x="124" y="212"/>
                    <a:pt x="136" y="202"/>
                  </a:cubicBezTo>
                  <a:lnTo>
                    <a:pt x="138" y="200"/>
                  </a:lnTo>
                  <a:cubicBezTo>
                    <a:pt x="140" y="194"/>
                    <a:pt x="140" y="187"/>
                    <a:pt x="141" y="184"/>
                  </a:cubicBezTo>
                  <a:lnTo>
                    <a:pt x="141" y="173"/>
                  </a:lnTo>
                  <a:lnTo>
                    <a:pt x="141" y="160"/>
                  </a:lnTo>
                  <a:cubicBezTo>
                    <a:pt x="140" y="159"/>
                    <a:pt x="139" y="156"/>
                    <a:pt x="140" y="153"/>
                  </a:cubicBezTo>
                  <a:cubicBezTo>
                    <a:pt x="140" y="151"/>
                    <a:pt x="140" y="150"/>
                    <a:pt x="140" y="149"/>
                  </a:cubicBezTo>
                  <a:cubicBezTo>
                    <a:pt x="138" y="141"/>
                    <a:pt x="133" y="143"/>
                    <a:pt x="125" y="148"/>
                  </a:cubicBezTo>
                  <a:cubicBezTo>
                    <a:pt x="125" y="148"/>
                    <a:pt x="124" y="148"/>
                    <a:pt x="124" y="148"/>
                  </a:cubicBezTo>
                  <a:cubicBezTo>
                    <a:pt x="116" y="151"/>
                    <a:pt x="113" y="154"/>
                    <a:pt x="99" y="159"/>
                  </a:cubicBezTo>
                  <a:cubicBezTo>
                    <a:pt x="97" y="160"/>
                    <a:pt x="90" y="162"/>
                    <a:pt x="86" y="165"/>
                  </a:cubicBezTo>
                  <a:cubicBezTo>
                    <a:pt x="83" y="166"/>
                    <a:pt x="80" y="168"/>
                    <a:pt x="77" y="169"/>
                  </a:cubicBezTo>
                  <a:cubicBezTo>
                    <a:pt x="67" y="173"/>
                    <a:pt x="67" y="179"/>
                    <a:pt x="66" y="184"/>
                  </a:cubicBezTo>
                  <a:cubicBezTo>
                    <a:pt x="65" y="187"/>
                    <a:pt x="65" y="190"/>
                    <a:pt x="65" y="193"/>
                  </a:cubicBezTo>
                  <a:lnTo>
                    <a:pt x="67" y="202"/>
                  </a:lnTo>
                  <a:cubicBezTo>
                    <a:pt x="68" y="205"/>
                    <a:pt x="68" y="205"/>
                    <a:pt x="69" y="210"/>
                  </a:cubicBezTo>
                  <a:lnTo>
                    <a:pt x="70" y="212"/>
                  </a:lnTo>
                  <a:cubicBezTo>
                    <a:pt x="70" y="214"/>
                    <a:pt x="70" y="216"/>
                    <a:pt x="71" y="217"/>
                  </a:cubicBezTo>
                  <a:lnTo>
                    <a:pt x="75" y="239"/>
                  </a:lnTo>
                  <a:lnTo>
                    <a:pt x="76" y="242"/>
                  </a:lnTo>
                  <a:cubicBezTo>
                    <a:pt x="76" y="247"/>
                    <a:pt x="76" y="252"/>
                    <a:pt x="74" y="256"/>
                  </a:cubicBezTo>
                  <a:cubicBezTo>
                    <a:pt x="72" y="259"/>
                    <a:pt x="70" y="260"/>
                    <a:pt x="68" y="262"/>
                  </a:cubicBezTo>
                  <a:cubicBezTo>
                    <a:pt x="64" y="270"/>
                    <a:pt x="59" y="270"/>
                    <a:pt x="47" y="266"/>
                  </a:cubicBezTo>
                  <a:cubicBezTo>
                    <a:pt x="37" y="264"/>
                    <a:pt x="30" y="259"/>
                    <a:pt x="27" y="255"/>
                  </a:cubicBezTo>
                  <a:cubicBezTo>
                    <a:pt x="27" y="254"/>
                    <a:pt x="26" y="252"/>
                    <a:pt x="25" y="251"/>
                  </a:cubicBezTo>
                  <a:cubicBezTo>
                    <a:pt x="23" y="248"/>
                    <a:pt x="19" y="243"/>
                    <a:pt x="18" y="237"/>
                  </a:cubicBezTo>
                  <a:cubicBezTo>
                    <a:pt x="17" y="233"/>
                    <a:pt x="15" y="229"/>
                    <a:pt x="13" y="226"/>
                  </a:cubicBezTo>
                  <a:cubicBezTo>
                    <a:pt x="13" y="224"/>
                    <a:pt x="12" y="222"/>
                    <a:pt x="11" y="220"/>
                  </a:cubicBezTo>
                  <a:cubicBezTo>
                    <a:pt x="10" y="218"/>
                    <a:pt x="9" y="215"/>
                    <a:pt x="8" y="212"/>
                  </a:cubicBezTo>
                  <a:cubicBezTo>
                    <a:pt x="7" y="210"/>
                    <a:pt x="6" y="209"/>
                    <a:pt x="5" y="207"/>
                  </a:cubicBezTo>
                  <a:cubicBezTo>
                    <a:pt x="3" y="200"/>
                    <a:pt x="1" y="194"/>
                    <a:pt x="1" y="188"/>
                  </a:cubicBezTo>
                  <a:cubicBezTo>
                    <a:pt x="1" y="185"/>
                    <a:pt x="0" y="183"/>
                    <a:pt x="0" y="180"/>
                  </a:cubicBezTo>
                  <a:lnTo>
                    <a:pt x="0" y="175"/>
                  </a:lnTo>
                  <a:cubicBezTo>
                    <a:pt x="0" y="173"/>
                    <a:pt x="0" y="172"/>
                    <a:pt x="0" y="170"/>
                  </a:cubicBezTo>
                  <a:lnTo>
                    <a:pt x="0" y="162"/>
                  </a:lnTo>
                  <a:cubicBezTo>
                    <a:pt x="0" y="162"/>
                    <a:pt x="0" y="161"/>
                    <a:pt x="0" y="161"/>
                  </a:cubicBezTo>
                  <a:cubicBezTo>
                    <a:pt x="1" y="160"/>
                    <a:pt x="1" y="159"/>
                    <a:pt x="1" y="158"/>
                  </a:cubicBezTo>
                  <a:lnTo>
                    <a:pt x="1" y="155"/>
                  </a:lnTo>
                  <a:cubicBezTo>
                    <a:pt x="1" y="154"/>
                    <a:pt x="2" y="153"/>
                    <a:pt x="3" y="152"/>
                  </a:cubicBezTo>
                  <a:cubicBezTo>
                    <a:pt x="3" y="150"/>
                    <a:pt x="3" y="148"/>
                    <a:pt x="3" y="146"/>
                  </a:cubicBezTo>
                  <a:cubicBezTo>
                    <a:pt x="4" y="144"/>
                    <a:pt x="4" y="143"/>
                    <a:pt x="5" y="141"/>
                  </a:cubicBezTo>
                  <a:cubicBezTo>
                    <a:pt x="6" y="140"/>
                    <a:pt x="8" y="138"/>
                    <a:pt x="8" y="136"/>
                  </a:cubicBezTo>
                  <a:cubicBezTo>
                    <a:pt x="9" y="135"/>
                    <a:pt x="9" y="133"/>
                    <a:pt x="10" y="132"/>
                  </a:cubicBezTo>
                  <a:cubicBezTo>
                    <a:pt x="16" y="127"/>
                    <a:pt x="25" y="128"/>
                    <a:pt x="34" y="137"/>
                  </a:cubicBezTo>
                  <a:lnTo>
                    <a:pt x="45" y="147"/>
                  </a:lnTo>
                  <a:cubicBezTo>
                    <a:pt x="47" y="148"/>
                    <a:pt x="48" y="148"/>
                    <a:pt x="49" y="148"/>
                  </a:cubicBezTo>
                </a:path>
                <a:path w="3273" h="355">
                  <a:moveTo>
                    <a:pt x="475" y="164"/>
                  </a:moveTo>
                  <a:lnTo>
                    <a:pt x="487" y="178"/>
                  </a:lnTo>
                  <a:cubicBezTo>
                    <a:pt x="489" y="180"/>
                    <a:pt x="491" y="180"/>
                    <a:pt x="489" y="184"/>
                  </a:cubicBezTo>
                  <a:cubicBezTo>
                    <a:pt x="488" y="186"/>
                    <a:pt x="486" y="187"/>
                    <a:pt x="484" y="188"/>
                  </a:cubicBezTo>
                  <a:cubicBezTo>
                    <a:pt x="481" y="189"/>
                    <a:pt x="480" y="185"/>
                    <a:pt x="476" y="182"/>
                  </a:cubicBezTo>
                  <a:cubicBezTo>
                    <a:pt x="472" y="179"/>
                    <a:pt x="471" y="172"/>
                    <a:pt x="468" y="168"/>
                  </a:cubicBezTo>
                  <a:cubicBezTo>
                    <a:pt x="468" y="164"/>
                    <a:pt x="471" y="162"/>
                    <a:pt x="475" y="164"/>
                  </a:cubicBezTo>
                  <a:moveTo>
                    <a:pt x="386" y="226"/>
                  </a:moveTo>
                  <a:cubicBezTo>
                    <a:pt x="386" y="224"/>
                    <a:pt x="386" y="222"/>
                    <a:pt x="387" y="220"/>
                  </a:cubicBezTo>
                  <a:lnTo>
                    <a:pt x="387" y="215"/>
                  </a:lnTo>
                  <a:cubicBezTo>
                    <a:pt x="387" y="211"/>
                    <a:pt x="387" y="206"/>
                    <a:pt x="388" y="201"/>
                  </a:cubicBezTo>
                  <a:lnTo>
                    <a:pt x="389" y="193"/>
                  </a:lnTo>
                  <a:cubicBezTo>
                    <a:pt x="388" y="183"/>
                    <a:pt x="387" y="182"/>
                    <a:pt x="402" y="181"/>
                  </a:cubicBezTo>
                  <a:lnTo>
                    <a:pt x="405" y="180"/>
                  </a:lnTo>
                  <a:cubicBezTo>
                    <a:pt x="406" y="180"/>
                    <a:pt x="407" y="180"/>
                    <a:pt x="407" y="179"/>
                  </a:cubicBezTo>
                  <a:cubicBezTo>
                    <a:pt x="409" y="175"/>
                    <a:pt x="413" y="175"/>
                    <a:pt x="413" y="179"/>
                  </a:cubicBezTo>
                  <a:cubicBezTo>
                    <a:pt x="412" y="179"/>
                    <a:pt x="412" y="180"/>
                    <a:pt x="412" y="181"/>
                  </a:cubicBezTo>
                  <a:cubicBezTo>
                    <a:pt x="407" y="185"/>
                    <a:pt x="405" y="190"/>
                    <a:pt x="404" y="193"/>
                  </a:cubicBezTo>
                  <a:cubicBezTo>
                    <a:pt x="404" y="201"/>
                    <a:pt x="401" y="207"/>
                    <a:pt x="398" y="210"/>
                  </a:cubicBezTo>
                  <a:cubicBezTo>
                    <a:pt x="397" y="211"/>
                    <a:pt x="397" y="212"/>
                    <a:pt x="396" y="214"/>
                  </a:cubicBezTo>
                  <a:cubicBezTo>
                    <a:pt x="395" y="217"/>
                    <a:pt x="393" y="219"/>
                    <a:pt x="391" y="222"/>
                  </a:cubicBezTo>
                  <a:cubicBezTo>
                    <a:pt x="391" y="222"/>
                    <a:pt x="391" y="223"/>
                    <a:pt x="390" y="223"/>
                  </a:cubicBezTo>
                  <a:cubicBezTo>
                    <a:pt x="390" y="225"/>
                    <a:pt x="388" y="226"/>
                    <a:pt x="386" y="226"/>
                  </a:cubicBezTo>
                  <a:moveTo>
                    <a:pt x="421" y="165"/>
                  </a:moveTo>
                  <a:cubicBezTo>
                    <a:pt x="418" y="165"/>
                    <a:pt x="418" y="164"/>
                    <a:pt x="419" y="164"/>
                  </a:cubicBezTo>
                  <a:cubicBezTo>
                    <a:pt x="419" y="163"/>
                    <a:pt x="419" y="163"/>
                    <a:pt x="420" y="163"/>
                  </a:cubicBezTo>
                  <a:cubicBezTo>
                    <a:pt x="421" y="163"/>
                    <a:pt x="421" y="163"/>
                    <a:pt x="422" y="164"/>
                  </a:cubicBezTo>
                  <a:cubicBezTo>
                    <a:pt x="422" y="164"/>
                    <a:pt x="421" y="165"/>
                    <a:pt x="421" y="165"/>
                  </a:cubicBezTo>
                  <a:moveTo>
                    <a:pt x="442" y="192"/>
                  </a:moveTo>
                  <a:cubicBezTo>
                    <a:pt x="447" y="185"/>
                    <a:pt x="451" y="179"/>
                    <a:pt x="455" y="186"/>
                  </a:cubicBezTo>
                  <a:cubicBezTo>
                    <a:pt x="464" y="196"/>
                    <a:pt x="472" y="202"/>
                    <a:pt x="464" y="208"/>
                  </a:cubicBezTo>
                  <a:cubicBezTo>
                    <a:pt x="462" y="210"/>
                    <a:pt x="461" y="214"/>
                    <a:pt x="457" y="213"/>
                  </a:cubicBezTo>
                  <a:cubicBezTo>
                    <a:pt x="457" y="213"/>
                    <a:pt x="456" y="214"/>
                    <a:pt x="456" y="215"/>
                  </a:cubicBezTo>
                  <a:cubicBezTo>
                    <a:pt x="453" y="217"/>
                    <a:pt x="451" y="221"/>
                    <a:pt x="447" y="223"/>
                  </a:cubicBezTo>
                  <a:cubicBezTo>
                    <a:pt x="442" y="225"/>
                    <a:pt x="440" y="229"/>
                    <a:pt x="437" y="229"/>
                  </a:cubicBezTo>
                  <a:lnTo>
                    <a:pt x="432" y="233"/>
                  </a:lnTo>
                  <a:cubicBezTo>
                    <a:pt x="423" y="238"/>
                    <a:pt x="415" y="243"/>
                    <a:pt x="407" y="245"/>
                  </a:cubicBezTo>
                  <a:cubicBezTo>
                    <a:pt x="398" y="249"/>
                    <a:pt x="394" y="247"/>
                    <a:pt x="398" y="237"/>
                  </a:cubicBezTo>
                  <a:cubicBezTo>
                    <a:pt x="401" y="228"/>
                    <a:pt x="408" y="219"/>
                    <a:pt x="416" y="210"/>
                  </a:cubicBezTo>
                  <a:cubicBezTo>
                    <a:pt x="419" y="208"/>
                    <a:pt x="421" y="207"/>
                    <a:pt x="423" y="207"/>
                  </a:cubicBezTo>
                  <a:cubicBezTo>
                    <a:pt x="434" y="204"/>
                    <a:pt x="437" y="198"/>
                    <a:pt x="442" y="192"/>
                  </a:cubicBezTo>
                  <a:moveTo>
                    <a:pt x="518" y="265"/>
                  </a:moveTo>
                  <a:cubicBezTo>
                    <a:pt x="513" y="261"/>
                    <a:pt x="509" y="259"/>
                    <a:pt x="505" y="259"/>
                  </a:cubicBezTo>
                  <a:cubicBezTo>
                    <a:pt x="502" y="260"/>
                    <a:pt x="502" y="262"/>
                    <a:pt x="503" y="265"/>
                  </a:cubicBezTo>
                  <a:cubicBezTo>
                    <a:pt x="505" y="266"/>
                    <a:pt x="506" y="266"/>
                    <a:pt x="508" y="266"/>
                  </a:cubicBezTo>
                  <a:cubicBezTo>
                    <a:pt x="509" y="266"/>
                    <a:pt x="509" y="266"/>
                    <a:pt x="510" y="266"/>
                  </a:cubicBezTo>
                  <a:cubicBezTo>
                    <a:pt x="512" y="266"/>
                    <a:pt x="513" y="266"/>
                    <a:pt x="515" y="267"/>
                  </a:cubicBezTo>
                  <a:cubicBezTo>
                    <a:pt x="515" y="267"/>
                    <a:pt x="515" y="267"/>
                    <a:pt x="517" y="267"/>
                  </a:cubicBezTo>
                  <a:cubicBezTo>
                    <a:pt x="518" y="267"/>
                    <a:pt x="518" y="266"/>
                    <a:pt x="518" y="265"/>
                  </a:cubicBezTo>
                  <a:moveTo>
                    <a:pt x="385" y="113"/>
                  </a:moveTo>
                  <a:cubicBezTo>
                    <a:pt x="387" y="105"/>
                    <a:pt x="390" y="97"/>
                    <a:pt x="395" y="87"/>
                  </a:cubicBezTo>
                  <a:cubicBezTo>
                    <a:pt x="398" y="79"/>
                    <a:pt x="408" y="71"/>
                    <a:pt x="418" y="65"/>
                  </a:cubicBezTo>
                  <a:lnTo>
                    <a:pt x="419" y="65"/>
                  </a:lnTo>
                  <a:cubicBezTo>
                    <a:pt x="420" y="64"/>
                    <a:pt x="420" y="63"/>
                    <a:pt x="421" y="63"/>
                  </a:cubicBezTo>
                  <a:cubicBezTo>
                    <a:pt x="424" y="62"/>
                    <a:pt x="425" y="60"/>
                    <a:pt x="427" y="59"/>
                  </a:cubicBezTo>
                  <a:cubicBezTo>
                    <a:pt x="429" y="57"/>
                    <a:pt x="433" y="55"/>
                    <a:pt x="437" y="55"/>
                  </a:cubicBezTo>
                  <a:cubicBezTo>
                    <a:pt x="439" y="54"/>
                    <a:pt x="441" y="53"/>
                    <a:pt x="443" y="52"/>
                  </a:cubicBezTo>
                  <a:cubicBezTo>
                    <a:pt x="445" y="52"/>
                    <a:pt x="446" y="52"/>
                    <a:pt x="448" y="51"/>
                  </a:cubicBezTo>
                  <a:cubicBezTo>
                    <a:pt x="450" y="50"/>
                    <a:pt x="452" y="49"/>
                    <a:pt x="455" y="48"/>
                  </a:cubicBezTo>
                  <a:cubicBezTo>
                    <a:pt x="455" y="48"/>
                    <a:pt x="456" y="47"/>
                    <a:pt x="457" y="47"/>
                  </a:cubicBezTo>
                  <a:cubicBezTo>
                    <a:pt x="459" y="47"/>
                    <a:pt x="461" y="45"/>
                    <a:pt x="464" y="44"/>
                  </a:cubicBezTo>
                  <a:cubicBezTo>
                    <a:pt x="465" y="44"/>
                    <a:pt x="467" y="44"/>
                    <a:pt x="468" y="44"/>
                  </a:cubicBezTo>
                  <a:cubicBezTo>
                    <a:pt x="470" y="43"/>
                    <a:pt x="472" y="42"/>
                    <a:pt x="474" y="41"/>
                  </a:cubicBezTo>
                  <a:cubicBezTo>
                    <a:pt x="475" y="41"/>
                    <a:pt x="477" y="41"/>
                    <a:pt x="478" y="40"/>
                  </a:cubicBezTo>
                  <a:cubicBezTo>
                    <a:pt x="480" y="40"/>
                    <a:pt x="482" y="39"/>
                    <a:pt x="484" y="38"/>
                  </a:cubicBezTo>
                  <a:cubicBezTo>
                    <a:pt x="485" y="38"/>
                    <a:pt x="487" y="37"/>
                    <a:pt x="487" y="37"/>
                  </a:cubicBezTo>
                  <a:lnTo>
                    <a:pt x="489" y="37"/>
                  </a:lnTo>
                  <a:cubicBezTo>
                    <a:pt x="492" y="37"/>
                    <a:pt x="494" y="37"/>
                    <a:pt x="496" y="37"/>
                  </a:cubicBezTo>
                  <a:cubicBezTo>
                    <a:pt x="501" y="37"/>
                    <a:pt x="504" y="37"/>
                    <a:pt x="506" y="36"/>
                  </a:cubicBezTo>
                  <a:cubicBezTo>
                    <a:pt x="506" y="35"/>
                    <a:pt x="507" y="35"/>
                    <a:pt x="508" y="35"/>
                  </a:cubicBezTo>
                  <a:cubicBezTo>
                    <a:pt x="513" y="33"/>
                    <a:pt x="514" y="31"/>
                    <a:pt x="519" y="31"/>
                  </a:cubicBezTo>
                  <a:cubicBezTo>
                    <a:pt x="521" y="30"/>
                    <a:pt x="524" y="29"/>
                    <a:pt x="526" y="29"/>
                  </a:cubicBezTo>
                  <a:cubicBezTo>
                    <a:pt x="528" y="30"/>
                    <a:pt x="529" y="29"/>
                    <a:pt x="530" y="29"/>
                  </a:cubicBezTo>
                  <a:cubicBezTo>
                    <a:pt x="533" y="28"/>
                    <a:pt x="536" y="28"/>
                    <a:pt x="539" y="29"/>
                  </a:cubicBezTo>
                  <a:cubicBezTo>
                    <a:pt x="539" y="29"/>
                    <a:pt x="539" y="29"/>
                    <a:pt x="540" y="30"/>
                  </a:cubicBezTo>
                  <a:cubicBezTo>
                    <a:pt x="540" y="30"/>
                    <a:pt x="542" y="29"/>
                    <a:pt x="542" y="29"/>
                  </a:cubicBezTo>
                  <a:cubicBezTo>
                    <a:pt x="544" y="30"/>
                    <a:pt x="545" y="31"/>
                    <a:pt x="547" y="32"/>
                  </a:cubicBezTo>
                  <a:cubicBezTo>
                    <a:pt x="548" y="32"/>
                    <a:pt x="550" y="33"/>
                    <a:pt x="551" y="36"/>
                  </a:cubicBezTo>
                  <a:cubicBezTo>
                    <a:pt x="552" y="37"/>
                    <a:pt x="553" y="38"/>
                    <a:pt x="553" y="39"/>
                  </a:cubicBezTo>
                  <a:cubicBezTo>
                    <a:pt x="553" y="40"/>
                    <a:pt x="553" y="41"/>
                    <a:pt x="553" y="42"/>
                  </a:cubicBezTo>
                  <a:cubicBezTo>
                    <a:pt x="554" y="42"/>
                    <a:pt x="554" y="43"/>
                    <a:pt x="554" y="44"/>
                  </a:cubicBezTo>
                  <a:cubicBezTo>
                    <a:pt x="554" y="45"/>
                    <a:pt x="555" y="46"/>
                    <a:pt x="555" y="46"/>
                  </a:cubicBezTo>
                  <a:cubicBezTo>
                    <a:pt x="555" y="47"/>
                    <a:pt x="555" y="47"/>
                    <a:pt x="556" y="47"/>
                  </a:cubicBezTo>
                  <a:cubicBezTo>
                    <a:pt x="556" y="47"/>
                    <a:pt x="556" y="48"/>
                    <a:pt x="557" y="48"/>
                  </a:cubicBezTo>
                  <a:cubicBezTo>
                    <a:pt x="557" y="49"/>
                    <a:pt x="557" y="50"/>
                    <a:pt x="557" y="50"/>
                  </a:cubicBezTo>
                  <a:cubicBezTo>
                    <a:pt x="558" y="50"/>
                    <a:pt x="558" y="50"/>
                    <a:pt x="558" y="50"/>
                  </a:cubicBezTo>
                  <a:cubicBezTo>
                    <a:pt x="558" y="51"/>
                    <a:pt x="559" y="52"/>
                    <a:pt x="559" y="54"/>
                  </a:cubicBezTo>
                  <a:cubicBezTo>
                    <a:pt x="559" y="54"/>
                    <a:pt x="560" y="54"/>
                    <a:pt x="560" y="55"/>
                  </a:cubicBezTo>
                  <a:cubicBezTo>
                    <a:pt x="560" y="57"/>
                    <a:pt x="562" y="59"/>
                    <a:pt x="562" y="61"/>
                  </a:cubicBezTo>
                  <a:cubicBezTo>
                    <a:pt x="563" y="62"/>
                    <a:pt x="563" y="63"/>
                    <a:pt x="564" y="64"/>
                  </a:cubicBezTo>
                  <a:cubicBezTo>
                    <a:pt x="565" y="69"/>
                    <a:pt x="567" y="73"/>
                    <a:pt x="569" y="77"/>
                  </a:cubicBezTo>
                  <a:cubicBezTo>
                    <a:pt x="569" y="77"/>
                    <a:pt x="570" y="78"/>
                    <a:pt x="570" y="79"/>
                  </a:cubicBezTo>
                  <a:cubicBezTo>
                    <a:pt x="571" y="81"/>
                    <a:pt x="571" y="83"/>
                    <a:pt x="572" y="85"/>
                  </a:cubicBezTo>
                  <a:cubicBezTo>
                    <a:pt x="574" y="87"/>
                    <a:pt x="575" y="90"/>
                    <a:pt x="576" y="92"/>
                  </a:cubicBezTo>
                  <a:cubicBezTo>
                    <a:pt x="576" y="93"/>
                    <a:pt x="577" y="94"/>
                    <a:pt x="577" y="95"/>
                  </a:cubicBezTo>
                  <a:cubicBezTo>
                    <a:pt x="577" y="99"/>
                    <a:pt x="578" y="102"/>
                    <a:pt x="579" y="104"/>
                  </a:cubicBezTo>
                  <a:cubicBezTo>
                    <a:pt x="580" y="106"/>
                    <a:pt x="580" y="108"/>
                    <a:pt x="581" y="110"/>
                  </a:cubicBezTo>
                  <a:cubicBezTo>
                    <a:pt x="582" y="112"/>
                    <a:pt x="582" y="113"/>
                    <a:pt x="583" y="114"/>
                  </a:cubicBezTo>
                  <a:lnTo>
                    <a:pt x="584" y="121"/>
                  </a:lnTo>
                  <a:lnTo>
                    <a:pt x="585" y="125"/>
                  </a:lnTo>
                  <a:lnTo>
                    <a:pt x="585" y="126"/>
                  </a:lnTo>
                  <a:lnTo>
                    <a:pt x="585" y="129"/>
                  </a:lnTo>
                  <a:cubicBezTo>
                    <a:pt x="585" y="131"/>
                    <a:pt x="585" y="133"/>
                    <a:pt x="586" y="135"/>
                  </a:cubicBezTo>
                  <a:cubicBezTo>
                    <a:pt x="586" y="136"/>
                    <a:pt x="586" y="137"/>
                    <a:pt x="586" y="137"/>
                  </a:cubicBezTo>
                  <a:lnTo>
                    <a:pt x="586" y="140"/>
                  </a:lnTo>
                  <a:cubicBezTo>
                    <a:pt x="587" y="141"/>
                    <a:pt x="587" y="142"/>
                    <a:pt x="587" y="144"/>
                  </a:cubicBezTo>
                  <a:lnTo>
                    <a:pt x="587" y="144"/>
                  </a:lnTo>
                  <a:cubicBezTo>
                    <a:pt x="587" y="145"/>
                    <a:pt x="587" y="146"/>
                    <a:pt x="587" y="146"/>
                  </a:cubicBezTo>
                  <a:lnTo>
                    <a:pt x="587" y="147"/>
                  </a:lnTo>
                  <a:lnTo>
                    <a:pt x="588" y="160"/>
                  </a:lnTo>
                  <a:cubicBezTo>
                    <a:pt x="588" y="163"/>
                    <a:pt x="588" y="167"/>
                    <a:pt x="588" y="171"/>
                  </a:cubicBezTo>
                  <a:lnTo>
                    <a:pt x="588" y="171"/>
                  </a:lnTo>
                  <a:cubicBezTo>
                    <a:pt x="588" y="175"/>
                    <a:pt x="588" y="178"/>
                    <a:pt x="589" y="181"/>
                  </a:cubicBezTo>
                  <a:lnTo>
                    <a:pt x="589" y="184"/>
                  </a:lnTo>
                  <a:cubicBezTo>
                    <a:pt x="590" y="186"/>
                    <a:pt x="590" y="188"/>
                    <a:pt x="590" y="192"/>
                  </a:cubicBezTo>
                  <a:lnTo>
                    <a:pt x="590" y="200"/>
                  </a:lnTo>
                  <a:cubicBezTo>
                    <a:pt x="591" y="203"/>
                    <a:pt x="590" y="208"/>
                    <a:pt x="591" y="212"/>
                  </a:cubicBezTo>
                  <a:lnTo>
                    <a:pt x="591" y="216"/>
                  </a:lnTo>
                  <a:cubicBezTo>
                    <a:pt x="590" y="216"/>
                    <a:pt x="590" y="217"/>
                    <a:pt x="590" y="218"/>
                  </a:cubicBezTo>
                  <a:cubicBezTo>
                    <a:pt x="590" y="220"/>
                    <a:pt x="590" y="222"/>
                    <a:pt x="590" y="224"/>
                  </a:cubicBezTo>
                  <a:lnTo>
                    <a:pt x="591" y="237"/>
                  </a:lnTo>
                  <a:lnTo>
                    <a:pt x="591" y="244"/>
                  </a:lnTo>
                  <a:cubicBezTo>
                    <a:pt x="592" y="246"/>
                    <a:pt x="591" y="246"/>
                    <a:pt x="591" y="249"/>
                  </a:cubicBezTo>
                  <a:lnTo>
                    <a:pt x="591" y="254"/>
                  </a:lnTo>
                  <a:cubicBezTo>
                    <a:pt x="592" y="255"/>
                    <a:pt x="592" y="256"/>
                    <a:pt x="591" y="257"/>
                  </a:cubicBezTo>
                  <a:cubicBezTo>
                    <a:pt x="591" y="259"/>
                    <a:pt x="591" y="263"/>
                    <a:pt x="591" y="264"/>
                  </a:cubicBezTo>
                  <a:cubicBezTo>
                    <a:pt x="592" y="266"/>
                    <a:pt x="591" y="267"/>
                    <a:pt x="591" y="269"/>
                  </a:cubicBezTo>
                  <a:cubicBezTo>
                    <a:pt x="591" y="275"/>
                    <a:pt x="591" y="280"/>
                    <a:pt x="590" y="283"/>
                  </a:cubicBezTo>
                  <a:cubicBezTo>
                    <a:pt x="590" y="284"/>
                    <a:pt x="590" y="286"/>
                    <a:pt x="590" y="286"/>
                  </a:cubicBezTo>
                  <a:lnTo>
                    <a:pt x="589" y="287"/>
                  </a:lnTo>
                  <a:cubicBezTo>
                    <a:pt x="589" y="288"/>
                    <a:pt x="589" y="288"/>
                    <a:pt x="589" y="290"/>
                  </a:cubicBezTo>
                  <a:cubicBezTo>
                    <a:pt x="589" y="295"/>
                    <a:pt x="587" y="299"/>
                    <a:pt x="584" y="303"/>
                  </a:cubicBezTo>
                  <a:cubicBezTo>
                    <a:pt x="583" y="304"/>
                    <a:pt x="583" y="306"/>
                    <a:pt x="582" y="307"/>
                  </a:cubicBezTo>
                  <a:cubicBezTo>
                    <a:pt x="581" y="308"/>
                    <a:pt x="581" y="308"/>
                    <a:pt x="580" y="309"/>
                  </a:cubicBezTo>
                  <a:cubicBezTo>
                    <a:pt x="579" y="313"/>
                    <a:pt x="577" y="317"/>
                    <a:pt x="575" y="317"/>
                  </a:cubicBezTo>
                  <a:cubicBezTo>
                    <a:pt x="572" y="317"/>
                    <a:pt x="570" y="318"/>
                    <a:pt x="568" y="318"/>
                  </a:cubicBezTo>
                  <a:cubicBezTo>
                    <a:pt x="568" y="317"/>
                    <a:pt x="568" y="318"/>
                    <a:pt x="566" y="317"/>
                  </a:cubicBezTo>
                  <a:cubicBezTo>
                    <a:pt x="565" y="317"/>
                    <a:pt x="564" y="317"/>
                    <a:pt x="563" y="317"/>
                  </a:cubicBezTo>
                  <a:cubicBezTo>
                    <a:pt x="562" y="317"/>
                    <a:pt x="561" y="316"/>
                    <a:pt x="560" y="317"/>
                  </a:cubicBezTo>
                  <a:lnTo>
                    <a:pt x="555" y="317"/>
                  </a:lnTo>
                  <a:lnTo>
                    <a:pt x="553" y="317"/>
                  </a:lnTo>
                  <a:lnTo>
                    <a:pt x="552" y="317"/>
                  </a:lnTo>
                  <a:cubicBezTo>
                    <a:pt x="550" y="317"/>
                    <a:pt x="550" y="318"/>
                    <a:pt x="548" y="318"/>
                  </a:cubicBezTo>
                  <a:cubicBezTo>
                    <a:pt x="547" y="318"/>
                    <a:pt x="545" y="318"/>
                    <a:pt x="544" y="318"/>
                  </a:cubicBezTo>
                  <a:cubicBezTo>
                    <a:pt x="542" y="319"/>
                    <a:pt x="541" y="318"/>
                    <a:pt x="540" y="318"/>
                  </a:cubicBezTo>
                  <a:cubicBezTo>
                    <a:pt x="539" y="319"/>
                    <a:pt x="539" y="319"/>
                    <a:pt x="538" y="319"/>
                  </a:cubicBezTo>
                  <a:lnTo>
                    <a:pt x="529" y="319"/>
                  </a:lnTo>
                  <a:lnTo>
                    <a:pt x="524" y="319"/>
                  </a:lnTo>
                  <a:cubicBezTo>
                    <a:pt x="522" y="320"/>
                    <a:pt x="519" y="320"/>
                    <a:pt x="518" y="319"/>
                  </a:cubicBezTo>
                  <a:cubicBezTo>
                    <a:pt x="516" y="317"/>
                    <a:pt x="514" y="317"/>
                    <a:pt x="513" y="316"/>
                  </a:cubicBezTo>
                  <a:cubicBezTo>
                    <a:pt x="507" y="313"/>
                    <a:pt x="504" y="310"/>
                    <a:pt x="503" y="307"/>
                  </a:cubicBezTo>
                  <a:cubicBezTo>
                    <a:pt x="503" y="307"/>
                    <a:pt x="503" y="306"/>
                    <a:pt x="503" y="306"/>
                  </a:cubicBezTo>
                  <a:cubicBezTo>
                    <a:pt x="503" y="305"/>
                    <a:pt x="505" y="305"/>
                    <a:pt x="505" y="303"/>
                  </a:cubicBezTo>
                  <a:cubicBezTo>
                    <a:pt x="504" y="301"/>
                    <a:pt x="504" y="302"/>
                    <a:pt x="505" y="300"/>
                  </a:cubicBezTo>
                  <a:cubicBezTo>
                    <a:pt x="506" y="300"/>
                    <a:pt x="506" y="299"/>
                    <a:pt x="507" y="299"/>
                  </a:cubicBezTo>
                  <a:cubicBezTo>
                    <a:pt x="511" y="299"/>
                    <a:pt x="514" y="300"/>
                    <a:pt x="517" y="299"/>
                  </a:cubicBezTo>
                  <a:cubicBezTo>
                    <a:pt x="520" y="298"/>
                    <a:pt x="523" y="299"/>
                    <a:pt x="523" y="299"/>
                  </a:cubicBezTo>
                  <a:cubicBezTo>
                    <a:pt x="524" y="298"/>
                    <a:pt x="525" y="298"/>
                    <a:pt x="525" y="298"/>
                  </a:cubicBezTo>
                  <a:cubicBezTo>
                    <a:pt x="526" y="298"/>
                    <a:pt x="527" y="298"/>
                    <a:pt x="528" y="298"/>
                  </a:cubicBezTo>
                  <a:cubicBezTo>
                    <a:pt x="528" y="298"/>
                    <a:pt x="528" y="298"/>
                    <a:pt x="528" y="297"/>
                  </a:cubicBezTo>
                  <a:cubicBezTo>
                    <a:pt x="529" y="297"/>
                    <a:pt x="532" y="297"/>
                    <a:pt x="533" y="297"/>
                  </a:cubicBezTo>
                  <a:cubicBezTo>
                    <a:pt x="536" y="296"/>
                    <a:pt x="539" y="295"/>
                    <a:pt x="542" y="294"/>
                  </a:cubicBezTo>
                  <a:cubicBezTo>
                    <a:pt x="542" y="294"/>
                    <a:pt x="543" y="293"/>
                    <a:pt x="543" y="293"/>
                  </a:cubicBezTo>
                  <a:cubicBezTo>
                    <a:pt x="545" y="293"/>
                    <a:pt x="547" y="292"/>
                    <a:pt x="549" y="291"/>
                  </a:cubicBezTo>
                  <a:cubicBezTo>
                    <a:pt x="549" y="291"/>
                    <a:pt x="550" y="290"/>
                    <a:pt x="551" y="290"/>
                  </a:cubicBezTo>
                  <a:cubicBezTo>
                    <a:pt x="553" y="290"/>
                    <a:pt x="554" y="290"/>
                    <a:pt x="555" y="289"/>
                  </a:cubicBezTo>
                  <a:cubicBezTo>
                    <a:pt x="556" y="289"/>
                    <a:pt x="556" y="288"/>
                    <a:pt x="556" y="288"/>
                  </a:cubicBezTo>
                  <a:cubicBezTo>
                    <a:pt x="557" y="287"/>
                    <a:pt x="557" y="286"/>
                    <a:pt x="558" y="286"/>
                  </a:cubicBezTo>
                  <a:cubicBezTo>
                    <a:pt x="560" y="285"/>
                    <a:pt x="562" y="283"/>
                    <a:pt x="563" y="282"/>
                  </a:cubicBezTo>
                  <a:cubicBezTo>
                    <a:pt x="563" y="282"/>
                    <a:pt x="563" y="281"/>
                    <a:pt x="563" y="281"/>
                  </a:cubicBezTo>
                  <a:cubicBezTo>
                    <a:pt x="565" y="279"/>
                    <a:pt x="566" y="275"/>
                    <a:pt x="566" y="271"/>
                  </a:cubicBezTo>
                  <a:cubicBezTo>
                    <a:pt x="566" y="270"/>
                    <a:pt x="567" y="270"/>
                    <a:pt x="567" y="268"/>
                  </a:cubicBezTo>
                  <a:cubicBezTo>
                    <a:pt x="567" y="263"/>
                    <a:pt x="567" y="260"/>
                    <a:pt x="566" y="256"/>
                  </a:cubicBezTo>
                  <a:cubicBezTo>
                    <a:pt x="566" y="254"/>
                    <a:pt x="566" y="253"/>
                    <a:pt x="566" y="251"/>
                  </a:cubicBezTo>
                  <a:cubicBezTo>
                    <a:pt x="566" y="250"/>
                    <a:pt x="566" y="248"/>
                    <a:pt x="566" y="248"/>
                  </a:cubicBezTo>
                  <a:cubicBezTo>
                    <a:pt x="566" y="246"/>
                    <a:pt x="567" y="241"/>
                    <a:pt x="566" y="235"/>
                  </a:cubicBezTo>
                  <a:cubicBezTo>
                    <a:pt x="565" y="235"/>
                    <a:pt x="565" y="234"/>
                    <a:pt x="565" y="233"/>
                  </a:cubicBezTo>
                  <a:cubicBezTo>
                    <a:pt x="566" y="227"/>
                    <a:pt x="566" y="220"/>
                    <a:pt x="565" y="212"/>
                  </a:cubicBezTo>
                  <a:cubicBezTo>
                    <a:pt x="565" y="212"/>
                    <a:pt x="566" y="212"/>
                    <a:pt x="566" y="211"/>
                  </a:cubicBezTo>
                  <a:cubicBezTo>
                    <a:pt x="565" y="205"/>
                    <a:pt x="567" y="198"/>
                    <a:pt x="566" y="193"/>
                  </a:cubicBezTo>
                  <a:lnTo>
                    <a:pt x="566" y="191"/>
                  </a:lnTo>
                  <a:cubicBezTo>
                    <a:pt x="565" y="188"/>
                    <a:pt x="566" y="184"/>
                    <a:pt x="565" y="181"/>
                  </a:cubicBezTo>
                  <a:cubicBezTo>
                    <a:pt x="564" y="180"/>
                    <a:pt x="564" y="178"/>
                    <a:pt x="564" y="178"/>
                  </a:cubicBezTo>
                  <a:cubicBezTo>
                    <a:pt x="564" y="170"/>
                    <a:pt x="564" y="161"/>
                    <a:pt x="564" y="154"/>
                  </a:cubicBezTo>
                  <a:cubicBezTo>
                    <a:pt x="564" y="153"/>
                    <a:pt x="563" y="153"/>
                    <a:pt x="563" y="152"/>
                  </a:cubicBezTo>
                  <a:cubicBezTo>
                    <a:pt x="564" y="146"/>
                    <a:pt x="564" y="140"/>
                    <a:pt x="562" y="135"/>
                  </a:cubicBezTo>
                  <a:cubicBezTo>
                    <a:pt x="562" y="135"/>
                    <a:pt x="562" y="134"/>
                    <a:pt x="562" y="133"/>
                  </a:cubicBezTo>
                  <a:cubicBezTo>
                    <a:pt x="562" y="130"/>
                    <a:pt x="562" y="128"/>
                    <a:pt x="561" y="125"/>
                  </a:cubicBezTo>
                  <a:cubicBezTo>
                    <a:pt x="561" y="122"/>
                    <a:pt x="560" y="120"/>
                    <a:pt x="560" y="117"/>
                  </a:cubicBezTo>
                  <a:cubicBezTo>
                    <a:pt x="560" y="117"/>
                    <a:pt x="559" y="115"/>
                    <a:pt x="559" y="114"/>
                  </a:cubicBezTo>
                  <a:cubicBezTo>
                    <a:pt x="558" y="114"/>
                    <a:pt x="558" y="113"/>
                    <a:pt x="558" y="112"/>
                  </a:cubicBezTo>
                  <a:cubicBezTo>
                    <a:pt x="558" y="111"/>
                    <a:pt x="558" y="109"/>
                    <a:pt x="558" y="107"/>
                  </a:cubicBezTo>
                  <a:cubicBezTo>
                    <a:pt x="557" y="106"/>
                    <a:pt x="555" y="99"/>
                    <a:pt x="555" y="99"/>
                  </a:cubicBezTo>
                  <a:cubicBezTo>
                    <a:pt x="551" y="86"/>
                    <a:pt x="546" y="76"/>
                    <a:pt x="540" y="65"/>
                  </a:cubicBezTo>
                  <a:lnTo>
                    <a:pt x="539" y="63"/>
                  </a:lnTo>
                  <a:cubicBezTo>
                    <a:pt x="536" y="60"/>
                    <a:pt x="535" y="57"/>
                    <a:pt x="533" y="55"/>
                  </a:cubicBezTo>
                  <a:cubicBezTo>
                    <a:pt x="530" y="53"/>
                    <a:pt x="529" y="52"/>
                    <a:pt x="528" y="51"/>
                  </a:cubicBezTo>
                  <a:cubicBezTo>
                    <a:pt x="521" y="43"/>
                    <a:pt x="510" y="44"/>
                    <a:pt x="502" y="49"/>
                  </a:cubicBezTo>
                  <a:cubicBezTo>
                    <a:pt x="496" y="52"/>
                    <a:pt x="490" y="54"/>
                    <a:pt x="487" y="57"/>
                  </a:cubicBezTo>
                  <a:cubicBezTo>
                    <a:pt x="483" y="61"/>
                    <a:pt x="478" y="64"/>
                    <a:pt x="473" y="67"/>
                  </a:cubicBezTo>
                  <a:cubicBezTo>
                    <a:pt x="464" y="73"/>
                    <a:pt x="455" y="79"/>
                    <a:pt x="449" y="83"/>
                  </a:cubicBezTo>
                  <a:cubicBezTo>
                    <a:pt x="447" y="86"/>
                    <a:pt x="445" y="86"/>
                    <a:pt x="444" y="87"/>
                  </a:cubicBezTo>
                  <a:cubicBezTo>
                    <a:pt x="435" y="92"/>
                    <a:pt x="432" y="97"/>
                    <a:pt x="438" y="102"/>
                  </a:cubicBezTo>
                  <a:cubicBezTo>
                    <a:pt x="439" y="102"/>
                    <a:pt x="439" y="104"/>
                    <a:pt x="440" y="104"/>
                  </a:cubicBezTo>
                  <a:cubicBezTo>
                    <a:pt x="442" y="106"/>
                    <a:pt x="445" y="108"/>
                    <a:pt x="445" y="110"/>
                  </a:cubicBezTo>
                  <a:cubicBezTo>
                    <a:pt x="446" y="112"/>
                    <a:pt x="447" y="113"/>
                    <a:pt x="448" y="114"/>
                  </a:cubicBezTo>
                  <a:cubicBezTo>
                    <a:pt x="450" y="115"/>
                    <a:pt x="454" y="115"/>
                    <a:pt x="457" y="114"/>
                  </a:cubicBezTo>
                  <a:cubicBezTo>
                    <a:pt x="458" y="114"/>
                    <a:pt x="460" y="113"/>
                    <a:pt x="461" y="112"/>
                  </a:cubicBezTo>
                  <a:cubicBezTo>
                    <a:pt x="464" y="110"/>
                    <a:pt x="469" y="109"/>
                    <a:pt x="477" y="110"/>
                  </a:cubicBezTo>
                  <a:cubicBezTo>
                    <a:pt x="482" y="110"/>
                    <a:pt x="483" y="116"/>
                    <a:pt x="481" y="123"/>
                  </a:cubicBezTo>
                  <a:cubicBezTo>
                    <a:pt x="478" y="127"/>
                    <a:pt x="475" y="131"/>
                    <a:pt x="472" y="134"/>
                  </a:cubicBezTo>
                  <a:cubicBezTo>
                    <a:pt x="470" y="137"/>
                    <a:pt x="472" y="138"/>
                    <a:pt x="475" y="141"/>
                  </a:cubicBezTo>
                  <a:cubicBezTo>
                    <a:pt x="477" y="142"/>
                    <a:pt x="478" y="140"/>
                    <a:pt x="480" y="142"/>
                  </a:cubicBezTo>
                  <a:cubicBezTo>
                    <a:pt x="487" y="154"/>
                    <a:pt x="496" y="159"/>
                    <a:pt x="504" y="164"/>
                  </a:cubicBezTo>
                  <a:cubicBezTo>
                    <a:pt x="504" y="164"/>
                    <a:pt x="506" y="165"/>
                    <a:pt x="506" y="165"/>
                  </a:cubicBezTo>
                  <a:cubicBezTo>
                    <a:pt x="507" y="165"/>
                    <a:pt x="508" y="165"/>
                    <a:pt x="509" y="166"/>
                  </a:cubicBezTo>
                  <a:cubicBezTo>
                    <a:pt x="511" y="170"/>
                    <a:pt x="511" y="169"/>
                    <a:pt x="512" y="173"/>
                  </a:cubicBezTo>
                  <a:cubicBezTo>
                    <a:pt x="513" y="177"/>
                    <a:pt x="510" y="180"/>
                    <a:pt x="509" y="182"/>
                  </a:cubicBezTo>
                  <a:lnTo>
                    <a:pt x="509" y="182"/>
                  </a:lnTo>
                  <a:lnTo>
                    <a:pt x="493" y="201"/>
                  </a:lnTo>
                  <a:cubicBezTo>
                    <a:pt x="492" y="206"/>
                    <a:pt x="495" y="208"/>
                    <a:pt x="497" y="210"/>
                  </a:cubicBezTo>
                  <a:cubicBezTo>
                    <a:pt x="500" y="213"/>
                    <a:pt x="502" y="216"/>
                    <a:pt x="507" y="211"/>
                  </a:cubicBezTo>
                  <a:cubicBezTo>
                    <a:pt x="507" y="210"/>
                    <a:pt x="508" y="209"/>
                    <a:pt x="508" y="208"/>
                  </a:cubicBezTo>
                  <a:cubicBezTo>
                    <a:pt x="509" y="206"/>
                    <a:pt x="509" y="206"/>
                    <a:pt x="510" y="204"/>
                  </a:cubicBezTo>
                  <a:cubicBezTo>
                    <a:pt x="511" y="204"/>
                    <a:pt x="511" y="203"/>
                    <a:pt x="512" y="202"/>
                  </a:cubicBezTo>
                  <a:cubicBezTo>
                    <a:pt x="513" y="198"/>
                    <a:pt x="514" y="194"/>
                    <a:pt x="515" y="189"/>
                  </a:cubicBezTo>
                  <a:cubicBezTo>
                    <a:pt x="515" y="189"/>
                    <a:pt x="516" y="188"/>
                    <a:pt x="516" y="188"/>
                  </a:cubicBezTo>
                  <a:cubicBezTo>
                    <a:pt x="517" y="187"/>
                    <a:pt x="517" y="186"/>
                    <a:pt x="517" y="184"/>
                  </a:cubicBezTo>
                  <a:lnTo>
                    <a:pt x="517" y="183"/>
                  </a:lnTo>
                  <a:cubicBezTo>
                    <a:pt x="518" y="181"/>
                    <a:pt x="518" y="179"/>
                    <a:pt x="518" y="177"/>
                  </a:cubicBezTo>
                  <a:cubicBezTo>
                    <a:pt x="518" y="177"/>
                    <a:pt x="518" y="176"/>
                    <a:pt x="518" y="176"/>
                  </a:cubicBezTo>
                  <a:cubicBezTo>
                    <a:pt x="519" y="174"/>
                    <a:pt x="519" y="172"/>
                    <a:pt x="519" y="170"/>
                  </a:cubicBezTo>
                  <a:cubicBezTo>
                    <a:pt x="519" y="165"/>
                    <a:pt x="519" y="159"/>
                    <a:pt x="520" y="155"/>
                  </a:cubicBezTo>
                  <a:cubicBezTo>
                    <a:pt x="520" y="151"/>
                    <a:pt x="521" y="147"/>
                    <a:pt x="521" y="143"/>
                  </a:cubicBezTo>
                  <a:cubicBezTo>
                    <a:pt x="521" y="142"/>
                    <a:pt x="521" y="142"/>
                    <a:pt x="521" y="142"/>
                  </a:cubicBezTo>
                  <a:cubicBezTo>
                    <a:pt x="521" y="142"/>
                    <a:pt x="522" y="141"/>
                    <a:pt x="522" y="141"/>
                  </a:cubicBezTo>
                  <a:cubicBezTo>
                    <a:pt x="522" y="127"/>
                    <a:pt x="523" y="118"/>
                    <a:pt x="522" y="108"/>
                  </a:cubicBezTo>
                  <a:cubicBezTo>
                    <a:pt x="521" y="100"/>
                    <a:pt x="516" y="103"/>
                    <a:pt x="511" y="109"/>
                  </a:cubicBezTo>
                  <a:cubicBezTo>
                    <a:pt x="510" y="109"/>
                    <a:pt x="510" y="109"/>
                    <a:pt x="509" y="108"/>
                  </a:cubicBezTo>
                  <a:cubicBezTo>
                    <a:pt x="509" y="107"/>
                    <a:pt x="509" y="106"/>
                    <a:pt x="509" y="106"/>
                  </a:cubicBezTo>
                  <a:cubicBezTo>
                    <a:pt x="510" y="105"/>
                    <a:pt x="509" y="103"/>
                    <a:pt x="510" y="101"/>
                  </a:cubicBezTo>
                  <a:cubicBezTo>
                    <a:pt x="509" y="99"/>
                    <a:pt x="510" y="98"/>
                    <a:pt x="509" y="96"/>
                  </a:cubicBezTo>
                  <a:lnTo>
                    <a:pt x="510" y="86"/>
                  </a:lnTo>
                  <a:cubicBezTo>
                    <a:pt x="510" y="85"/>
                    <a:pt x="511" y="84"/>
                    <a:pt x="512" y="82"/>
                  </a:cubicBezTo>
                  <a:cubicBezTo>
                    <a:pt x="512" y="79"/>
                    <a:pt x="513" y="76"/>
                    <a:pt x="515" y="74"/>
                  </a:cubicBezTo>
                  <a:cubicBezTo>
                    <a:pt x="516" y="73"/>
                    <a:pt x="518" y="73"/>
                    <a:pt x="519" y="72"/>
                  </a:cubicBezTo>
                  <a:cubicBezTo>
                    <a:pt x="525" y="70"/>
                    <a:pt x="534" y="72"/>
                    <a:pt x="538" y="78"/>
                  </a:cubicBezTo>
                  <a:cubicBezTo>
                    <a:pt x="544" y="84"/>
                    <a:pt x="542" y="89"/>
                    <a:pt x="536" y="94"/>
                  </a:cubicBezTo>
                  <a:cubicBezTo>
                    <a:pt x="532" y="99"/>
                    <a:pt x="532" y="104"/>
                    <a:pt x="531" y="110"/>
                  </a:cubicBezTo>
                  <a:cubicBezTo>
                    <a:pt x="531" y="112"/>
                    <a:pt x="530" y="113"/>
                    <a:pt x="531" y="115"/>
                  </a:cubicBezTo>
                  <a:lnTo>
                    <a:pt x="531" y="117"/>
                  </a:lnTo>
                  <a:lnTo>
                    <a:pt x="531" y="120"/>
                  </a:lnTo>
                  <a:cubicBezTo>
                    <a:pt x="531" y="120"/>
                    <a:pt x="531" y="120"/>
                    <a:pt x="531" y="121"/>
                  </a:cubicBezTo>
                  <a:cubicBezTo>
                    <a:pt x="531" y="122"/>
                    <a:pt x="530" y="123"/>
                    <a:pt x="531" y="124"/>
                  </a:cubicBezTo>
                  <a:cubicBezTo>
                    <a:pt x="531" y="125"/>
                    <a:pt x="531" y="125"/>
                    <a:pt x="531" y="126"/>
                  </a:cubicBezTo>
                  <a:lnTo>
                    <a:pt x="531" y="127"/>
                  </a:lnTo>
                  <a:cubicBezTo>
                    <a:pt x="530" y="128"/>
                    <a:pt x="531" y="129"/>
                    <a:pt x="531" y="130"/>
                  </a:cubicBezTo>
                  <a:lnTo>
                    <a:pt x="531" y="131"/>
                  </a:lnTo>
                  <a:cubicBezTo>
                    <a:pt x="531" y="131"/>
                    <a:pt x="530" y="132"/>
                    <a:pt x="531" y="132"/>
                  </a:cubicBezTo>
                  <a:lnTo>
                    <a:pt x="531" y="134"/>
                  </a:lnTo>
                  <a:cubicBezTo>
                    <a:pt x="531" y="134"/>
                    <a:pt x="531" y="134"/>
                    <a:pt x="531" y="135"/>
                  </a:cubicBezTo>
                  <a:cubicBezTo>
                    <a:pt x="530" y="135"/>
                    <a:pt x="531" y="137"/>
                    <a:pt x="531" y="138"/>
                  </a:cubicBezTo>
                  <a:cubicBezTo>
                    <a:pt x="531" y="138"/>
                    <a:pt x="530" y="138"/>
                    <a:pt x="530" y="139"/>
                  </a:cubicBezTo>
                  <a:lnTo>
                    <a:pt x="530" y="160"/>
                  </a:lnTo>
                  <a:cubicBezTo>
                    <a:pt x="530" y="160"/>
                    <a:pt x="530" y="161"/>
                    <a:pt x="530" y="161"/>
                  </a:cubicBezTo>
                  <a:cubicBezTo>
                    <a:pt x="528" y="173"/>
                    <a:pt x="531" y="195"/>
                    <a:pt x="531" y="204"/>
                  </a:cubicBezTo>
                  <a:cubicBezTo>
                    <a:pt x="532" y="207"/>
                    <a:pt x="532" y="209"/>
                    <a:pt x="532" y="212"/>
                  </a:cubicBezTo>
                  <a:cubicBezTo>
                    <a:pt x="532" y="213"/>
                    <a:pt x="533" y="213"/>
                    <a:pt x="534" y="214"/>
                  </a:cubicBezTo>
                  <a:cubicBezTo>
                    <a:pt x="534" y="220"/>
                    <a:pt x="533" y="225"/>
                    <a:pt x="530" y="230"/>
                  </a:cubicBezTo>
                  <a:cubicBezTo>
                    <a:pt x="529" y="231"/>
                    <a:pt x="528" y="233"/>
                    <a:pt x="527" y="234"/>
                  </a:cubicBezTo>
                  <a:cubicBezTo>
                    <a:pt x="522" y="237"/>
                    <a:pt x="521" y="244"/>
                    <a:pt x="524" y="249"/>
                  </a:cubicBezTo>
                  <a:cubicBezTo>
                    <a:pt x="524" y="249"/>
                    <a:pt x="524" y="250"/>
                    <a:pt x="524" y="250"/>
                  </a:cubicBezTo>
                  <a:cubicBezTo>
                    <a:pt x="525" y="251"/>
                    <a:pt x="526" y="252"/>
                    <a:pt x="526" y="253"/>
                  </a:cubicBezTo>
                  <a:cubicBezTo>
                    <a:pt x="526" y="254"/>
                    <a:pt x="526" y="255"/>
                    <a:pt x="527" y="256"/>
                  </a:cubicBezTo>
                  <a:cubicBezTo>
                    <a:pt x="529" y="259"/>
                    <a:pt x="529" y="262"/>
                    <a:pt x="529" y="264"/>
                  </a:cubicBezTo>
                  <a:cubicBezTo>
                    <a:pt x="529" y="267"/>
                    <a:pt x="527" y="269"/>
                    <a:pt x="521" y="268"/>
                  </a:cubicBezTo>
                  <a:cubicBezTo>
                    <a:pt x="520" y="269"/>
                    <a:pt x="521" y="270"/>
                    <a:pt x="521" y="270"/>
                  </a:cubicBezTo>
                  <a:cubicBezTo>
                    <a:pt x="521" y="276"/>
                    <a:pt x="519" y="280"/>
                    <a:pt x="517" y="281"/>
                  </a:cubicBezTo>
                  <a:cubicBezTo>
                    <a:pt x="507" y="287"/>
                    <a:pt x="498" y="291"/>
                    <a:pt x="488" y="294"/>
                  </a:cubicBezTo>
                  <a:cubicBezTo>
                    <a:pt x="488" y="294"/>
                    <a:pt x="488" y="295"/>
                    <a:pt x="487" y="295"/>
                  </a:cubicBezTo>
                  <a:cubicBezTo>
                    <a:pt x="485" y="295"/>
                    <a:pt x="482" y="296"/>
                    <a:pt x="480" y="297"/>
                  </a:cubicBezTo>
                  <a:cubicBezTo>
                    <a:pt x="469" y="299"/>
                    <a:pt x="463" y="304"/>
                    <a:pt x="447" y="303"/>
                  </a:cubicBezTo>
                  <a:cubicBezTo>
                    <a:pt x="443" y="303"/>
                    <a:pt x="437" y="303"/>
                    <a:pt x="435" y="304"/>
                  </a:cubicBezTo>
                  <a:cubicBezTo>
                    <a:pt x="434" y="305"/>
                    <a:pt x="432" y="305"/>
                    <a:pt x="429" y="305"/>
                  </a:cubicBezTo>
                  <a:cubicBezTo>
                    <a:pt x="428" y="306"/>
                    <a:pt x="429" y="306"/>
                    <a:pt x="424" y="307"/>
                  </a:cubicBezTo>
                  <a:cubicBezTo>
                    <a:pt x="419" y="308"/>
                    <a:pt x="417" y="308"/>
                    <a:pt x="413" y="306"/>
                  </a:cubicBezTo>
                  <a:cubicBezTo>
                    <a:pt x="412" y="306"/>
                    <a:pt x="412" y="305"/>
                    <a:pt x="412" y="304"/>
                  </a:cubicBezTo>
                  <a:cubicBezTo>
                    <a:pt x="411" y="304"/>
                    <a:pt x="411" y="303"/>
                    <a:pt x="411" y="303"/>
                  </a:cubicBezTo>
                  <a:cubicBezTo>
                    <a:pt x="411" y="302"/>
                    <a:pt x="412" y="302"/>
                    <a:pt x="412" y="302"/>
                  </a:cubicBezTo>
                  <a:lnTo>
                    <a:pt x="411" y="300"/>
                  </a:lnTo>
                  <a:cubicBezTo>
                    <a:pt x="411" y="299"/>
                    <a:pt x="412" y="299"/>
                    <a:pt x="411" y="297"/>
                  </a:cubicBezTo>
                  <a:cubicBezTo>
                    <a:pt x="411" y="296"/>
                    <a:pt x="411" y="294"/>
                    <a:pt x="412" y="292"/>
                  </a:cubicBezTo>
                  <a:cubicBezTo>
                    <a:pt x="412" y="291"/>
                    <a:pt x="412" y="290"/>
                    <a:pt x="413" y="289"/>
                  </a:cubicBezTo>
                  <a:cubicBezTo>
                    <a:pt x="413" y="288"/>
                    <a:pt x="413" y="288"/>
                    <a:pt x="414" y="288"/>
                  </a:cubicBezTo>
                  <a:cubicBezTo>
                    <a:pt x="417" y="287"/>
                    <a:pt x="416" y="285"/>
                    <a:pt x="417" y="285"/>
                  </a:cubicBezTo>
                  <a:cubicBezTo>
                    <a:pt x="420" y="283"/>
                    <a:pt x="422" y="280"/>
                    <a:pt x="425" y="279"/>
                  </a:cubicBezTo>
                  <a:cubicBezTo>
                    <a:pt x="428" y="279"/>
                    <a:pt x="431" y="279"/>
                    <a:pt x="432" y="278"/>
                  </a:cubicBezTo>
                  <a:cubicBezTo>
                    <a:pt x="432" y="277"/>
                    <a:pt x="434" y="277"/>
                    <a:pt x="434" y="277"/>
                  </a:cubicBezTo>
                  <a:cubicBezTo>
                    <a:pt x="435" y="276"/>
                    <a:pt x="437" y="275"/>
                    <a:pt x="438" y="275"/>
                  </a:cubicBezTo>
                  <a:cubicBezTo>
                    <a:pt x="445" y="272"/>
                    <a:pt x="452" y="267"/>
                    <a:pt x="459" y="262"/>
                  </a:cubicBezTo>
                  <a:cubicBezTo>
                    <a:pt x="460" y="262"/>
                    <a:pt x="460" y="261"/>
                    <a:pt x="461" y="260"/>
                  </a:cubicBezTo>
                  <a:cubicBezTo>
                    <a:pt x="461" y="260"/>
                    <a:pt x="462" y="260"/>
                    <a:pt x="462" y="260"/>
                  </a:cubicBezTo>
                  <a:cubicBezTo>
                    <a:pt x="465" y="258"/>
                    <a:pt x="468" y="256"/>
                    <a:pt x="471" y="254"/>
                  </a:cubicBezTo>
                  <a:cubicBezTo>
                    <a:pt x="473" y="252"/>
                    <a:pt x="476" y="250"/>
                    <a:pt x="478" y="247"/>
                  </a:cubicBezTo>
                  <a:cubicBezTo>
                    <a:pt x="480" y="246"/>
                    <a:pt x="481" y="245"/>
                    <a:pt x="482" y="244"/>
                  </a:cubicBezTo>
                  <a:cubicBezTo>
                    <a:pt x="485" y="241"/>
                    <a:pt x="489" y="240"/>
                    <a:pt x="490" y="235"/>
                  </a:cubicBezTo>
                  <a:cubicBezTo>
                    <a:pt x="490" y="230"/>
                    <a:pt x="486" y="226"/>
                    <a:pt x="483" y="222"/>
                  </a:cubicBezTo>
                  <a:cubicBezTo>
                    <a:pt x="481" y="219"/>
                    <a:pt x="480" y="216"/>
                    <a:pt x="475" y="216"/>
                  </a:cubicBezTo>
                  <a:cubicBezTo>
                    <a:pt x="472" y="216"/>
                    <a:pt x="471" y="217"/>
                    <a:pt x="469" y="220"/>
                  </a:cubicBezTo>
                  <a:cubicBezTo>
                    <a:pt x="463" y="223"/>
                    <a:pt x="461" y="224"/>
                    <a:pt x="458" y="227"/>
                  </a:cubicBezTo>
                  <a:cubicBezTo>
                    <a:pt x="457" y="227"/>
                    <a:pt x="456" y="227"/>
                    <a:pt x="455" y="228"/>
                  </a:cubicBezTo>
                  <a:cubicBezTo>
                    <a:pt x="449" y="230"/>
                    <a:pt x="442" y="236"/>
                    <a:pt x="437" y="240"/>
                  </a:cubicBezTo>
                  <a:cubicBezTo>
                    <a:pt x="436" y="241"/>
                    <a:pt x="435" y="241"/>
                    <a:pt x="435" y="242"/>
                  </a:cubicBezTo>
                  <a:cubicBezTo>
                    <a:pt x="430" y="244"/>
                    <a:pt x="428" y="245"/>
                    <a:pt x="426" y="247"/>
                  </a:cubicBezTo>
                  <a:cubicBezTo>
                    <a:pt x="426" y="247"/>
                    <a:pt x="425" y="247"/>
                    <a:pt x="425" y="248"/>
                  </a:cubicBezTo>
                  <a:cubicBezTo>
                    <a:pt x="425" y="248"/>
                    <a:pt x="425" y="248"/>
                    <a:pt x="424" y="248"/>
                  </a:cubicBezTo>
                  <a:cubicBezTo>
                    <a:pt x="423" y="248"/>
                    <a:pt x="424" y="249"/>
                    <a:pt x="423" y="249"/>
                  </a:cubicBezTo>
                  <a:cubicBezTo>
                    <a:pt x="422" y="250"/>
                    <a:pt x="421" y="250"/>
                    <a:pt x="420" y="251"/>
                  </a:cubicBezTo>
                  <a:cubicBezTo>
                    <a:pt x="416" y="253"/>
                    <a:pt x="412" y="256"/>
                    <a:pt x="408" y="258"/>
                  </a:cubicBezTo>
                  <a:cubicBezTo>
                    <a:pt x="403" y="260"/>
                    <a:pt x="399" y="263"/>
                    <a:pt x="395" y="265"/>
                  </a:cubicBezTo>
                  <a:cubicBezTo>
                    <a:pt x="394" y="265"/>
                    <a:pt x="394" y="265"/>
                    <a:pt x="394" y="266"/>
                  </a:cubicBezTo>
                  <a:cubicBezTo>
                    <a:pt x="392" y="269"/>
                    <a:pt x="391" y="268"/>
                    <a:pt x="390" y="270"/>
                  </a:cubicBezTo>
                  <a:cubicBezTo>
                    <a:pt x="387" y="273"/>
                    <a:pt x="383" y="275"/>
                    <a:pt x="379" y="278"/>
                  </a:cubicBezTo>
                  <a:cubicBezTo>
                    <a:pt x="378" y="279"/>
                    <a:pt x="377" y="280"/>
                    <a:pt x="377" y="281"/>
                  </a:cubicBezTo>
                  <a:cubicBezTo>
                    <a:pt x="376" y="283"/>
                    <a:pt x="373" y="288"/>
                    <a:pt x="372" y="291"/>
                  </a:cubicBezTo>
                  <a:cubicBezTo>
                    <a:pt x="372" y="293"/>
                    <a:pt x="371" y="296"/>
                    <a:pt x="369" y="298"/>
                  </a:cubicBezTo>
                  <a:cubicBezTo>
                    <a:pt x="365" y="301"/>
                    <a:pt x="362" y="303"/>
                    <a:pt x="358" y="303"/>
                  </a:cubicBezTo>
                  <a:cubicBezTo>
                    <a:pt x="357" y="303"/>
                    <a:pt x="357" y="302"/>
                    <a:pt x="357" y="302"/>
                  </a:cubicBezTo>
                  <a:cubicBezTo>
                    <a:pt x="356" y="301"/>
                    <a:pt x="356" y="300"/>
                    <a:pt x="356" y="298"/>
                  </a:cubicBezTo>
                  <a:cubicBezTo>
                    <a:pt x="354" y="294"/>
                    <a:pt x="352" y="293"/>
                    <a:pt x="351" y="290"/>
                  </a:cubicBezTo>
                  <a:cubicBezTo>
                    <a:pt x="350" y="288"/>
                    <a:pt x="350" y="285"/>
                    <a:pt x="349" y="282"/>
                  </a:cubicBezTo>
                  <a:lnTo>
                    <a:pt x="349" y="272"/>
                  </a:lnTo>
                  <a:cubicBezTo>
                    <a:pt x="349" y="270"/>
                    <a:pt x="348" y="270"/>
                    <a:pt x="348" y="269"/>
                  </a:cubicBezTo>
                  <a:lnTo>
                    <a:pt x="348" y="266"/>
                  </a:lnTo>
                  <a:lnTo>
                    <a:pt x="349" y="263"/>
                  </a:lnTo>
                  <a:cubicBezTo>
                    <a:pt x="349" y="261"/>
                    <a:pt x="350" y="257"/>
                    <a:pt x="350" y="253"/>
                  </a:cubicBezTo>
                  <a:cubicBezTo>
                    <a:pt x="350" y="253"/>
                    <a:pt x="351" y="253"/>
                    <a:pt x="351" y="253"/>
                  </a:cubicBezTo>
                  <a:cubicBezTo>
                    <a:pt x="351" y="252"/>
                    <a:pt x="351" y="251"/>
                    <a:pt x="351" y="250"/>
                  </a:cubicBezTo>
                  <a:cubicBezTo>
                    <a:pt x="351" y="249"/>
                    <a:pt x="352" y="248"/>
                    <a:pt x="352" y="246"/>
                  </a:cubicBezTo>
                  <a:cubicBezTo>
                    <a:pt x="352" y="246"/>
                    <a:pt x="352" y="245"/>
                    <a:pt x="352" y="245"/>
                  </a:cubicBezTo>
                  <a:cubicBezTo>
                    <a:pt x="352" y="244"/>
                    <a:pt x="353" y="243"/>
                    <a:pt x="352" y="243"/>
                  </a:cubicBezTo>
                  <a:cubicBezTo>
                    <a:pt x="352" y="242"/>
                    <a:pt x="353" y="242"/>
                    <a:pt x="353" y="239"/>
                  </a:cubicBezTo>
                  <a:cubicBezTo>
                    <a:pt x="353" y="239"/>
                    <a:pt x="353" y="239"/>
                    <a:pt x="353" y="239"/>
                  </a:cubicBezTo>
                  <a:lnTo>
                    <a:pt x="353" y="232"/>
                  </a:lnTo>
                  <a:cubicBezTo>
                    <a:pt x="353" y="231"/>
                    <a:pt x="354" y="231"/>
                    <a:pt x="354" y="231"/>
                  </a:cubicBezTo>
                  <a:cubicBezTo>
                    <a:pt x="354" y="231"/>
                    <a:pt x="354" y="231"/>
                    <a:pt x="354" y="230"/>
                  </a:cubicBezTo>
                  <a:cubicBezTo>
                    <a:pt x="354" y="230"/>
                    <a:pt x="354" y="230"/>
                    <a:pt x="354" y="230"/>
                  </a:cubicBezTo>
                  <a:cubicBezTo>
                    <a:pt x="354" y="229"/>
                    <a:pt x="355" y="228"/>
                    <a:pt x="355" y="227"/>
                  </a:cubicBezTo>
                  <a:lnTo>
                    <a:pt x="355" y="225"/>
                  </a:lnTo>
                  <a:cubicBezTo>
                    <a:pt x="355" y="225"/>
                    <a:pt x="355" y="225"/>
                    <a:pt x="355" y="224"/>
                  </a:cubicBezTo>
                  <a:cubicBezTo>
                    <a:pt x="356" y="223"/>
                    <a:pt x="356" y="221"/>
                    <a:pt x="355" y="220"/>
                  </a:cubicBezTo>
                  <a:lnTo>
                    <a:pt x="355" y="220"/>
                  </a:lnTo>
                  <a:cubicBezTo>
                    <a:pt x="356" y="219"/>
                    <a:pt x="356" y="219"/>
                    <a:pt x="357" y="218"/>
                  </a:cubicBezTo>
                  <a:cubicBezTo>
                    <a:pt x="357" y="216"/>
                    <a:pt x="357" y="215"/>
                    <a:pt x="358" y="213"/>
                  </a:cubicBezTo>
                  <a:cubicBezTo>
                    <a:pt x="358" y="212"/>
                    <a:pt x="359" y="213"/>
                    <a:pt x="358" y="211"/>
                  </a:cubicBezTo>
                  <a:cubicBezTo>
                    <a:pt x="358" y="211"/>
                    <a:pt x="359" y="211"/>
                    <a:pt x="359" y="210"/>
                  </a:cubicBezTo>
                  <a:cubicBezTo>
                    <a:pt x="359" y="209"/>
                    <a:pt x="359" y="209"/>
                    <a:pt x="359" y="208"/>
                  </a:cubicBezTo>
                  <a:cubicBezTo>
                    <a:pt x="359" y="207"/>
                    <a:pt x="360" y="206"/>
                    <a:pt x="360" y="205"/>
                  </a:cubicBezTo>
                  <a:cubicBezTo>
                    <a:pt x="360" y="205"/>
                    <a:pt x="360" y="205"/>
                    <a:pt x="360" y="204"/>
                  </a:cubicBezTo>
                  <a:cubicBezTo>
                    <a:pt x="360" y="204"/>
                    <a:pt x="361" y="204"/>
                    <a:pt x="361" y="202"/>
                  </a:cubicBezTo>
                  <a:cubicBezTo>
                    <a:pt x="361" y="202"/>
                    <a:pt x="361" y="202"/>
                    <a:pt x="361" y="201"/>
                  </a:cubicBezTo>
                  <a:cubicBezTo>
                    <a:pt x="361" y="200"/>
                    <a:pt x="362" y="198"/>
                    <a:pt x="362" y="197"/>
                  </a:cubicBezTo>
                  <a:cubicBezTo>
                    <a:pt x="362" y="196"/>
                    <a:pt x="362" y="196"/>
                    <a:pt x="363" y="196"/>
                  </a:cubicBezTo>
                  <a:cubicBezTo>
                    <a:pt x="363" y="195"/>
                    <a:pt x="363" y="194"/>
                    <a:pt x="363" y="194"/>
                  </a:cubicBezTo>
                  <a:cubicBezTo>
                    <a:pt x="364" y="193"/>
                    <a:pt x="364" y="192"/>
                    <a:pt x="364" y="191"/>
                  </a:cubicBezTo>
                  <a:cubicBezTo>
                    <a:pt x="364" y="191"/>
                    <a:pt x="364" y="191"/>
                    <a:pt x="364" y="191"/>
                  </a:cubicBezTo>
                  <a:cubicBezTo>
                    <a:pt x="364" y="190"/>
                    <a:pt x="364" y="189"/>
                    <a:pt x="364" y="188"/>
                  </a:cubicBezTo>
                  <a:cubicBezTo>
                    <a:pt x="364" y="188"/>
                    <a:pt x="365" y="187"/>
                    <a:pt x="365" y="187"/>
                  </a:cubicBezTo>
                  <a:cubicBezTo>
                    <a:pt x="365" y="186"/>
                    <a:pt x="366" y="185"/>
                    <a:pt x="366" y="185"/>
                  </a:cubicBezTo>
                  <a:cubicBezTo>
                    <a:pt x="367" y="181"/>
                    <a:pt x="368" y="178"/>
                    <a:pt x="369" y="174"/>
                  </a:cubicBezTo>
                  <a:lnTo>
                    <a:pt x="369" y="173"/>
                  </a:lnTo>
                  <a:lnTo>
                    <a:pt x="369" y="173"/>
                  </a:lnTo>
                  <a:cubicBezTo>
                    <a:pt x="369" y="173"/>
                    <a:pt x="369" y="172"/>
                    <a:pt x="369" y="172"/>
                  </a:cubicBezTo>
                  <a:cubicBezTo>
                    <a:pt x="369" y="172"/>
                    <a:pt x="369" y="171"/>
                    <a:pt x="369" y="171"/>
                  </a:cubicBezTo>
                  <a:cubicBezTo>
                    <a:pt x="370" y="168"/>
                    <a:pt x="370" y="166"/>
                    <a:pt x="371" y="164"/>
                  </a:cubicBezTo>
                  <a:lnTo>
                    <a:pt x="371" y="164"/>
                  </a:lnTo>
                  <a:cubicBezTo>
                    <a:pt x="371" y="162"/>
                    <a:pt x="372" y="161"/>
                    <a:pt x="372" y="160"/>
                  </a:cubicBezTo>
                  <a:cubicBezTo>
                    <a:pt x="372" y="159"/>
                    <a:pt x="372" y="158"/>
                    <a:pt x="373" y="157"/>
                  </a:cubicBezTo>
                  <a:cubicBezTo>
                    <a:pt x="373" y="156"/>
                    <a:pt x="373" y="155"/>
                    <a:pt x="373" y="154"/>
                  </a:cubicBezTo>
                  <a:cubicBezTo>
                    <a:pt x="374" y="153"/>
                    <a:pt x="373" y="152"/>
                    <a:pt x="373" y="152"/>
                  </a:cubicBezTo>
                  <a:cubicBezTo>
                    <a:pt x="374" y="150"/>
                    <a:pt x="374" y="149"/>
                    <a:pt x="374" y="148"/>
                  </a:cubicBezTo>
                  <a:cubicBezTo>
                    <a:pt x="374" y="145"/>
                    <a:pt x="375" y="142"/>
                    <a:pt x="375" y="139"/>
                  </a:cubicBezTo>
                  <a:cubicBezTo>
                    <a:pt x="376" y="136"/>
                    <a:pt x="378" y="138"/>
                    <a:pt x="379" y="140"/>
                  </a:cubicBezTo>
                  <a:cubicBezTo>
                    <a:pt x="380" y="141"/>
                    <a:pt x="380" y="143"/>
                    <a:pt x="381" y="145"/>
                  </a:cubicBezTo>
                  <a:cubicBezTo>
                    <a:pt x="381" y="149"/>
                    <a:pt x="382" y="154"/>
                    <a:pt x="384" y="158"/>
                  </a:cubicBezTo>
                  <a:cubicBezTo>
                    <a:pt x="385" y="160"/>
                    <a:pt x="387" y="160"/>
                    <a:pt x="391" y="156"/>
                  </a:cubicBezTo>
                  <a:cubicBezTo>
                    <a:pt x="394" y="152"/>
                    <a:pt x="404" y="151"/>
                    <a:pt x="413" y="142"/>
                  </a:cubicBezTo>
                  <a:cubicBezTo>
                    <a:pt x="425" y="138"/>
                    <a:pt x="425" y="133"/>
                    <a:pt x="421" y="128"/>
                  </a:cubicBezTo>
                  <a:cubicBezTo>
                    <a:pt x="417" y="124"/>
                    <a:pt x="414" y="120"/>
                    <a:pt x="410" y="116"/>
                  </a:cubicBezTo>
                  <a:cubicBezTo>
                    <a:pt x="405" y="106"/>
                    <a:pt x="402" y="105"/>
                    <a:pt x="391" y="114"/>
                  </a:cubicBezTo>
                  <a:cubicBezTo>
                    <a:pt x="389" y="115"/>
                    <a:pt x="385" y="117"/>
                    <a:pt x="385" y="113"/>
                  </a:cubicBezTo>
                </a:path>
                <a:path w="3273" h="355">
                  <a:moveTo>
                    <a:pt x="801" y="208"/>
                  </a:moveTo>
                  <a:cubicBezTo>
                    <a:pt x="807" y="201"/>
                    <a:pt x="811" y="202"/>
                    <a:pt x="811" y="210"/>
                  </a:cubicBezTo>
                  <a:lnTo>
                    <a:pt x="807" y="216"/>
                  </a:lnTo>
                  <a:lnTo>
                    <a:pt x="798" y="224"/>
                  </a:lnTo>
                  <a:lnTo>
                    <a:pt x="795" y="225"/>
                  </a:lnTo>
                  <a:lnTo>
                    <a:pt x="792" y="227"/>
                  </a:lnTo>
                  <a:cubicBezTo>
                    <a:pt x="792" y="229"/>
                    <a:pt x="789" y="231"/>
                    <a:pt x="786" y="233"/>
                  </a:cubicBezTo>
                  <a:cubicBezTo>
                    <a:pt x="784" y="234"/>
                    <a:pt x="783" y="236"/>
                    <a:pt x="781" y="238"/>
                  </a:cubicBezTo>
                  <a:cubicBezTo>
                    <a:pt x="778" y="241"/>
                    <a:pt x="774" y="244"/>
                    <a:pt x="771" y="247"/>
                  </a:cubicBezTo>
                  <a:cubicBezTo>
                    <a:pt x="765" y="252"/>
                    <a:pt x="762" y="249"/>
                    <a:pt x="766" y="244"/>
                  </a:cubicBezTo>
                  <a:lnTo>
                    <a:pt x="772" y="223"/>
                  </a:lnTo>
                  <a:cubicBezTo>
                    <a:pt x="775" y="218"/>
                    <a:pt x="778" y="215"/>
                    <a:pt x="783" y="217"/>
                  </a:cubicBezTo>
                  <a:cubicBezTo>
                    <a:pt x="786" y="217"/>
                    <a:pt x="789" y="217"/>
                    <a:pt x="792" y="216"/>
                  </a:cubicBezTo>
                  <a:cubicBezTo>
                    <a:pt x="797" y="213"/>
                    <a:pt x="799" y="209"/>
                    <a:pt x="801" y="208"/>
                  </a:cubicBezTo>
                  <a:moveTo>
                    <a:pt x="769" y="92"/>
                  </a:moveTo>
                  <a:cubicBezTo>
                    <a:pt x="768" y="94"/>
                    <a:pt x="768" y="97"/>
                    <a:pt x="768" y="99"/>
                  </a:cubicBezTo>
                  <a:cubicBezTo>
                    <a:pt x="768" y="101"/>
                    <a:pt x="768" y="103"/>
                    <a:pt x="769" y="104"/>
                  </a:cubicBezTo>
                  <a:cubicBezTo>
                    <a:pt x="769" y="106"/>
                    <a:pt x="770" y="108"/>
                    <a:pt x="770" y="111"/>
                  </a:cubicBezTo>
                  <a:cubicBezTo>
                    <a:pt x="770" y="111"/>
                    <a:pt x="771" y="111"/>
                    <a:pt x="771" y="112"/>
                  </a:cubicBezTo>
                  <a:cubicBezTo>
                    <a:pt x="772" y="118"/>
                    <a:pt x="771" y="124"/>
                    <a:pt x="773" y="127"/>
                  </a:cubicBezTo>
                  <a:cubicBezTo>
                    <a:pt x="774" y="135"/>
                    <a:pt x="778" y="136"/>
                    <a:pt x="781" y="128"/>
                  </a:cubicBezTo>
                  <a:lnTo>
                    <a:pt x="791" y="113"/>
                  </a:lnTo>
                  <a:cubicBezTo>
                    <a:pt x="796" y="109"/>
                    <a:pt x="795" y="104"/>
                    <a:pt x="790" y="101"/>
                  </a:cubicBezTo>
                  <a:lnTo>
                    <a:pt x="786" y="98"/>
                  </a:lnTo>
                  <a:lnTo>
                    <a:pt x="785" y="97"/>
                  </a:lnTo>
                  <a:cubicBezTo>
                    <a:pt x="784" y="97"/>
                    <a:pt x="784" y="94"/>
                    <a:pt x="786" y="94"/>
                  </a:cubicBezTo>
                  <a:cubicBezTo>
                    <a:pt x="788" y="94"/>
                    <a:pt x="796" y="92"/>
                    <a:pt x="788" y="89"/>
                  </a:cubicBezTo>
                  <a:lnTo>
                    <a:pt x="776" y="87"/>
                  </a:lnTo>
                  <a:cubicBezTo>
                    <a:pt x="773" y="87"/>
                    <a:pt x="770" y="88"/>
                    <a:pt x="770" y="92"/>
                  </a:cubicBezTo>
                  <a:lnTo>
                    <a:pt x="769" y="92"/>
                  </a:lnTo>
                  <a:close/>
                  <a:moveTo>
                    <a:pt x="838" y="135"/>
                  </a:moveTo>
                  <a:cubicBezTo>
                    <a:pt x="838" y="133"/>
                    <a:pt x="832" y="137"/>
                    <a:pt x="826" y="142"/>
                  </a:cubicBezTo>
                  <a:cubicBezTo>
                    <a:pt x="825" y="143"/>
                    <a:pt x="824" y="145"/>
                    <a:pt x="824" y="145"/>
                  </a:cubicBezTo>
                  <a:cubicBezTo>
                    <a:pt x="816" y="151"/>
                    <a:pt x="809" y="157"/>
                    <a:pt x="804" y="164"/>
                  </a:cubicBezTo>
                  <a:cubicBezTo>
                    <a:pt x="800" y="168"/>
                    <a:pt x="799" y="172"/>
                    <a:pt x="796" y="173"/>
                  </a:cubicBezTo>
                  <a:lnTo>
                    <a:pt x="787" y="183"/>
                  </a:lnTo>
                  <a:cubicBezTo>
                    <a:pt x="787" y="188"/>
                    <a:pt x="792" y="186"/>
                    <a:pt x="797" y="184"/>
                  </a:cubicBezTo>
                  <a:cubicBezTo>
                    <a:pt x="810" y="176"/>
                    <a:pt x="823" y="166"/>
                    <a:pt x="833" y="157"/>
                  </a:cubicBezTo>
                  <a:cubicBezTo>
                    <a:pt x="838" y="153"/>
                    <a:pt x="843" y="148"/>
                    <a:pt x="846" y="145"/>
                  </a:cubicBezTo>
                  <a:cubicBezTo>
                    <a:pt x="847" y="139"/>
                    <a:pt x="844" y="136"/>
                    <a:pt x="838" y="135"/>
                  </a:cubicBezTo>
                  <a:moveTo>
                    <a:pt x="764" y="77"/>
                  </a:moveTo>
                  <a:cubicBezTo>
                    <a:pt x="767" y="78"/>
                    <a:pt x="768" y="79"/>
                    <a:pt x="770" y="80"/>
                  </a:cubicBezTo>
                  <a:cubicBezTo>
                    <a:pt x="771" y="80"/>
                    <a:pt x="772" y="80"/>
                    <a:pt x="773" y="80"/>
                  </a:cubicBezTo>
                  <a:cubicBezTo>
                    <a:pt x="775" y="79"/>
                    <a:pt x="776" y="76"/>
                    <a:pt x="780" y="73"/>
                  </a:cubicBezTo>
                  <a:cubicBezTo>
                    <a:pt x="784" y="70"/>
                    <a:pt x="790" y="65"/>
                    <a:pt x="794" y="62"/>
                  </a:cubicBezTo>
                  <a:cubicBezTo>
                    <a:pt x="799" y="59"/>
                    <a:pt x="804" y="55"/>
                    <a:pt x="807" y="53"/>
                  </a:cubicBezTo>
                  <a:cubicBezTo>
                    <a:pt x="808" y="53"/>
                    <a:pt x="809" y="52"/>
                    <a:pt x="809" y="52"/>
                  </a:cubicBezTo>
                  <a:cubicBezTo>
                    <a:pt x="809" y="51"/>
                    <a:pt x="810" y="51"/>
                    <a:pt x="810" y="50"/>
                  </a:cubicBezTo>
                  <a:cubicBezTo>
                    <a:pt x="816" y="48"/>
                    <a:pt x="821" y="43"/>
                    <a:pt x="827" y="40"/>
                  </a:cubicBezTo>
                  <a:cubicBezTo>
                    <a:pt x="827" y="40"/>
                    <a:pt x="827" y="39"/>
                    <a:pt x="828" y="39"/>
                  </a:cubicBezTo>
                  <a:cubicBezTo>
                    <a:pt x="831" y="37"/>
                    <a:pt x="833" y="37"/>
                    <a:pt x="836" y="35"/>
                  </a:cubicBezTo>
                  <a:cubicBezTo>
                    <a:pt x="838" y="35"/>
                    <a:pt x="838" y="35"/>
                    <a:pt x="841" y="34"/>
                  </a:cubicBezTo>
                  <a:lnTo>
                    <a:pt x="841" y="34"/>
                  </a:lnTo>
                  <a:cubicBezTo>
                    <a:pt x="852" y="34"/>
                    <a:pt x="857" y="35"/>
                    <a:pt x="860" y="43"/>
                  </a:cubicBezTo>
                  <a:cubicBezTo>
                    <a:pt x="861" y="45"/>
                    <a:pt x="861" y="48"/>
                    <a:pt x="861" y="51"/>
                  </a:cubicBezTo>
                  <a:cubicBezTo>
                    <a:pt x="861" y="51"/>
                    <a:pt x="861" y="52"/>
                    <a:pt x="861" y="52"/>
                  </a:cubicBezTo>
                  <a:lnTo>
                    <a:pt x="861" y="57"/>
                  </a:lnTo>
                  <a:lnTo>
                    <a:pt x="860" y="58"/>
                  </a:lnTo>
                  <a:lnTo>
                    <a:pt x="860" y="60"/>
                  </a:lnTo>
                  <a:lnTo>
                    <a:pt x="859" y="61"/>
                  </a:lnTo>
                  <a:lnTo>
                    <a:pt x="859" y="63"/>
                  </a:lnTo>
                  <a:lnTo>
                    <a:pt x="859" y="65"/>
                  </a:lnTo>
                  <a:lnTo>
                    <a:pt x="858" y="65"/>
                  </a:lnTo>
                  <a:lnTo>
                    <a:pt x="858" y="66"/>
                  </a:lnTo>
                  <a:lnTo>
                    <a:pt x="857" y="67"/>
                  </a:lnTo>
                  <a:lnTo>
                    <a:pt x="857" y="68"/>
                  </a:lnTo>
                  <a:lnTo>
                    <a:pt x="857" y="70"/>
                  </a:lnTo>
                  <a:lnTo>
                    <a:pt x="856" y="72"/>
                  </a:lnTo>
                  <a:lnTo>
                    <a:pt x="856" y="72"/>
                  </a:lnTo>
                  <a:lnTo>
                    <a:pt x="856" y="74"/>
                  </a:lnTo>
                  <a:lnTo>
                    <a:pt x="855" y="74"/>
                  </a:lnTo>
                  <a:lnTo>
                    <a:pt x="855" y="80"/>
                  </a:lnTo>
                  <a:cubicBezTo>
                    <a:pt x="855" y="80"/>
                    <a:pt x="855" y="81"/>
                    <a:pt x="854" y="82"/>
                  </a:cubicBezTo>
                  <a:cubicBezTo>
                    <a:pt x="854" y="82"/>
                    <a:pt x="854" y="82"/>
                    <a:pt x="854" y="83"/>
                  </a:cubicBezTo>
                  <a:cubicBezTo>
                    <a:pt x="852" y="90"/>
                    <a:pt x="856" y="91"/>
                    <a:pt x="861" y="95"/>
                  </a:cubicBezTo>
                  <a:cubicBezTo>
                    <a:pt x="862" y="96"/>
                    <a:pt x="863" y="98"/>
                    <a:pt x="864" y="100"/>
                  </a:cubicBezTo>
                  <a:cubicBezTo>
                    <a:pt x="866" y="102"/>
                    <a:pt x="867" y="104"/>
                    <a:pt x="868" y="107"/>
                  </a:cubicBezTo>
                  <a:cubicBezTo>
                    <a:pt x="869" y="109"/>
                    <a:pt x="870" y="112"/>
                    <a:pt x="872" y="114"/>
                  </a:cubicBezTo>
                  <a:cubicBezTo>
                    <a:pt x="872" y="114"/>
                    <a:pt x="872" y="114"/>
                    <a:pt x="872" y="114"/>
                  </a:cubicBezTo>
                  <a:cubicBezTo>
                    <a:pt x="874" y="116"/>
                    <a:pt x="876" y="118"/>
                    <a:pt x="878" y="119"/>
                  </a:cubicBezTo>
                  <a:cubicBezTo>
                    <a:pt x="879" y="120"/>
                    <a:pt x="882" y="119"/>
                    <a:pt x="883" y="120"/>
                  </a:cubicBezTo>
                  <a:cubicBezTo>
                    <a:pt x="883" y="121"/>
                    <a:pt x="884" y="121"/>
                    <a:pt x="885" y="120"/>
                  </a:cubicBezTo>
                  <a:cubicBezTo>
                    <a:pt x="885" y="120"/>
                    <a:pt x="885" y="120"/>
                    <a:pt x="885" y="120"/>
                  </a:cubicBezTo>
                  <a:cubicBezTo>
                    <a:pt x="886" y="120"/>
                    <a:pt x="888" y="120"/>
                    <a:pt x="889" y="120"/>
                  </a:cubicBezTo>
                  <a:lnTo>
                    <a:pt x="890" y="121"/>
                  </a:lnTo>
                  <a:cubicBezTo>
                    <a:pt x="892" y="123"/>
                    <a:pt x="893" y="126"/>
                    <a:pt x="892" y="129"/>
                  </a:cubicBezTo>
                  <a:cubicBezTo>
                    <a:pt x="891" y="131"/>
                    <a:pt x="889" y="133"/>
                    <a:pt x="889" y="136"/>
                  </a:cubicBezTo>
                  <a:lnTo>
                    <a:pt x="889" y="137"/>
                  </a:lnTo>
                  <a:cubicBezTo>
                    <a:pt x="888" y="139"/>
                    <a:pt x="888" y="141"/>
                    <a:pt x="887" y="143"/>
                  </a:cubicBezTo>
                  <a:cubicBezTo>
                    <a:pt x="887" y="143"/>
                    <a:pt x="887" y="144"/>
                    <a:pt x="887" y="144"/>
                  </a:cubicBezTo>
                  <a:cubicBezTo>
                    <a:pt x="887" y="144"/>
                    <a:pt x="886" y="145"/>
                    <a:pt x="886" y="146"/>
                  </a:cubicBezTo>
                  <a:cubicBezTo>
                    <a:pt x="886" y="150"/>
                    <a:pt x="886" y="155"/>
                    <a:pt x="889" y="160"/>
                  </a:cubicBezTo>
                  <a:cubicBezTo>
                    <a:pt x="889" y="161"/>
                    <a:pt x="890" y="163"/>
                    <a:pt x="891" y="165"/>
                  </a:cubicBezTo>
                  <a:cubicBezTo>
                    <a:pt x="892" y="166"/>
                    <a:pt x="893" y="168"/>
                    <a:pt x="893" y="169"/>
                  </a:cubicBezTo>
                  <a:cubicBezTo>
                    <a:pt x="893" y="169"/>
                    <a:pt x="894" y="169"/>
                    <a:pt x="894" y="170"/>
                  </a:cubicBezTo>
                  <a:cubicBezTo>
                    <a:pt x="895" y="173"/>
                    <a:pt x="897" y="176"/>
                    <a:pt x="899" y="179"/>
                  </a:cubicBezTo>
                  <a:lnTo>
                    <a:pt x="900" y="179"/>
                  </a:lnTo>
                  <a:lnTo>
                    <a:pt x="901" y="181"/>
                  </a:lnTo>
                  <a:lnTo>
                    <a:pt x="901" y="182"/>
                  </a:lnTo>
                  <a:cubicBezTo>
                    <a:pt x="902" y="185"/>
                    <a:pt x="904" y="188"/>
                    <a:pt x="905" y="190"/>
                  </a:cubicBezTo>
                  <a:lnTo>
                    <a:pt x="906" y="192"/>
                  </a:lnTo>
                  <a:lnTo>
                    <a:pt x="907" y="193"/>
                  </a:lnTo>
                  <a:lnTo>
                    <a:pt x="908" y="195"/>
                  </a:lnTo>
                  <a:lnTo>
                    <a:pt x="908" y="195"/>
                  </a:lnTo>
                  <a:lnTo>
                    <a:pt x="909" y="196"/>
                  </a:lnTo>
                  <a:lnTo>
                    <a:pt x="910" y="198"/>
                  </a:lnTo>
                  <a:lnTo>
                    <a:pt x="911" y="199"/>
                  </a:lnTo>
                  <a:lnTo>
                    <a:pt x="916" y="207"/>
                  </a:lnTo>
                  <a:cubicBezTo>
                    <a:pt x="918" y="210"/>
                    <a:pt x="918" y="213"/>
                    <a:pt x="920" y="217"/>
                  </a:cubicBezTo>
                  <a:cubicBezTo>
                    <a:pt x="920" y="217"/>
                    <a:pt x="920" y="217"/>
                    <a:pt x="921" y="218"/>
                  </a:cubicBezTo>
                  <a:cubicBezTo>
                    <a:pt x="922" y="220"/>
                    <a:pt x="922" y="223"/>
                    <a:pt x="923" y="227"/>
                  </a:cubicBezTo>
                  <a:lnTo>
                    <a:pt x="924" y="230"/>
                  </a:lnTo>
                  <a:lnTo>
                    <a:pt x="925" y="231"/>
                  </a:lnTo>
                  <a:cubicBezTo>
                    <a:pt x="925" y="233"/>
                    <a:pt x="926" y="234"/>
                    <a:pt x="926" y="238"/>
                  </a:cubicBezTo>
                  <a:cubicBezTo>
                    <a:pt x="927" y="239"/>
                    <a:pt x="928" y="240"/>
                    <a:pt x="922" y="242"/>
                  </a:cubicBezTo>
                  <a:lnTo>
                    <a:pt x="922" y="242"/>
                  </a:lnTo>
                  <a:lnTo>
                    <a:pt x="920" y="242"/>
                  </a:lnTo>
                  <a:cubicBezTo>
                    <a:pt x="919" y="242"/>
                    <a:pt x="918" y="242"/>
                    <a:pt x="917" y="242"/>
                  </a:cubicBezTo>
                  <a:lnTo>
                    <a:pt x="916" y="242"/>
                  </a:lnTo>
                  <a:lnTo>
                    <a:pt x="913" y="241"/>
                  </a:lnTo>
                  <a:cubicBezTo>
                    <a:pt x="912" y="241"/>
                    <a:pt x="911" y="240"/>
                    <a:pt x="909" y="240"/>
                  </a:cubicBezTo>
                  <a:cubicBezTo>
                    <a:pt x="909" y="239"/>
                    <a:pt x="909" y="239"/>
                    <a:pt x="908" y="239"/>
                  </a:cubicBezTo>
                  <a:cubicBezTo>
                    <a:pt x="907" y="238"/>
                    <a:pt x="906" y="236"/>
                    <a:pt x="905" y="234"/>
                  </a:cubicBezTo>
                  <a:lnTo>
                    <a:pt x="904" y="234"/>
                  </a:lnTo>
                  <a:cubicBezTo>
                    <a:pt x="904" y="233"/>
                    <a:pt x="903" y="231"/>
                    <a:pt x="902" y="229"/>
                  </a:cubicBezTo>
                  <a:cubicBezTo>
                    <a:pt x="902" y="229"/>
                    <a:pt x="901" y="229"/>
                    <a:pt x="901" y="228"/>
                  </a:cubicBezTo>
                  <a:cubicBezTo>
                    <a:pt x="899" y="226"/>
                    <a:pt x="898" y="223"/>
                    <a:pt x="896" y="221"/>
                  </a:cubicBezTo>
                  <a:cubicBezTo>
                    <a:pt x="896" y="220"/>
                    <a:pt x="896" y="220"/>
                    <a:pt x="895" y="220"/>
                  </a:cubicBezTo>
                  <a:cubicBezTo>
                    <a:pt x="895" y="219"/>
                    <a:pt x="894" y="219"/>
                    <a:pt x="894" y="219"/>
                  </a:cubicBezTo>
                  <a:cubicBezTo>
                    <a:pt x="894" y="218"/>
                    <a:pt x="893" y="218"/>
                    <a:pt x="893" y="218"/>
                  </a:cubicBezTo>
                  <a:cubicBezTo>
                    <a:pt x="893" y="217"/>
                    <a:pt x="893" y="216"/>
                    <a:pt x="893" y="216"/>
                  </a:cubicBezTo>
                  <a:cubicBezTo>
                    <a:pt x="892" y="215"/>
                    <a:pt x="892" y="214"/>
                    <a:pt x="892" y="214"/>
                  </a:cubicBezTo>
                  <a:cubicBezTo>
                    <a:pt x="892" y="213"/>
                    <a:pt x="891" y="213"/>
                    <a:pt x="891" y="212"/>
                  </a:cubicBezTo>
                  <a:cubicBezTo>
                    <a:pt x="885" y="204"/>
                    <a:pt x="880" y="195"/>
                    <a:pt x="875" y="189"/>
                  </a:cubicBezTo>
                  <a:cubicBezTo>
                    <a:pt x="872" y="185"/>
                    <a:pt x="869" y="181"/>
                    <a:pt x="867" y="179"/>
                  </a:cubicBezTo>
                  <a:cubicBezTo>
                    <a:pt x="866" y="178"/>
                    <a:pt x="864" y="176"/>
                    <a:pt x="864" y="175"/>
                  </a:cubicBezTo>
                  <a:cubicBezTo>
                    <a:pt x="863" y="173"/>
                    <a:pt x="861" y="172"/>
                    <a:pt x="860" y="170"/>
                  </a:cubicBezTo>
                  <a:cubicBezTo>
                    <a:pt x="859" y="170"/>
                    <a:pt x="859" y="169"/>
                    <a:pt x="857" y="169"/>
                  </a:cubicBezTo>
                  <a:cubicBezTo>
                    <a:pt x="857" y="169"/>
                    <a:pt x="856" y="170"/>
                    <a:pt x="856" y="170"/>
                  </a:cubicBezTo>
                  <a:cubicBezTo>
                    <a:pt x="854" y="171"/>
                    <a:pt x="852" y="172"/>
                    <a:pt x="850" y="174"/>
                  </a:cubicBezTo>
                  <a:cubicBezTo>
                    <a:pt x="849" y="175"/>
                    <a:pt x="848" y="176"/>
                    <a:pt x="847" y="176"/>
                  </a:cubicBezTo>
                  <a:lnTo>
                    <a:pt x="830" y="187"/>
                  </a:lnTo>
                  <a:cubicBezTo>
                    <a:pt x="824" y="190"/>
                    <a:pt x="825" y="193"/>
                    <a:pt x="830" y="195"/>
                  </a:cubicBezTo>
                  <a:cubicBezTo>
                    <a:pt x="831" y="195"/>
                    <a:pt x="832" y="196"/>
                    <a:pt x="834" y="198"/>
                  </a:cubicBezTo>
                  <a:cubicBezTo>
                    <a:pt x="837" y="199"/>
                    <a:pt x="840" y="200"/>
                    <a:pt x="841" y="205"/>
                  </a:cubicBezTo>
                  <a:cubicBezTo>
                    <a:pt x="842" y="207"/>
                    <a:pt x="841" y="214"/>
                    <a:pt x="841" y="218"/>
                  </a:cubicBezTo>
                  <a:cubicBezTo>
                    <a:pt x="839" y="222"/>
                    <a:pt x="836" y="226"/>
                    <a:pt x="834" y="228"/>
                  </a:cubicBezTo>
                  <a:cubicBezTo>
                    <a:pt x="832" y="231"/>
                    <a:pt x="830" y="233"/>
                    <a:pt x="828" y="235"/>
                  </a:cubicBezTo>
                  <a:cubicBezTo>
                    <a:pt x="826" y="237"/>
                    <a:pt x="824" y="239"/>
                    <a:pt x="821" y="242"/>
                  </a:cubicBezTo>
                  <a:cubicBezTo>
                    <a:pt x="811" y="250"/>
                    <a:pt x="795" y="265"/>
                    <a:pt x="785" y="271"/>
                  </a:cubicBezTo>
                  <a:cubicBezTo>
                    <a:pt x="780" y="275"/>
                    <a:pt x="776" y="279"/>
                    <a:pt x="774" y="281"/>
                  </a:cubicBezTo>
                  <a:cubicBezTo>
                    <a:pt x="771" y="283"/>
                    <a:pt x="769" y="285"/>
                    <a:pt x="768" y="287"/>
                  </a:cubicBezTo>
                  <a:cubicBezTo>
                    <a:pt x="766" y="290"/>
                    <a:pt x="763" y="293"/>
                    <a:pt x="762" y="295"/>
                  </a:cubicBezTo>
                  <a:cubicBezTo>
                    <a:pt x="760" y="296"/>
                    <a:pt x="758" y="298"/>
                    <a:pt x="755" y="299"/>
                  </a:cubicBezTo>
                  <a:cubicBezTo>
                    <a:pt x="752" y="299"/>
                    <a:pt x="748" y="299"/>
                    <a:pt x="745" y="299"/>
                  </a:cubicBezTo>
                  <a:cubicBezTo>
                    <a:pt x="744" y="299"/>
                    <a:pt x="743" y="298"/>
                    <a:pt x="742" y="297"/>
                  </a:cubicBezTo>
                  <a:cubicBezTo>
                    <a:pt x="739" y="296"/>
                    <a:pt x="737" y="295"/>
                    <a:pt x="735" y="293"/>
                  </a:cubicBezTo>
                  <a:cubicBezTo>
                    <a:pt x="734" y="292"/>
                    <a:pt x="732" y="292"/>
                    <a:pt x="731" y="291"/>
                  </a:cubicBezTo>
                  <a:cubicBezTo>
                    <a:pt x="724" y="288"/>
                    <a:pt x="722" y="283"/>
                    <a:pt x="719" y="276"/>
                  </a:cubicBezTo>
                  <a:cubicBezTo>
                    <a:pt x="718" y="274"/>
                    <a:pt x="718" y="272"/>
                    <a:pt x="719" y="271"/>
                  </a:cubicBezTo>
                  <a:lnTo>
                    <a:pt x="720" y="266"/>
                  </a:lnTo>
                  <a:cubicBezTo>
                    <a:pt x="721" y="264"/>
                    <a:pt x="721" y="262"/>
                    <a:pt x="720" y="260"/>
                  </a:cubicBezTo>
                  <a:lnTo>
                    <a:pt x="720" y="258"/>
                  </a:lnTo>
                  <a:cubicBezTo>
                    <a:pt x="720" y="255"/>
                    <a:pt x="723" y="253"/>
                    <a:pt x="724" y="246"/>
                  </a:cubicBezTo>
                  <a:lnTo>
                    <a:pt x="724" y="233"/>
                  </a:lnTo>
                  <a:cubicBezTo>
                    <a:pt x="725" y="230"/>
                    <a:pt x="725" y="230"/>
                    <a:pt x="725" y="228"/>
                  </a:cubicBezTo>
                  <a:cubicBezTo>
                    <a:pt x="725" y="227"/>
                    <a:pt x="726" y="227"/>
                    <a:pt x="726" y="227"/>
                  </a:cubicBezTo>
                  <a:cubicBezTo>
                    <a:pt x="728" y="222"/>
                    <a:pt x="729" y="217"/>
                    <a:pt x="730" y="211"/>
                  </a:cubicBezTo>
                  <a:cubicBezTo>
                    <a:pt x="732" y="208"/>
                    <a:pt x="733" y="204"/>
                    <a:pt x="733" y="201"/>
                  </a:cubicBezTo>
                  <a:cubicBezTo>
                    <a:pt x="733" y="200"/>
                    <a:pt x="734" y="199"/>
                    <a:pt x="734" y="199"/>
                  </a:cubicBezTo>
                  <a:cubicBezTo>
                    <a:pt x="735" y="196"/>
                    <a:pt x="735" y="193"/>
                    <a:pt x="735" y="188"/>
                  </a:cubicBezTo>
                  <a:cubicBezTo>
                    <a:pt x="735" y="188"/>
                    <a:pt x="735" y="186"/>
                    <a:pt x="735" y="185"/>
                  </a:cubicBezTo>
                  <a:cubicBezTo>
                    <a:pt x="735" y="184"/>
                    <a:pt x="736" y="182"/>
                    <a:pt x="736" y="181"/>
                  </a:cubicBezTo>
                  <a:cubicBezTo>
                    <a:pt x="735" y="181"/>
                    <a:pt x="736" y="181"/>
                    <a:pt x="735" y="180"/>
                  </a:cubicBezTo>
                  <a:lnTo>
                    <a:pt x="735" y="180"/>
                  </a:lnTo>
                  <a:lnTo>
                    <a:pt x="735" y="173"/>
                  </a:lnTo>
                  <a:cubicBezTo>
                    <a:pt x="736" y="173"/>
                    <a:pt x="736" y="173"/>
                    <a:pt x="736" y="173"/>
                  </a:cubicBezTo>
                  <a:lnTo>
                    <a:pt x="736" y="170"/>
                  </a:lnTo>
                  <a:cubicBezTo>
                    <a:pt x="736" y="170"/>
                    <a:pt x="735" y="169"/>
                    <a:pt x="735" y="168"/>
                  </a:cubicBezTo>
                  <a:lnTo>
                    <a:pt x="735" y="167"/>
                  </a:lnTo>
                  <a:lnTo>
                    <a:pt x="735" y="165"/>
                  </a:lnTo>
                  <a:cubicBezTo>
                    <a:pt x="735" y="163"/>
                    <a:pt x="735" y="160"/>
                    <a:pt x="735" y="158"/>
                  </a:cubicBezTo>
                  <a:lnTo>
                    <a:pt x="735" y="156"/>
                  </a:lnTo>
                  <a:cubicBezTo>
                    <a:pt x="736" y="153"/>
                    <a:pt x="736" y="151"/>
                    <a:pt x="736" y="149"/>
                  </a:cubicBezTo>
                  <a:lnTo>
                    <a:pt x="737" y="142"/>
                  </a:lnTo>
                  <a:lnTo>
                    <a:pt x="738" y="139"/>
                  </a:lnTo>
                  <a:lnTo>
                    <a:pt x="739" y="135"/>
                  </a:lnTo>
                  <a:lnTo>
                    <a:pt x="740" y="125"/>
                  </a:lnTo>
                  <a:lnTo>
                    <a:pt x="740" y="123"/>
                  </a:lnTo>
                  <a:lnTo>
                    <a:pt x="741" y="114"/>
                  </a:lnTo>
                  <a:lnTo>
                    <a:pt x="742" y="101"/>
                  </a:lnTo>
                  <a:cubicBezTo>
                    <a:pt x="742" y="100"/>
                    <a:pt x="743" y="99"/>
                    <a:pt x="743" y="97"/>
                  </a:cubicBezTo>
                  <a:lnTo>
                    <a:pt x="743" y="93"/>
                  </a:lnTo>
                  <a:cubicBezTo>
                    <a:pt x="744" y="92"/>
                    <a:pt x="744" y="91"/>
                    <a:pt x="744" y="90"/>
                  </a:cubicBezTo>
                  <a:lnTo>
                    <a:pt x="745" y="89"/>
                  </a:lnTo>
                  <a:lnTo>
                    <a:pt x="746" y="86"/>
                  </a:lnTo>
                  <a:lnTo>
                    <a:pt x="748" y="81"/>
                  </a:lnTo>
                  <a:cubicBezTo>
                    <a:pt x="749" y="80"/>
                    <a:pt x="750" y="79"/>
                    <a:pt x="751" y="78"/>
                  </a:cubicBezTo>
                  <a:cubicBezTo>
                    <a:pt x="752" y="78"/>
                    <a:pt x="753" y="78"/>
                    <a:pt x="754" y="77"/>
                  </a:cubicBezTo>
                  <a:cubicBezTo>
                    <a:pt x="755" y="77"/>
                    <a:pt x="756" y="76"/>
                    <a:pt x="756" y="76"/>
                  </a:cubicBezTo>
                  <a:cubicBezTo>
                    <a:pt x="759" y="76"/>
                    <a:pt x="761" y="76"/>
                    <a:pt x="764" y="77"/>
                  </a:cubicBezTo>
                </a:path>
                <a:path w="3273" h="355">
                  <a:moveTo>
                    <a:pt x="1368" y="32"/>
                  </a:moveTo>
                  <a:cubicBezTo>
                    <a:pt x="1365" y="34"/>
                    <a:pt x="1364" y="41"/>
                    <a:pt x="1362" y="47"/>
                  </a:cubicBezTo>
                  <a:lnTo>
                    <a:pt x="1362" y="47"/>
                  </a:lnTo>
                  <a:cubicBezTo>
                    <a:pt x="1360" y="50"/>
                    <a:pt x="1359" y="53"/>
                    <a:pt x="1358" y="56"/>
                  </a:cubicBezTo>
                  <a:cubicBezTo>
                    <a:pt x="1358" y="57"/>
                    <a:pt x="1357" y="58"/>
                    <a:pt x="1357" y="59"/>
                  </a:cubicBezTo>
                  <a:cubicBezTo>
                    <a:pt x="1356" y="61"/>
                    <a:pt x="1357" y="62"/>
                    <a:pt x="1356" y="63"/>
                  </a:cubicBezTo>
                  <a:cubicBezTo>
                    <a:pt x="1356" y="65"/>
                    <a:pt x="1356" y="66"/>
                    <a:pt x="1356" y="67"/>
                  </a:cubicBezTo>
                  <a:cubicBezTo>
                    <a:pt x="1356" y="67"/>
                    <a:pt x="1356" y="68"/>
                    <a:pt x="1356" y="69"/>
                  </a:cubicBezTo>
                  <a:lnTo>
                    <a:pt x="1355" y="69"/>
                  </a:lnTo>
                  <a:cubicBezTo>
                    <a:pt x="1354" y="71"/>
                    <a:pt x="1354" y="72"/>
                    <a:pt x="1354" y="74"/>
                  </a:cubicBezTo>
                  <a:cubicBezTo>
                    <a:pt x="1354" y="74"/>
                    <a:pt x="1353" y="75"/>
                    <a:pt x="1353" y="75"/>
                  </a:cubicBezTo>
                  <a:cubicBezTo>
                    <a:pt x="1353" y="76"/>
                    <a:pt x="1353" y="78"/>
                    <a:pt x="1352" y="80"/>
                  </a:cubicBezTo>
                  <a:cubicBezTo>
                    <a:pt x="1352" y="80"/>
                    <a:pt x="1351" y="80"/>
                    <a:pt x="1351" y="81"/>
                  </a:cubicBezTo>
                  <a:cubicBezTo>
                    <a:pt x="1351" y="83"/>
                    <a:pt x="1350" y="84"/>
                    <a:pt x="1350" y="86"/>
                  </a:cubicBezTo>
                  <a:cubicBezTo>
                    <a:pt x="1350" y="87"/>
                    <a:pt x="1349" y="88"/>
                    <a:pt x="1349" y="89"/>
                  </a:cubicBezTo>
                  <a:cubicBezTo>
                    <a:pt x="1349" y="89"/>
                    <a:pt x="1349" y="89"/>
                    <a:pt x="1349" y="90"/>
                  </a:cubicBezTo>
                  <a:cubicBezTo>
                    <a:pt x="1348" y="91"/>
                    <a:pt x="1349" y="92"/>
                    <a:pt x="1348" y="94"/>
                  </a:cubicBezTo>
                  <a:cubicBezTo>
                    <a:pt x="1348" y="94"/>
                    <a:pt x="1348" y="94"/>
                    <a:pt x="1348" y="95"/>
                  </a:cubicBezTo>
                  <a:cubicBezTo>
                    <a:pt x="1347" y="95"/>
                    <a:pt x="1347" y="95"/>
                    <a:pt x="1347" y="95"/>
                  </a:cubicBezTo>
                  <a:cubicBezTo>
                    <a:pt x="1347" y="98"/>
                    <a:pt x="1346" y="100"/>
                    <a:pt x="1346" y="103"/>
                  </a:cubicBezTo>
                  <a:cubicBezTo>
                    <a:pt x="1346" y="104"/>
                    <a:pt x="1347" y="105"/>
                    <a:pt x="1347" y="106"/>
                  </a:cubicBezTo>
                  <a:cubicBezTo>
                    <a:pt x="1347" y="107"/>
                    <a:pt x="1348" y="107"/>
                    <a:pt x="1349" y="107"/>
                  </a:cubicBezTo>
                  <a:cubicBezTo>
                    <a:pt x="1350" y="107"/>
                    <a:pt x="1351" y="107"/>
                    <a:pt x="1351" y="106"/>
                  </a:cubicBezTo>
                  <a:cubicBezTo>
                    <a:pt x="1353" y="103"/>
                    <a:pt x="1354" y="104"/>
                    <a:pt x="1356" y="102"/>
                  </a:cubicBezTo>
                  <a:cubicBezTo>
                    <a:pt x="1356" y="101"/>
                    <a:pt x="1356" y="100"/>
                    <a:pt x="1357" y="99"/>
                  </a:cubicBezTo>
                  <a:lnTo>
                    <a:pt x="1357" y="98"/>
                  </a:lnTo>
                  <a:cubicBezTo>
                    <a:pt x="1358" y="94"/>
                    <a:pt x="1359" y="91"/>
                    <a:pt x="1368" y="88"/>
                  </a:cubicBezTo>
                  <a:cubicBezTo>
                    <a:pt x="1368" y="88"/>
                    <a:pt x="1369" y="87"/>
                    <a:pt x="1370" y="87"/>
                  </a:cubicBezTo>
                  <a:cubicBezTo>
                    <a:pt x="1371" y="84"/>
                    <a:pt x="1372" y="84"/>
                    <a:pt x="1374" y="83"/>
                  </a:cubicBezTo>
                  <a:cubicBezTo>
                    <a:pt x="1376" y="82"/>
                    <a:pt x="1377" y="82"/>
                    <a:pt x="1377" y="80"/>
                  </a:cubicBezTo>
                  <a:cubicBezTo>
                    <a:pt x="1377" y="80"/>
                    <a:pt x="1378" y="80"/>
                    <a:pt x="1378" y="79"/>
                  </a:cubicBezTo>
                  <a:cubicBezTo>
                    <a:pt x="1380" y="76"/>
                    <a:pt x="1381" y="74"/>
                    <a:pt x="1385" y="72"/>
                  </a:cubicBezTo>
                  <a:cubicBezTo>
                    <a:pt x="1385" y="72"/>
                    <a:pt x="1385" y="71"/>
                    <a:pt x="1386" y="71"/>
                  </a:cubicBezTo>
                  <a:cubicBezTo>
                    <a:pt x="1386" y="70"/>
                    <a:pt x="1386" y="69"/>
                    <a:pt x="1386" y="69"/>
                  </a:cubicBezTo>
                  <a:lnTo>
                    <a:pt x="1387" y="68"/>
                  </a:lnTo>
                  <a:lnTo>
                    <a:pt x="1387" y="67"/>
                  </a:lnTo>
                  <a:cubicBezTo>
                    <a:pt x="1388" y="65"/>
                    <a:pt x="1389" y="64"/>
                    <a:pt x="1389" y="62"/>
                  </a:cubicBezTo>
                  <a:cubicBezTo>
                    <a:pt x="1391" y="58"/>
                    <a:pt x="1391" y="54"/>
                    <a:pt x="1389" y="50"/>
                  </a:cubicBezTo>
                  <a:cubicBezTo>
                    <a:pt x="1383" y="35"/>
                    <a:pt x="1376" y="28"/>
                    <a:pt x="1368" y="32"/>
                  </a:cubicBezTo>
                </a:path>
                <a:path w="3273" h="355">
                  <a:moveTo>
                    <a:pt x="1513" y="139"/>
                  </a:moveTo>
                  <a:cubicBezTo>
                    <a:pt x="1519" y="140"/>
                    <a:pt x="1522" y="151"/>
                    <a:pt x="1523" y="155"/>
                  </a:cubicBezTo>
                  <a:cubicBezTo>
                    <a:pt x="1524" y="158"/>
                    <a:pt x="1523" y="162"/>
                    <a:pt x="1522" y="165"/>
                  </a:cubicBezTo>
                  <a:cubicBezTo>
                    <a:pt x="1521" y="167"/>
                    <a:pt x="1521" y="171"/>
                    <a:pt x="1521" y="174"/>
                  </a:cubicBezTo>
                  <a:cubicBezTo>
                    <a:pt x="1521" y="175"/>
                    <a:pt x="1520" y="176"/>
                    <a:pt x="1520" y="178"/>
                  </a:cubicBezTo>
                  <a:cubicBezTo>
                    <a:pt x="1518" y="182"/>
                    <a:pt x="1518" y="185"/>
                    <a:pt x="1518" y="191"/>
                  </a:cubicBezTo>
                  <a:lnTo>
                    <a:pt x="1518" y="195"/>
                  </a:lnTo>
                  <a:lnTo>
                    <a:pt x="1517" y="196"/>
                  </a:lnTo>
                  <a:lnTo>
                    <a:pt x="1517" y="199"/>
                  </a:lnTo>
                  <a:cubicBezTo>
                    <a:pt x="1517" y="209"/>
                    <a:pt x="1518" y="215"/>
                    <a:pt x="1519" y="221"/>
                  </a:cubicBezTo>
                  <a:cubicBezTo>
                    <a:pt x="1519" y="224"/>
                    <a:pt x="1520" y="227"/>
                    <a:pt x="1522" y="230"/>
                  </a:cubicBezTo>
                  <a:cubicBezTo>
                    <a:pt x="1524" y="232"/>
                    <a:pt x="1525" y="234"/>
                    <a:pt x="1527" y="236"/>
                  </a:cubicBezTo>
                  <a:cubicBezTo>
                    <a:pt x="1548" y="237"/>
                    <a:pt x="1573" y="232"/>
                    <a:pt x="1584" y="227"/>
                  </a:cubicBezTo>
                  <a:cubicBezTo>
                    <a:pt x="1584" y="227"/>
                    <a:pt x="1585" y="227"/>
                    <a:pt x="1585" y="227"/>
                  </a:cubicBezTo>
                  <a:cubicBezTo>
                    <a:pt x="1586" y="226"/>
                    <a:pt x="1587" y="227"/>
                    <a:pt x="1587" y="227"/>
                  </a:cubicBezTo>
                  <a:cubicBezTo>
                    <a:pt x="1589" y="226"/>
                    <a:pt x="1591" y="225"/>
                    <a:pt x="1592" y="223"/>
                  </a:cubicBezTo>
                  <a:cubicBezTo>
                    <a:pt x="1599" y="223"/>
                    <a:pt x="1608" y="216"/>
                    <a:pt x="1612" y="209"/>
                  </a:cubicBezTo>
                  <a:cubicBezTo>
                    <a:pt x="1612" y="207"/>
                    <a:pt x="1614" y="206"/>
                    <a:pt x="1617" y="206"/>
                  </a:cubicBezTo>
                  <a:lnTo>
                    <a:pt x="1617" y="202"/>
                  </a:lnTo>
                  <a:cubicBezTo>
                    <a:pt x="1618" y="199"/>
                    <a:pt x="1620" y="198"/>
                    <a:pt x="1624" y="199"/>
                  </a:cubicBezTo>
                  <a:cubicBezTo>
                    <a:pt x="1631" y="199"/>
                    <a:pt x="1634" y="200"/>
                    <a:pt x="1636" y="206"/>
                  </a:cubicBezTo>
                  <a:cubicBezTo>
                    <a:pt x="1636" y="210"/>
                    <a:pt x="1631" y="217"/>
                    <a:pt x="1625" y="224"/>
                  </a:cubicBezTo>
                  <a:lnTo>
                    <a:pt x="1623" y="225"/>
                  </a:lnTo>
                  <a:lnTo>
                    <a:pt x="1621" y="228"/>
                  </a:lnTo>
                  <a:lnTo>
                    <a:pt x="1620" y="229"/>
                  </a:lnTo>
                  <a:lnTo>
                    <a:pt x="1619" y="231"/>
                  </a:lnTo>
                  <a:lnTo>
                    <a:pt x="1614" y="238"/>
                  </a:lnTo>
                  <a:lnTo>
                    <a:pt x="1613" y="240"/>
                  </a:lnTo>
                  <a:cubicBezTo>
                    <a:pt x="1612" y="240"/>
                    <a:pt x="1612" y="241"/>
                    <a:pt x="1612" y="241"/>
                  </a:cubicBezTo>
                  <a:cubicBezTo>
                    <a:pt x="1611" y="241"/>
                    <a:pt x="1611" y="242"/>
                    <a:pt x="1610" y="242"/>
                  </a:cubicBezTo>
                  <a:cubicBezTo>
                    <a:pt x="1604" y="245"/>
                    <a:pt x="1599" y="247"/>
                    <a:pt x="1593" y="250"/>
                  </a:cubicBezTo>
                  <a:cubicBezTo>
                    <a:pt x="1591" y="250"/>
                    <a:pt x="1589" y="251"/>
                    <a:pt x="1587" y="251"/>
                  </a:cubicBezTo>
                  <a:cubicBezTo>
                    <a:pt x="1586" y="252"/>
                    <a:pt x="1584" y="251"/>
                    <a:pt x="1583" y="252"/>
                  </a:cubicBezTo>
                  <a:cubicBezTo>
                    <a:pt x="1583" y="252"/>
                    <a:pt x="1583" y="252"/>
                    <a:pt x="1583" y="253"/>
                  </a:cubicBezTo>
                  <a:cubicBezTo>
                    <a:pt x="1572" y="256"/>
                    <a:pt x="1561" y="260"/>
                    <a:pt x="1550" y="262"/>
                  </a:cubicBezTo>
                  <a:cubicBezTo>
                    <a:pt x="1546" y="261"/>
                    <a:pt x="1544" y="263"/>
                    <a:pt x="1541" y="263"/>
                  </a:cubicBezTo>
                  <a:cubicBezTo>
                    <a:pt x="1526" y="263"/>
                    <a:pt x="1514" y="261"/>
                    <a:pt x="1511" y="256"/>
                  </a:cubicBezTo>
                  <a:lnTo>
                    <a:pt x="1508" y="255"/>
                  </a:lnTo>
                  <a:lnTo>
                    <a:pt x="1504" y="254"/>
                  </a:lnTo>
                  <a:cubicBezTo>
                    <a:pt x="1504" y="252"/>
                    <a:pt x="1503" y="251"/>
                    <a:pt x="1502" y="249"/>
                  </a:cubicBezTo>
                  <a:cubicBezTo>
                    <a:pt x="1502" y="249"/>
                    <a:pt x="1502" y="250"/>
                    <a:pt x="1502" y="249"/>
                  </a:cubicBezTo>
                  <a:cubicBezTo>
                    <a:pt x="1500" y="246"/>
                    <a:pt x="1498" y="243"/>
                    <a:pt x="1497" y="240"/>
                  </a:cubicBezTo>
                  <a:lnTo>
                    <a:pt x="1496" y="238"/>
                  </a:lnTo>
                  <a:lnTo>
                    <a:pt x="1496" y="236"/>
                  </a:lnTo>
                  <a:lnTo>
                    <a:pt x="1495" y="234"/>
                  </a:lnTo>
                  <a:lnTo>
                    <a:pt x="1495" y="214"/>
                  </a:lnTo>
                  <a:lnTo>
                    <a:pt x="1495" y="195"/>
                  </a:lnTo>
                  <a:lnTo>
                    <a:pt x="1495" y="194"/>
                  </a:lnTo>
                  <a:lnTo>
                    <a:pt x="1495" y="186"/>
                  </a:lnTo>
                  <a:lnTo>
                    <a:pt x="1495" y="183"/>
                  </a:lnTo>
                  <a:lnTo>
                    <a:pt x="1495" y="183"/>
                  </a:lnTo>
                  <a:lnTo>
                    <a:pt x="1495" y="180"/>
                  </a:lnTo>
                  <a:cubicBezTo>
                    <a:pt x="1496" y="177"/>
                    <a:pt x="1498" y="176"/>
                    <a:pt x="1496" y="171"/>
                  </a:cubicBezTo>
                  <a:lnTo>
                    <a:pt x="1496" y="162"/>
                  </a:lnTo>
                  <a:lnTo>
                    <a:pt x="1497" y="161"/>
                  </a:lnTo>
                  <a:lnTo>
                    <a:pt x="1497" y="157"/>
                  </a:lnTo>
                  <a:lnTo>
                    <a:pt x="1498" y="153"/>
                  </a:lnTo>
                  <a:lnTo>
                    <a:pt x="1499" y="152"/>
                  </a:lnTo>
                  <a:cubicBezTo>
                    <a:pt x="1500" y="150"/>
                    <a:pt x="1500" y="149"/>
                    <a:pt x="1501" y="148"/>
                  </a:cubicBezTo>
                  <a:lnTo>
                    <a:pt x="1501" y="147"/>
                  </a:lnTo>
                  <a:cubicBezTo>
                    <a:pt x="1502" y="144"/>
                    <a:pt x="1505" y="142"/>
                    <a:pt x="1508" y="139"/>
                  </a:cubicBezTo>
                  <a:cubicBezTo>
                    <a:pt x="1510" y="139"/>
                    <a:pt x="1512" y="139"/>
                    <a:pt x="1513" y="139"/>
                  </a:cubicBezTo>
                </a:path>
                <a:path w="3273" h="355">
                  <a:moveTo>
                    <a:pt x="1366" y="163"/>
                  </a:moveTo>
                  <a:lnTo>
                    <a:pt x="1365" y="160"/>
                  </a:lnTo>
                  <a:cubicBezTo>
                    <a:pt x="1361" y="151"/>
                    <a:pt x="1361" y="144"/>
                    <a:pt x="1364" y="137"/>
                  </a:cubicBezTo>
                  <a:lnTo>
                    <a:pt x="1365" y="133"/>
                  </a:lnTo>
                  <a:lnTo>
                    <a:pt x="1365" y="131"/>
                  </a:lnTo>
                  <a:lnTo>
                    <a:pt x="1364" y="131"/>
                  </a:lnTo>
                  <a:lnTo>
                    <a:pt x="1365" y="128"/>
                  </a:lnTo>
                  <a:lnTo>
                    <a:pt x="1365" y="126"/>
                  </a:lnTo>
                  <a:lnTo>
                    <a:pt x="1366" y="125"/>
                  </a:lnTo>
                  <a:lnTo>
                    <a:pt x="1367" y="125"/>
                  </a:lnTo>
                  <a:lnTo>
                    <a:pt x="1367" y="124"/>
                  </a:lnTo>
                  <a:lnTo>
                    <a:pt x="1367" y="123"/>
                  </a:lnTo>
                  <a:lnTo>
                    <a:pt x="1371" y="118"/>
                  </a:lnTo>
                  <a:lnTo>
                    <a:pt x="1372" y="117"/>
                  </a:lnTo>
                  <a:lnTo>
                    <a:pt x="1372" y="115"/>
                  </a:lnTo>
                  <a:lnTo>
                    <a:pt x="1374" y="113"/>
                  </a:lnTo>
                  <a:lnTo>
                    <a:pt x="1375" y="113"/>
                  </a:lnTo>
                  <a:lnTo>
                    <a:pt x="1376" y="111"/>
                  </a:lnTo>
                  <a:lnTo>
                    <a:pt x="1378" y="107"/>
                  </a:lnTo>
                  <a:lnTo>
                    <a:pt x="1381" y="103"/>
                  </a:lnTo>
                  <a:cubicBezTo>
                    <a:pt x="1382" y="102"/>
                    <a:pt x="1384" y="99"/>
                    <a:pt x="1387" y="97"/>
                  </a:cubicBezTo>
                  <a:lnTo>
                    <a:pt x="1388" y="95"/>
                  </a:lnTo>
                  <a:cubicBezTo>
                    <a:pt x="1391" y="94"/>
                    <a:pt x="1392" y="95"/>
                    <a:pt x="1392" y="98"/>
                  </a:cubicBezTo>
                  <a:lnTo>
                    <a:pt x="1392" y="103"/>
                  </a:lnTo>
                  <a:cubicBezTo>
                    <a:pt x="1393" y="105"/>
                    <a:pt x="1392" y="107"/>
                    <a:pt x="1393" y="109"/>
                  </a:cubicBezTo>
                  <a:lnTo>
                    <a:pt x="1394" y="110"/>
                  </a:lnTo>
                  <a:cubicBezTo>
                    <a:pt x="1395" y="111"/>
                    <a:pt x="1394" y="112"/>
                    <a:pt x="1395" y="113"/>
                  </a:cubicBezTo>
                  <a:cubicBezTo>
                    <a:pt x="1396" y="115"/>
                    <a:pt x="1397" y="118"/>
                    <a:pt x="1397" y="121"/>
                  </a:cubicBezTo>
                  <a:lnTo>
                    <a:pt x="1400" y="138"/>
                  </a:lnTo>
                  <a:cubicBezTo>
                    <a:pt x="1400" y="142"/>
                    <a:pt x="1400" y="151"/>
                    <a:pt x="1398" y="151"/>
                  </a:cubicBezTo>
                  <a:lnTo>
                    <a:pt x="1397" y="150"/>
                  </a:lnTo>
                  <a:cubicBezTo>
                    <a:pt x="1397" y="149"/>
                    <a:pt x="1398" y="148"/>
                    <a:pt x="1397" y="146"/>
                  </a:cubicBezTo>
                  <a:cubicBezTo>
                    <a:pt x="1396" y="145"/>
                    <a:pt x="1395" y="144"/>
                    <a:pt x="1395" y="143"/>
                  </a:cubicBezTo>
                  <a:lnTo>
                    <a:pt x="1394" y="143"/>
                  </a:lnTo>
                  <a:cubicBezTo>
                    <a:pt x="1393" y="142"/>
                    <a:pt x="1392" y="141"/>
                    <a:pt x="1391" y="140"/>
                  </a:cubicBezTo>
                  <a:cubicBezTo>
                    <a:pt x="1390" y="140"/>
                    <a:pt x="1389" y="139"/>
                    <a:pt x="1389" y="138"/>
                  </a:cubicBezTo>
                  <a:cubicBezTo>
                    <a:pt x="1388" y="138"/>
                    <a:pt x="1387" y="138"/>
                    <a:pt x="1387" y="138"/>
                  </a:cubicBezTo>
                  <a:cubicBezTo>
                    <a:pt x="1384" y="137"/>
                    <a:pt x="1383" y="135"/>
                    <a:pt x="1381" y="133"/>
                  </a:cubicBezTo>
                  <a:lnTo>
                    <a:pt x="1379" y="130"/>
                  </a:lnTo>
                  <a:lnTo>
                    <a:pt x="1378" y="130"/>
                  </a:lnTo>
                  <a:lnTo>
                    <a:pt x="1376" y="130"/>
                  </a:lnTo>
                  <a:lnTo>
                    <a:pt x="1375" y="130"/>
                  </a:lnTo>
                  <a:lnTo>
                    <a:pt x="1374" y="130"/>
                  </a:lnTo>
                  <a:lnTo>
                    <a:pt x="1372" y="130"/>
                  </a:lnTo>
                  <a:lnTo>
                    <a:pt x="1370" y="130"/>
                  </a:lnTo>
                  <a:lnTo>
                    <a:pt x="1368" y="130"/>
                  </a:lnTo>
                  <a:lnTo>
                    <a:pt x="1368" y="131"/>
                  </a:lnTo>
                  <a:lnTo>
                    <a:pt x="1368" y="131"/>
                  </a:lnTo>
                  <a:lnTo>
                    <a:pt x="1369" y="133"/>
                  </a:lnTo>
                  <a:cubicBezTo>
                    <a:pt x="1372" y="139"/>
                    <a:pt x="1375" y="145"/>
                    <a:pt x="1375" y="152"/>
                  </a:cubicBezTo>
                  <a:cubicBezTo>
                    <a:pt x="1375" y="152"/>
                    <a:pt x="1376" y="152"/>
                    <a:pt x="1376" y="152"/>
                  </a:cubicBezTo>
                  <a:cubicBezTo>
                    <a:pt x="1377" y="155"/>
                    <a:pt x="1376" y="157"/>
                    <a:pt x="1375" y="160"/>
                  </a:cubicBezTo>
                  <a:lnTo>
                    <a:pt x="1373" y="164"/>
                  </a:lnTo>
                  <a:lnTo>
                    <a:pt x="1373" y="166"/>
                  </a:lnTo>
                  <a:cubicBezTo>
                    <a:pt x="1371" y="170"/>
                    <a:pt x="1370" y="172"/>
                    <a:pt x="1368" y="174"/>
                  </a:cubicBezTo>
                  <a:cubicBezTo>
                    <a:pt x="1363" y="181"/>
                    <a:pt x="1361" y="182"/>
                    <a:pt x="1362" y="174"/>
                  </a:cubicBezTo>
                  <a:lnTo>
                    <a:pt x="1363" y="172"/>
                  </a:lnTo>
                  <a:lnTo>
                    <a:pt x="1365" y="171"/>
                  </a:lnTo>
                  <a:lnTo>
                    <a:pt x="1366" y="163"/>
                  </a:lnTo>
                  <a:close/>
                  <a:moveTo>
                    <a:pt x="1370" y="202"/>
                  </a:moveTo>
                  <a:cubicBezTo>
                    <a:pt x="1372" y="198"/>
                    <a:pt x="1378" y="196"/>
                    <a:pt x="1384" y="193"/>
                  </a:cubicBezTo>
                  <a:lnTo>
                    <a:pt x="1389" y="187"/>
                  </a:lnTo>
                  <a:cubicBezTo>
                    <a:pt x="1397" y="179"/>
                    <a:pt x="1401" y="179"/>
                    <a:pt x="1399" y="186"/>
                  </a:cubicBezTo>
                  <a:cubicBezTo>
                    <a:pt x="1400" y="193"/>
                    <a:pt x="1399" y="200"/>
                    <a:pt x="1400" y="206"/>
                  </a:cubicBezTo>
                  <a:cubicBezTo>
                    <a:pt x="1401" y="210"/>
                    <a:pt x="1401" y="214"/>
                    <a:pt x="1401" y="217"/>
                  </a:cubicBezTo>
                  <a:cubicBezTo>
                    <a:pt x="1400" y="221"/>
                    <a:pt x="1400" y="224"/>
                    <a:pt x="1400" y="228"/>
                  </a:cubicBezTo>
                  <a:cubicBezTo>
                    <a:pt x="1402" y="232"/>
                    <a:pt x="1402" y="237"/>
                    <a:pt x="1400" y="244"/>
                  </a:cubicBezTo>
                  <a:cubicBezTo>
                    <a:pt x="1401" y="249"/>
                    <a:pt x="1399" y="251"/>
                    <a:pt x="1392" y="251"/>
                  </a:cubicBezTo>
                  <a:cubicBezTo>
                    <a:pt x="1378" y="250"/>
                    <a:pt x="1369" y="249"/>
                    <a:pt x="1361" y="246"/>
                  </a:cubicBezTo>
                  <a:cubicBezTo>
                    <a:pt x="1358" y="245"/>
                    <a:pt x="1354" y="244"/>
                    <a:pt x="1351" y="243"/>
                  </a:cubicBezTo>
                  <a:cubicBezTo>
                    <a:pt x="1348" y="244"/>
                    <a:pt x="1348" y="235"/>
                    <a:pt x="1351" y="233"/>
                  </a:cubicBezTo>
                  <a:cubicBezTo>
                    <a:pt x="1351" y="224"/>
                    <a:pt x="1354" y="222"/>
                    <a:pt x="1355" y="228"/>
                  </a:cubicBezTo>
                  <a:cubicBezTo>
                    <a:pt x="1354" y="231"/>
                    <a:pt x="1357" y="233"/>
                    <a:pt x="1362" y="235"/>
                  </a:cubicBezTo>
                  <a:cubicBezTo>
                    <a:pt x="1367" y="239"/>
                    <a:pt x="1370" y="235"/>
                    <a:pt x="1372" y="238"/>
                  </a:cubicBezTo>
                  <a:cubicBezTo>
                    <a:pt x="1374" y="240"/>
                    <a:pt x="1376" y="240"/>
                    <a:pt x="1379" y="239"/>
                  </a:cubicBezTo>
                  <a:cubicBezTo>
                    <a:pt x="1379" y="230"/>
                    <a:pt x="1377" y="219"/>
                    <a:pt x="1372" y="208"/>
                  </a:cubicBezTo>
                  <a:cubicBezTo>
                    <a:pt x="1371" y="206"/>
                    <a:pt x="1370" y="205"/>
                    <a:pt x="1370" y="202"/>
                  </a:cubicBezTo>
                  <a:moveTo>
                    <a:pt x="1397" y="154"/>
                  </a:moveTo>
                  <a:cubicBezTo>
                    <a:pt x="1399" y="154"/>
                    <a:pt x="1400" y="156"/>
                    <a:pt x="1399" y="160"/>
                  </a:cubicBezTo>
                  <a:cubicBezTo>
                    <a:pt x="1404" y="165"/>
                    <a:pt x="1390" y="169"/>
                    <a:pt x="1387" y="173"/>
                  </a:cubicBezTo>
                  <a:lnTo>
                    <a:pt x="1368" y="185"/>
                  </a:lnTo>
                  <a:cubicBezTo>
                    <a:pt x="1365" y="186"/>
                    <a:pt x="1365" y="185"/>
                    <a:pt x="1366" y="182"/>
                  </a:cubicBezTo>
                  <a:cubicBezTo>
                    <a:pt x="1368" y="181"/>
                    <a:pt x="1369" y="180"/>
                    <a:pt x="1370" y="179"/>
                  </a:cubicBezTo>
                  <a:cubicBezTo>
                    <a:pt x="1371" y="179"/>
                    <a:pt x="1370" y="178"/>
                    <a:pt x="1370" y="178"/>
                  </a:cubicBezTo>
                  <a:cubicBezTo>
                    <a:pt x="1371" y="178"/>
                    <a:pt x="1372" y="179"/>
                    <a:pt x="1372" y="178"/>
                  </a:cubicBezTo>
                  <a:cubicBezTo>
                    <a:pt x="1374" y="177"/>
                    <a:pt x="1376" y="175"/>
                    <a:pt x="1378" y="171"/>
                  </a:cubicBezTo>
                  <a:cubicBezTo>
                    <a:pt x="1382" y="169"/>
                    <a:pt x="1386" y="167"/>
                    <a:pt x="1391" y="166"/>
                  </a:cubicBezTo>
                  <a:cubicBezTo>
                    <a:pt x="1394" y="163"/>
                    <a:pt x="1395" y="161"/>
                    <a:pt x="1395" y="159"/>
                  </a:cubicBezTo>
                  <a:cubicBezTo>
                    <a:pt x="1394" y="156"/>
                    <a:pt x="1395" y="154"/>
                    <a:pt x="1397" y="154"/>
                  </a:cubicBezTo>
                  <a:moveTo>
                    <a:pt x="1348" y="109"/>
                  </a:moveTo>
                  <a:cubicBezTo>
                    <a:pt x="1345" y="106"/>
                    <a:pt x="1340" y="104"/>
                    <a:pt x="1340" y="109"/>
                  </a:cubicBezTo>
                  <a:lnTo>
                    <a:pt x="1339" y="110"/>
                  </a:lnTo>
                  <a:lnTo>
                    <a:pt x="1339" y="112"/>
                  </a:lnTo>
                  <a:lnTo>
                    <a:pt x="1340" y="113"/>
                  </a:lnTo>
                  <a:lnTo>
                    <a:pt x="1340" y="115"/>
                  </a:lnTo>
                  <a:lnTo>
                    <a:pt x="1339" y="117"/>
                  </a:lnTo>
                  <a:lnTo>
                    <a:pt x="1339" y="118"/>
                  </a:lnTo>
                  <a:lnTo>
                    <a:pt x="1339" y="123"/>
                  </a:lnTo>
                  <a:lnTo>
                    <a:pt x="1338" y="123"/>
                  </a:lnTo>
                  <a:lnTo>
                    <a:pt x="1338" y="127"/>
                  </a:lnTo>
                  <a:lnTo>
                    <a:pt x="1336" y="129"/>
                  </a:lnTo>
                  <a:lnTo>
                    <a:pt x="1336" y="137"/>
                  </a:lnTo>
                  <a:cubicBezTo>
                    <a:pt x="1334" y="139"/>
                    <a:pt x="1335" y="141"/>
                    <a:pt x="1334" y="142"/>
                  </a:cubicBezTo>
                  <a:lnTo>
                    <a:pt x="1333" y="146"/>
                  </a:lnTo>
                  <a:cubicBezTo>
                    <a:pt x="1336" y="147"/>
                    <a:pt x="1334" y="154"/>
                    <a:pt x="1333" y="158"/>
                  </a:cubicBezTo>
                  <a:lnTo>
                    <a:pt x="1333" y="160"/>
                  </a:lnTo>
                  <a:cubicBezTo>
                    <a:pt x="1334" y="161"/>
                    <a:pt x="1334" y="164"/>
                    <a:pt x="1333" y="167"/>
                  </a:cubicBezTo>
                  <a:cubicBezTo>
                    <a:pt x="1332" y="169"/>
                    <a:pt x="1332" y="171"/>
                    <a:pt x="1332" y="173"/>
                  </a:cubicBezTo>
                  <a:cubicBezTo>
                    <a:pt x="1332" y="178"/>
                    <a:pt x="1332" y="184"/>
                    <a:pt x="1331" y="189"/>
                  </a:cubicBezTo>
                  <a:cubicBezTo>
                    <a:pt x="1331" y="189"/>
                    <a:pt x="1331" y="191"/>
                    <a:pt x="1331" y="191"/>
                  </a:cubicBezTo>
                  <a:cubicBezTo>
                    <a:pt x="1332" y="195"/>
                    <a:pt x="1332" y="199"/>
                    <a:pt x="1331" y="202"/>
                  </a:cubicBezTo>
                  <a:cubicBezTo>
                    <a:pt x="1331" y="203"/>
                    <a:pt x="1332" y="205"/>
                    <a:pt x="1330" y="206"/>
                  </a:cubicBezTo>
                  <a:cubicBezTo>
                    <a:pt x="1329" y="206"/>
                    <a:pt x="1329" y="207"/>
                    <a:pt x="1327" y="208"/>
                  </a:cubicBezTo>
                  <a:cubicBezTo>
                    <a:pt x="1326" y="208"/>
                    <a:pt x="1325" y="209"/>
                    <a:pt x="1324" y="210"/>
                  </a:cubicBezTo>
                  <a:cubicBezTo>
                    <a:pt x="1322" y="212"/>
                    <a:pt x="1320" y="214"/>
                    <a:pt x="1317" y="216"/>
                  </a:cubicBezTo>
                  <a:lnTo>
                    <a:pt x="1314" y="218"/>
                  </a:lnTo>
                  <a:lnTo>
                    <a:pt x="1313" y="219"/>
                  </a:lnTo>
                  <a:lnTo>
                    <a:pt x="1309" y="221"/>
                  </a:lnTo>
                  <a:lnTo>
                    <a:pt x="1308" y="222"/>
                  </a:lnTo>
                  <a:lnTo>
                    <a:pt x="1306" y="222"/>
                  </a:lnTo>
                  <a:cubicBezTo>
                    <a:pt x="1305" y="222"/>
                    <a:pt x="1305" y="223"/>
                    <a:pt x="1304" y="223"/>
                  </a:cubicBezTo>
                  <a:lnTo>
                    <a:pt x="1302" y="225"/>
                  </a:lnTo>
                  <a:cubicBezTo>
                    <a:pt x="1299" y="226"/>
                    <a:pt x="1297" y="226"/>
                    <a:pt x="1295" y="227"/>
                  </a:cubicBezTo>
                  <a:lnTo>
                    <a:pt x="1293" y="227"/>
                  </a:lnTo>
                  <a:cubicBezTo>
                    <a:pt x="1291" y="227"/>
                    <a:pt x="1290" y="227"/>
                    <a:pt x="1288" y="228"/>
                  </a:cubicBezTo>
                  <a:lnTo>
                    <a:pt x="1287" y="229"/>
                  </a:lnTo>
                  <a:lnTo>
                    <a:pt x="1282" y="232"/>
                  </a:lnTo>
                  <a:lnTo>
                    <a:pt x="1278" y="234"/>
                  </a:lnTo>
                  <a:cubicBezTo>
                    <a:pt x="1275" y="239"/>
                    <a:pt x="1275" y="242"/>
                    <a:pt x="1274" y="246"/>
                  </a:cubicBezTo>
                  <a:lnTo>
                    <a:pt x="1274" y="248"/>
                  </a:lnTo>
                  <a:cubicBezTo>
                    <a:pt x="1275" y="252"/>
                    <a:pt x="1277" y="254"/>
                    <a:pt x="1280" y="255"/>
                  </a:cubicBezTo>
                  <a:lnTo>
                    <a:pt x="1284" y="257"/>
                  </a:lnTo>
                  <a:lnTo>
                    <a:pt x="1288" y="257"/>
                  </a:lnTo>
                  <a:cubicBezTo>
                    <a:pt x="1291" y="255"/>
                    <a:pt x="1294" y="254"/>
                    <a:pt x="1295" y="252"/>
                  </a:cubicBezTo>
                  <a:cubicBezTo>
                    <a:pt x="1298" y="250"/>
                    <a:pt x="1300" y="248"/>
                    <a:pt x="1302" y="246"/>
                  </a:cubicBezTo>
                  <a:cubicBezTo>
                    <a:pt x="1303" y="246"/>
                    <a:pt x="1303" y="246"/>
                    <a:pt x="1303" y="246"/>
                  </a:cubicBezTo>
                  <a:cubicBezTo>
                    <a:pt x="1305" y="245"/>
                    <a:pt x="1307" y="244"/>
                    <a:pt x="1310" y="243"/>
                  </a:cubicBezTo>
                  <a:cubicBezTo>
                    <a:pt x="1310" y="242"/>
                    <a:pt x="1311" y="242"/>
                    <a:pt x="1311" y="242"/>
                  </a:cubicBezTo>
                  <a:cubicBezTo>
                    <a:pt x="1312" y="242"/>
                    <a:pt x="1312" y="242"/>
                    <a:pt x="1312" y="241"/>
                  </a:cubicBezTo>
                  <a:cubicBezTo>
                    <a:pt x="1314" y="240"/>
                    <a:pt x="1316" y="239"/>
                    <a:pt x="1317" y="239"/>
                  </a:cubicBezTo>
                  <a:cubicBezTo>
                    <a:pt x="1318" y="239"/>
                    <a:pt x="1319" y="239"/>
                    <a:pt x="1319" y="239"/>
                  </a:cubicBezTo>
                  <a:cubicBezTo>
                    <a:pt x="1322" y="241"/>
                    <a:pt x="1324" y="246"/>
                    <a:pt x="1321" y="250"/>
                  </a:cubicBezTo>
                  <a:cubicBezTo>
                    <a:pt x="1320" y="256"/>
                    <a:pt x="1319" y="261"/>
                    <a:pt x="1320" y="267"/>
                  </a:cubicBezTo>
                  <a:cubicBezTo>
                    <a:pt x="1320" y="268"/>
                    <a:pt x="1321" y="268"/>
                    <a:pt x="1321" y="268"/>
                  </a:cubicBezTo>
                  <a:cubicBezTo>
                    <a:pt x="1321" y="269"/>
                    <a:pt x="1322" y="269"/>
                    <a:pt x="1322" y="270"/>
                  </a:cubicBezTo>
                  <a:cubicBezTo>
                    <a:pt x="1322" y="270"/>
                    <a:pt x="1322" y="271"/>
                    <a:pt x="1323" y="272"/>
                  </a:cubicBezTo>
                  <a:cubicBezTo>
                    <a:pt x="1323" y="273"/>
                    <a:pt x="1324" y="273"/>
                    <a:pt x="1324" y="274"/>
                  </a:cubicBezTo>
                  <a:cubicBezTo>
                    <a:pt x="1326" y="274"/>
                    <a:pt x="1326" y="276"/>
                    <a:pt x="1327" y="277"/>
                  </a:cubicBezTo>
                  <a:cubicBezTo>
                    <a:pt x="1328" y="278"/>
                    <a:pt x="1329" y="279"/>
                    <a:pt x="1330" y="280"/>
                  </a:cubicBezTo>
                  <a:cubicBezTo>
                    <a:pt x="1332" y="281"/>
                    <a:pt x="1331" y="283"/>
                    <a:pt x="1334" y="283"/>
                  </a:cubicBezTo>
                  <a:cubicBezTo>
                    <a:pt x="1336" y="282"/>
                    <a:pt x="1337" y="281"/>
                    <a:pt x="1338" y="280"/>
                  </a:cubicBezTo>
                  <a:cubicBezTo>
                    <a:pt x="1343" y="272"/>
                    <a:pt x="1345" y="266"/>
                    <a:pt x="1346" y="257"/>
                  </a:cubicBezTo>
                  <a:cubicBezTo>
                    <a:pt x="1347" y="254"/>
                    <a:pt x="1347" y="252"/>
                    <a:pt x="1348" y="252"/>
                  </a:cubicBezTo>
                  <a:cubicBezTo>
                    <a:pt x="1350" y="252"/>
                    <a:pt x="1352" y="253"/>
                    <a:pt x="1354" y="255"/>
                  </a:cubicBezTo>
                  <a:cubicBezTo>
                    <a:pt x="1354" y="255"/>
                    <a:pt x="1355" y="255"/>
                    <a:pt x="1355" y="255"/>
                  </a:cubicBezTo>
                  <a:cubicBezTo>
                    <a:pt x="1361" y="255"/>
                    <a:pt x="1361" y="256"/>
                    <a:pt x="1363" y="258"/>
                  </a:cubicBezTo>
                  <a:cubicBezTo>
                    <a:pt x="1364" y="258"/>
                    <a:pt x="1364" y="258"/>
                    <a:pt x="1365" y="258"/>
                  </a:cubicBezTo>
                  <a:cubicBezTo>
                    <a:pt x="1366" y="258"/>
                    <a:pt x="1369" y="258"/>
                    <a:pt x="1370" y="259"/>
                  </a:cubicBezTo>
                  <a:lnTo>
                    <a:pt x="1372" y="260"/>
                  </a:lnTo>
                  <a:cubicBezTo>
                    <a:pt x="1375" y="260"/>
                    <a:pt x="1379" y="260"/>
                    <a:pt x="1381" y="262"/>
                  </a:cubicBezTo>
                  <a:cubicBezTo>
                    <a:pt x="1382" y="262"/>
                    <a:pt x="1383" y="262"/>
                    <a:pt x="1383" y="262"/>
                  </a:cubicBezTo>
                  <a:cubicBezTo>
                    <a:pt x="1384" y="263"/>
                    <a:pt x="1385" y="264"/>
                    <a:pt x="1386" y="265"/>
                  </a:cubicBezTo>
                  <a:cubicBezTo>
                    <a:pt x="1388" y="265"/>
                    <a:pt x="1389" y="267"/>
                    <a:pt x="1390" y="270"/>
                  </a:cubicBezTo>
                  <a:cubicBezTo>
                    <a:pt x="1390" y="270"/>
                    <a:pt x="1391" y="271"/>
                    <a:pt x="1392" y="271"/>
                  </a:cubicBezTo>
                  <a:cubicBezTo>
                    <a:pt x="1392" y="272"/>
                    <a:pt x="1392" y="274"/>
                    <a:pt x="1393" y="275"/>
                  </a:cubicBezTo>
                  <a:lnTo>
                    <a:pt x="1393" y="277"/>
                  </a:lnTo>
                  <a:lnTo>
                    <a:pt x="1393" y="280"/>
                  </a:lnTo>
                  <a:cubicBezTo>
                    <a:pt x="1397" y="283"/>
                    <a:pt x="1400" y="284"/>
                    <a:pt x="1402" y="283"/>
                  </a:cubicBezTo>
                  <a:cubicBezTo>
                    <a:pt x="1402" y="283"/>
                    <a:pt x="1403" y="283"/>
                    <a:pt x="1403" y="283"/>
                  </a:cubicBezTo>
                  <a:cubicBezTo>
                    <a:pt x="1404" y="282"/>
                    <a:pt x="1405" y="282"/>
                    <a:pt x="1407" y="281"/>
                  </a:cubicBezTo>
                  <a:cubicBezTo>
                    <a:pt x="1407" y="281"/>
                    <a:pt x="1407" y="280"/>
                    <a:pt x="1407" y="280"/>
                  </a:cubicBezTo>
                  <a:cubicBezTo>
                    <a:pt x="1408" y="279"/>
                    <a:pt x="1408" y="279"/>
                    <a:pt x="1409" y="279"/>
                  </a:cubicBezTo>
                  <a:cubicBezTo>
                    <a:pt x="1409" y="278"/>
                    <a:pt x="1410" y="278"/>
                    <a:pt x="1410" y="278"/>
                  </a:cubicBezTo>
                  <a:cubicBezTo>
                    <a:pt x="1411" y="277"/>
                    <a:pt x="1411" y="277"/>
                    <a:pt x="1412" y="277"/>
                  </a:cubicBezTo>
                  <a:cubicBezTo>
                    <a:pt x="1412" y="276"/>
                    <a:pt x="1412" y="276"/>
                    <a:pt x="1412" y="275"/>
                  </a:cubicBezTo>
                  <a:cubicBezTo>
                    <a:pt x="1413" y="274"/>
                    <a:pt x="1414" y="273"/>
                    <a:pt x="1415" y="272"/>
                  </a:cubicBezTo>
                  <a:cubicBezTo>
                    <a:pt x="1421" y="266"/>
                    <a:pt x="1423" y="260"/>
                    <a:pt x="1423" y="253"/>
                  </a:cubicBezTo>
                  <a:lnTo>
                    <a:pt x="1423" y="248"/>
                  </a:lnTo>
                  <a:lnTo>
                    <a:pt x="1424" y="247"/>
                  </a:lnTo>
                  <a:lnTo>
                    <a:pt x="1424" y="235"/>
                  </a:lnTo>
                  <a:lnTo>
                    <a:pt x="1423" y="234"/>
                  </a:lnTo>
                  <a:lnTo>
                    <a:pt x="1423" y="232"/>
                  </a:lnTo>
                  <a:lnTo>
                    <a:pt x="1423" y="231"/>
                  </a:lnTo>
                  <a:lnTo>
                    <a:pt x="1424" y="229"/>
                  </a:lnTo>
                  <a:lnTo>
                    <a:pt x="1423" y="228"/>
                  </a:lnTo>
                  <a:lnTo>
                    <a:pt x="1423" y="226"/>
                  </a:lnTo>
                  <a:cubicBezTo>
                    <a:pt x="1424" y="224"/>
                    <a:pt x="1425" y="224"/>
                    <a:pt x="1427" y="226"/>
                  </a:cubicBezTo>
                  <a:cubicBezTo>
                    <a:pt x="1430" y="226"/>
                    <a:pt x="1433" y="227"/>
                    <a:pt x="1434" y="228"/>
                  </a:cubicBezTo>
                  <a:cubicBezTo>
                    <a:pt x="1435" y="229"/>
                    <a:pt x="1436" y="230"/>
                    <a:pt x="1438" y="230"/>
                  </a:cubicBezTo>
                  <a:cubicBezTo>
                    <a:pt x="1441" y="229"/>
                    <a:pt x="1443" y="227"/>
                    <a:pt x="1443" y="225"/>
                  </a:cubicBezTo>
                  <a:cubicBezTo>
                    <a:pt x="1444" y="223"/>
                    <a:pt x="1447" y="222"/>
                    <a:pt x="1449" y="220"/>
                  </a:cubicBezTo>
                  <a:cubicBezTo>
                    <a:pt x="1449" y="220"/>
                    <a:pt x="1450" y="219"/>
                    <a:pt x="1450" y="219"/>
                  </a:cubicBezTo>
                  <a:cubicBezTo>
                    <a:pt x="1451" y="216"/>
                    <a:pt x="1452" y="214"/>
                    <a:pt x="1453" y="212"/>
                  </a:cubicBezTo>
                  <a:lnTo>
                    <a:pt x="1453" y="207"/>
                  </a:lnTo>
                  <a:lnTo>
                    <a:pt x="1460" y="196"/>
                  </a:lnTo>
                  <a:lnTo>
                    <a:pt x="1463" y="192"/>
                  </a:lnTo>
                  <a:lnTo>
                    <a:pt x="1463" y="190"/>
                  </a:lnTo>
                  <a:lnTo>
                    <a:pt x="1465" y="187"/>
                  </a:lnTo>
                  <a:lnTo>
                    <a:pt x="1471" y="179"/>
                  </a:lnTo>
                  <a:lnTo>
                    <a:pt x="1472" y="178"/>
                  </a:lnTo>
                  <a:lnTo>
                    <a:pt x="1472" y="176"/>
                  </a:lnTo>
                  <a:lnTo>
                    <a:pt x="1473" y="175"/>
                  </a:lnTo>
                  <a:lnTo>
                    <a:pt x="1480" y="165"/>
                  </a:lnTo>
                  <a:lnTo>
                    <a:pt x="1481" y="164"/>
                  </a:lnTo>
                  <a:lnTo>
                    <a:pt x="1484" y="157"/>
                  </a:lnTo>
                  <a:cubicBezTo>
                    <a:pt x="1488" y="153"/>
                    <a:pt x="1492" y="148"/>
                    <a:pt x="1495" y="144"/>
                  </a:cubicBezTo>
                  <a:cubicBezTo>
                    <a:pt x="1496" y="141"/>
                    <a:pt x="1495" y="138"/>
                    <a:pt x="1498" y="138"/>
                  </a:cubicBezTo>
                  <a:cubicBezTo>
                    <a:pt x="1499" y="136"/>
                    <a:pt x="1500" y="134"/>
                    <a:pt x="1501" y="132"/>
                  </a:cubicBezTo>
                  <a:lnTo>
                    <a:pt x="1504" y="129"/>
                  </a:lnTo>
                  <a:lnTo>
                    <a:pt x="1504" y="128"/>
                  </a:lnTo>
                  <a:lnTo>
                    <a:pt x="1504" y="126"/>
                  </a:lnTo>
                  <a:lnTo>
                    <a:pt x="1505" y="126"/>
                  </a:lnTo>
                  <a:lnTo>
                    <a:pt x="1507" y="125"/>
                  </a:lnTo>
                  <a:lnTo>
                    <a:pt x="1508" y="122"/>
                  </a:lnTo>
                  <a:lnTo>
                    <a:pt x="1509" y="120"/>
                  </a:lnTo>
                  <a:lnTo>
                    <a:pt x="1512" y="112"/>
                  </a:lnTo>
                  <a:lnTo>
                    <a:pt x="1512" y="110"/>
                  </a:lnTo>
                  <a:lnTo>
                    <a:pt x="1515" y="110"/>
                  </a:lnTo>
                  <a:lnTo>
                    <a:pt x="1518" y="106"/>
                  </a:lnTo>
                  <a:lnTo>
                    <a:pt x="1519" y="103"/>
                  </a:lnTo>
                  <a:cubicBezTo>
                    <a:pt x="1520" y="102"/>
                    <a:pt x="1519" y="101"/>
                    <a:pt x="1520" y="100"/>
                  </a:cubicBezTo>
                  <a:cubicBezTo>
                    <a:pt x="1521" y="100"/>
                    <a:pt x="1522" y="100"/>
                    <a:pt x="1522" y="99"/>
                  </a:cubicBezTo>
                  <a:cubicBezTo>
                    <a:pt x="1523" y="97"/>
                    <a:pt x="1524" y="94"/>
                    <a:pt x="1524" y="90"/>
                  </a:cubicBezTo>
                  <a:cubicBezTo>
                    <a:pt x="1524" y="90"/>
                    <a:pt x="1525" y="90"/>
                    <a:pt x="1525" y="89"/>
                  </a:cubicBezTo>
                  <a:cubicBezTo>
                    <a:pt x="1526" y="88"/>
                    <a:pt x="1526" y="86"/>
                    <a:pt x="1526" y="85"/>
                  </a:cubicBezTo>
                  <a:cubicBezTo>
                    <a:pt x="1526" y="82"/>
                    <a:pt x="1525" y="81"/>
                    <a:pt x="1522" y="80"/>
                  </a:cubicBezTo>
                  <a:lnTo>
                    <a:pt x="1517" y="82"/>
                  </a:lnTo>
                  <a:lnTo>
                    <a:pt x="1516" y="82"/>
                  </a:lnTo>
                  <a:lnTo>
                    <a:pt x="1514" y="82"/>
                  </a:lnTo>
                  <a:lnTo>
                    <a:pt x="1512" y="84"/>
                  </a:lnTo>
                  <a:lnTo>
                    <a:pt x="1509" y="85"/>
                  </a:lnTo>
                  <a:lnTo>
                    <a:pt x="1508" y="85"/>
                  </a:lnTo>
                  <a:cubicBezTo>
                    <a:pt x="1507" y="86"/>
                    <a:pt x="1505" y="85"/>
                    <a:pt x="1504" y="86"/>
                  </a:cubicBezTo>
                  <a:lnTo>
                    <a:pt x="1501" y="87"/>
                  </a:lnTo>
                  <a:lnTo>
                    <a:pt x="1496" y="91"/>
                  </a:lnTo>
                  <a:lnTo>
                    <a:pt x="1494" y="94"/>
                  </a:lnTo>
                  <a:lnTo>
                    <a:pt x="1493" y="94"/>
                  </a:lnTo>
                  <a:lnTo>
                    <a:pt x="1493" y="95"/>
                  </a:lnTo>
                  <a:lnTo>
                    <a:pt x="1492" y="97"/>
                  </a:lnTo>
                  <a:cubicBezTo>
                    <a:pt x="1489" y="99"/>
                    <a:pt x="1486" y="101"/>
                    <a:pt x="1485" y="103"/>
                  </a:cubicBezTo>
                  <a:cubicBezTo>
                    <a:pt x="1485" y="103"/>
                    <a:pt x="1484" y="103"/>
                    <a:pt x="1484" y="103"/>
                  </a:cubicBezTo>
                  <a:lnTo>
                    <a:pt x="1481" y="105"/>
                  </a:lnTo>
                  <a:lnTo>
                    <a:pt x="1481" y="105"/>
                  </a:lnTo>
                  <a:cubicBezTo>
                    <a:pt x="1480" y="106"/>
                    <a:pt x="1479" y="106"/>
                    <a:pt x="1477" y="107"/>
                  </a:cubicBezTo>
                  <a:cubicBezTo>
                    <a:pt x="1474" y="108"/>
                    <a:pt x="1474" y="108"/>
                    <a:pt x="1474" y="106"/>
                  </a:cubicBezTo>
                  <a:cubicBezTo>
                    <a:pt x="1474" y="106"/>
                    <a:pt x="1474" y="106"/>
                    <a:pt x="1474" y="106"/>
                  </a:cubicBezTo>
                  <a:lnTo>
                    <a:pt x="1474" y="105"/>
                  </a:lnTo>
                  <a:cubicBezTo>
                    <a:pt x="1474" y="105"/>
                    <a:pt x="1474" y="105"/>
                    <a:pt x="1474" y="105"/>
                  </a:cubicBezTo>
                  <a:cubicBezTo>
                    <a:pt x="1474" y="104"/>
                    <a:pt x="1474" y="104"/>
                    <a:pt x="1474" y="103"/>
                  </a:cubicBezTo>
                  <a:lnTo>
                    <a:pt x="1474" y="102"/>
                  </a:lnTo>
                  <a:cubicBezTo>
                    <a:pt x="1474" y="101"/>
                    <a:pt x="1475" y="101"/>
                    <a:pt x="1474" y="101"/>
                  </a:cubicBezTo>
                  <a:lnTo>
                    <a:pt x="1475" y="100"/>
                  </a:lnTo>
                  <a:lnTo>
                    <a:pt x="1475" y="98"/>
                  </a:lnTo>
                  <a:lnTo>
                    <a:pt x="1475" y="98"/>
                  </a:lnTo>
                  <a:lnTo>
                    <a:pt x="1475" y="97"/>
                  </a:lnTo>
                  <a:lnTo>
                    <a:pt x="1475" y="97"/>
                  </a:lnTo>
                  <a:cubicBezTo>
                    <a:pt x="1475" y="96"/>
                    <a:pt x="1475" y="95"/>
                    <a:pt x="1475" y="95"/>
                  </a:cubicBezTo>
                  <a:lnTo>
                    <a:pt x="1477" y="88"/>
                  </a:lnTo>
                  <a:cubicBezTo>
                    <a:pt x="1479" y="82"/>
                    <a:pt x="1482" y="79"/>
                    <a:pt x="1484" y="75"/>
                  </a:cubicBezTo>
                  <a:lnTo>
                    <a:pt x="1487" y="73"/>
                  </a:lnTo>
                  <a:lnTo>
                    <a:pt x="1488" y="72"/>
                  </a:lnTo>
                  <a:lnTo>
                    <a:pt x="1489" y="70"/>
                  </a:lnTo>
                  <a:lnTo>
                    <a:pt x="1492" y="68"/>
                  </a:lnTo>
                  <a:lnTo>
                    <a:pt x="1493" y="67"/>
                  </a:lnTo>
                  <a:lnTo>
                    <a:pt x="1495" y="67"/>
                  </a:lnTo>
                  <a:lnTo>
                    <a:pt x="1497" y="65"/>
                  </a:lnTo>
                  <a:lnTo>
                    <a:pt x="1499" y="65"/>
                  </a:lnTo>
                  <a:lnTo>
                    <a:pt x="1501" y="64"/>
                  </a:lnTo>
                  <a:lnTo>
                    <a:pt x="1502" y="63"/>
                  </a:lnTo>
                  <a:cubicBezTo>
                    <a:pt x="1503" y="63"/>
                    <a:pt x="1504" y="63"/>
                    <a:pt x="1504" y="62"/>
                  </a:cubicBezTo>
                  <a:cubicBezTo>
                    <a:pt x="1505" y="59"/>
                    <a:pt x="1510" y="59"/>
                    <a:pt x="1514" y="59"/>
                  </a:cubicBezTo>
                  <a:lnTo>
                    <a:pt x="1515" y="58"/>
                  </a:lnTo>
                  <a:lnTo>
                    <a:pt x="1515" y="57"/>
                  </a:lnTo>
                  <a:lnTo>
                    <a:pt x="1514" y="54"/>
                  </a:lnTo>
                  <a:lnTo>
                    <a:pt x="1513" y="53"/>
                  </a:lnTo>
                  <a:lnTo>
                    <a:pt x="1513" y="52"/>
                  </a:lnTo>
                  <a:lnTo>
                    <a:pt x="1512" y="48"/>
                  </a:lnTo>
                  <a:lnTo>
                    <a:pt x="1511" y="47"/>
                  </a:lnTo>
                  <a:lnTo>
                    <a:pt x="1511" y="46"/>
                  </a:lnTo>
                  <a:lnTo>
                    <a:pt x="1511" y="44"/>
                  </a:lnTo>
                  <a:lnTo>
                    <a:pt x="1510" y="43"/>
                  </a:lnTo>
                  <a:lnTo>
                    <a:pt x="1508" y="38"/>
                  </a:lnTo>
                  <a:lnTo>
                    <a:pt x="1509" y="38"/>
                  </a:lnTo>
                  <a:lnTo>
                    <a:pt x="1508" y="37"/>
                  </a:lnTo>
                  <a:cubicBezTo>
                    <a:pt x="1508" y="32"/>
                    <a:pt x="1507" y="31"/>
                    <a:pt x="1505" y="29"/>
                  </a:cubicBezTo>
                  <a:cubicBezTo>
                    <a:pt x="1502" y="29"/>
                    <a:pt x="1501" y="29"/>
                    <a:pt x="1499" y="29"/>
                  </a:cubicBezTo>
                  <a:cubicBezTo>
                    <a:pt x="1499" y="29"/>
                    <a:pt x="1498" y="30"/>
                    <a:pt x="1497" y="31"/>
                  </a:cubicBezTo>
                  <a:lnTo>
                    <a:pt x="1497" y="31"/>
                  </a:lnTo>
                  <a:cubicBezTo>
                    <a:pt x="1496" y="32"/>
                    <a:pt x="1494" y="33"/>
                    <a:pt x="1493" y="35"/>
                  </a:cubicBezTo>
                  <a:cubicBezTo>
                    <a:pt x="1493" y="36"/>
                    <a:pt x="1492" y="36"/>
                    <a:pt x="1492" y="37"/>
                  </a:cubicBezTo>
                  <a:cubicBezTo>
                    <a:pt x="1490" y="40"/>
                    <a:pt x="1488" y="43"/>
                    <a:pt x="1485" y="48"/>
                  </a:cubicBezTo>
                  <a:lnTo>
                    <a:pt x="1483" y="52"/>
                  </a:lnTo>
                  <a:lnTo>
                    <a:pt x="1478" y="62"/>
                  </a:lnTo>
                  <a:lnTo>
                    <a:pt x="1474" y="67"/>
                  </a:lnTo>
                  <a:lnTo>
                    <a:pt x="1471" y="75"/>
                  </a:lnTo>
                  <a:lnTo>
                    <a:pt x="1468" y="84"/>
                  </a:lnTo>
                  <a:cubicBezTo>
                    <a:pt x="1463" y="94"/>
                    <a:pt x="1463" y="107"/>
                    <a:pt x="1452" y="116"/>
                  </a:cubicBezTo>
                  <a:lnTo>
                    <a:pt x="1452" y="121"/>
                  </a:lnTo>
                  <a:lnTo>
                    <a:pt x="1451" y="121"/>
                  </a:lnTo>
                  <a:lnTo>
                    <a:pt x="1450" y="124"/>
                  </a:lnTo>
                  <a:lnTo>
                    <a:pt x="1449" y="126"/>
                  </a:lnTo>
                  <a:lnTo>
                    <a:pt x="1448" y="127"/>
                  </a:lnTo>
                  <a:lnTo>
                    <a:pt x="1447" y="132"/>
                  </a:lnTo>
                  <a:lnTo>
                    <a:pt x="1447" y="133"/>
                  </a:lnTo>
                  <a:lnTo>
                    <a:pt x="1448" y="136"/>
                  </a:lnTo>
                  <a:cubicBezTo>
                    <a:pt x="1450" y="137"/>
                    <a:pt x="1452" y="140"/>
                    <a:pt x="1454" y="142"/>
                  </a:cubicBezTo>
                  <a:cubicBezTo>
                    <a:pt x="1455" y="142"/>
                    <a:pt x="1456" y="143"/>
                    <a:pt x="1457" y="143"/>
                  </a:cubicBezTo>
                  <a:cubicBezTo>
                    <a:pt x="1463" y="142"/>
                    <a:pt x="1462" y="148"/>
                    <a:pt x="1459" y="152"/>
                  </a:cubicBezTo>
                  <a:cubicBezTo>
                    <a:pt x="1458" y="154"/>
                    <a:pt x="1458" y="155"/>
                    <a:pt x="1457" y="156"/>
                  </a:cubicBezTo>
                  <a:cubicBezTo>
                    <a:pt x="1455" y="158"/>
                    <a:pt x="1454" y="159"/>
                    <a:pt x="1454" y="161"/>
                  </a:cubicBezTo>
                  <a:cubicBezTo>
                    <a:pt x="1453" y="163"/>
                    <a:pt x="1452" y="165"/>
                    <a:pt x="1450" y="167"/>
                  </a:cubicBezTo>
                  <a:lnTo>
                    <a:pt x="1449" y="171"/>
                  </a:lnTo>
                  <a:lnTo>
                    <a:pt x="1446" y="173"/>
                  </a:lnTo>
                  <a:cubicBezTo>
                    <a:pt x="1445" y="178"/>
                    <a:pt x="1442" y="184"/>
                    <a:pt x="1439" y="188"/>
                  </a:cubicBezTo>
                  <a:cubicBezTo>
                    <a:pt x="1439" y="188"/>
                    <a:pt x="1438" y="188"/>
                    <a:pt x="1438" y="189"/>
                  </a:cubicBezTo>
                  <a:cubicBezTo>
                    <a:pt x="1437" y="190"/>
                    <a:pt x="1437" y="191"/>
                    <a:pt x="1437" y="191"/>
                  </a:cubicBezTo>
                  <a:cubicBezTo>
                    <a:pt x="1436" y="192"/>
                    <a:pt x="1436" y="194"/>
                    <a:pt x="1435" y="194"/>
                  </a:cubicBezTo>
                  <a:cubicBezTo>
                    <a:pt x="1433" y="197"/>
                    <a:pt x="1432" y="201"/>
                    <a:pt x="1429" y="204"/>
                  </a:cubicBezTo>
                  <a:cubicBezTo>
                    <a:pt x="1429" y="205"/>
                    <a:pt x="1429" y="206"/>
                    <a:pt x="1429" y="206"/>
                  </a:cubicBezTo>
                  <a:cubicBezTo>
                    <a:pt x="1428" y="210"/>
                    <a:pt x="1426" y="214"/>
                    <a:pt x="1422" y="214"/>
                  </a:cubicBezTo>
                  <a:lnTo>
                    <a:pt x="1422" y="212"/>
                  </a:lnTo>
                  <a:lnTo>
                    <a:pt x="1422" y="199"/>
                  </a:lnTo>
                  <a:lnTo>
                    <a:pt x="1422" y="198"/>
                  </a:lnTo>
                  <a:lnTo>
                    <a:pt x="1422" y="196"/>
                  </a:lnTo>
                  <a:lnTo>
                    <a:pt x="1422" y="195"/>
                  </a:lnTo>
                  <a:lnTo>
                    <a:pt x="1422" y="194"/>
                  </a:lnTo>
                  <a:lnTo>
                    <a:pt x="1422" y="192"/>
                  </a:lnTo>
                  <a:lnTo>
                    <a:pt x="1422" y="191"/>
                  </a:lnTo>
                  <a:lnTo>
                    <a:pt x="1422" y="189"/>
                  </a:lnTo>
                  <a:lnTo>
                    <a:pt x="1422" y="189"/>
                  </a:lnTo>
                  <a:lnTo>
                    <a:pt x="1422" y="186"/>
                  </a:lnTo>
                  <a:lnTo>
                    <a:pt x="1422" y="186"/>
                  </a:lnTo>
                  <a:lnTo>
                    <a:pt x="1422" y="184"/>
                  </a:lnTo>
                  <a:lnTo>
                    <a:pt x="1422" y="183"/>
                  </a:lnTo>
                  <a:lnTo>
                    <a:pt x="1422" y="172"/>
                  </a:lnTo>
                  <a:lnTo>
                    <a:pt x="1423" y="171"/>
                  </a:lnTo>
                  <a:lnTo>
                    <a:pt x="1423" y="169"/>
                  </a:lnTo>
                  <a:cubicBezTo>
                    <a:pt x="1426" y="168"/>
                    <a:pt x="1428" y="166"/>
                    <a:pt x="1429" y="165"/>
                  </a:cubicBezTo>
                  <a:cubicBezTo>
                    <a:pt x="1430" y="163"/>
                    <a:pt x="1430" y="162"/>
                    <a:pt x="1429" y="161"/>
                  </a:cubicBezTo>
                  <a:cubicBezTo>
                    <a:pt x="1429" y="158"/>
                    <a:pt x="1425" y="156"/>
                    <a:pt x="1422" y="153"/>
                  </a:cubicBezTo>
                  <a:lnTo>
                    <a:pt x="1422" y="144"/>
                  </a:lnTo>
                  <a:lnTo>
                    <a:pt x="1423" y="143"/>
                  </a:lnTo>
                  <a:lnTo>
                    <a:pt x="1422" y="124"/>
                  </a:lnTo>
                  <a:lnTo>
                    <a:pt x="1420" y="116"/>
                  </a:lnTo>
                  <a:lnTo>
                    <a:pt x="1419" y="109"/>
                  </a:lnTo>
                  <a:cubicBezTo>
                    <a:pt x="1417" y="104"/>
                    <a:pt x="1414" y="101"/>
                    <a:pt x="1413" y="96"/>
                  </a:cubicBezTo>
                  <a:lnTo>
                    <a:pt x="1411" y="82"/>
                  </a:lnTo>
                  <a:cubicBezTo>
                    <a:pt x="1409" y="78"/>
                    <a:pt x="1410" y="75"/>
                    <a:pt x="1406" y="73"/>
                  </a:cubicBezTo>
                  <a:cubicBezTo>
                    <a:pt x="1401" y="71"/>
                    <a:pt x="1396" y="72"/>
                    <a:pt x="1389" y="75"/>
                  </a:cubicBezTo>
                  <a:lnTo>
                    <a:pt x="1381" y="81"/>
                  </a:lnTo>
                  <a:lnTo>
                    <a:pt x="1378" y="85"/>
                  </a:lnTo>
                  <a:lnTo>
                    <a:pt x="1376" y="86"/>
                  </a:lnTo>
                  <a:lnTo>
                    <a:pt x="1370" y="91"/>
                  </a:lnTo>
                  <a:lnTo>
                    <a:pt x="1370" y="92"/>
                  </a:lnTo>
                  <a:lnTo>
                    <a:pt x="1363" y="100"/>
                  </a:lnTo>
                  <a:lnTo>
                    <a:pt x="1362" y="100"/>
                  </a:lnTo>
                  <a:lnTo>
                    <a:pt x="1360" y="102"/>
                  </a:lnTo>
                  <a:lnTo>
                    <a:pt x="1359" y="103"/>
                  </a:lnTo>
                  <a:lnTo>
                    <a:pt x="1354" y="109"/>
                  </a:lnTo>
                  <a:cubicBezTo>
                    <a:pt x="1353" y="110"/>
                    <a:pt x="1352" y="111"/>
                    <a:pt x="1352" y="112"/>
                  </a:cubicBezTo>
                  <a:cubicBezTo>
                    <a:pt x="1351" y="112"/>
                    <a:pt x="1350" y="112"/>
                    <a:pt x="1349" y="112"/>
                  </a:cubicBezTo>
                  <a:cubicBezTo>
                    <a:pt x="1349" y="112"/>
                    <a:pt x="1349" y="112"/>
                    <a:pt x="1348" y="111"/>
                  </a:cubicBezTo>
                  <a:cubicBezTo>
                    <a:pt x="1348" y="111"/>
                    <a:pt x="1349" y="110"/>
                    <a:pt x="1348" y="109"/>
                  </a:cubicBezTo>
                </a:path>
                <a:path w="3273" h="355">
                  <a:moveTo>
                    <a:pt x="2176" y="133"/>
                  </a:moveTo>
                  <a:lnTo>
                    <a:pt x="2174" y="135"/>
                  </a:lnTo>
                  <a:cubicBezTo>
                    <a:pt x="2170" y="137"/>
                    <a:pt x="2165" y="139"/>
                    <a:pt x="2161" y="142"/>
                  </a:cubicBezTo>
                  <a:cubicBezTo>
                    <a:pt x="2161" y="142"/>
                    <a:pt x="2160" y="142"/>
                    <a:pt x="2160" y="143"/>
                  </a:cubicBezTo>
                  <a:cubicBezTo>
                    <a:pt x="2158" y="143"/>
                    <a:pt x="2157" y="144"/>
                    <a:pt x="2155" y="145"/>
                  </a:cubicBezTo>
                  <a:cubicBezTo>
                    <a:pt x="2155" y="148"/>
                    <a:pt x="2156" y="150"/>
                    <a:pt x="2158" y="151"/>
                  </a:cubicBezTo>
                  <a:cubicBezTo>
                    <a:pt x="2160" y="151"/>
                    <a:pt x="2162" y="151"/>
                    <a:pt x="2164" y="150"/>
                  </a:cubicBezTo>
                  <a:cubicBezTo>
                    <a:pt x="2171" y="150"/>
                    <a:pt x="2177" y="148"/>
                    <a:pt x="2182" y="146"/>
                  </a:cubicBezTo>
                  <a:cubicBezTo>
                    <a:pt x="2184" y="145"/>
                    <a:pt x="2187" y="146"/>
                    <a:pt x="2189" y="151"/>
                  </a:cubicBezTo>
                  <a:lnTo>
                    <a:pt x="2193" y="156"/>
                  </a:lnTo>
                  <a:lnTo>
                    <a:pt x="2193" y="157"/>
                  </a:lnTo>
                  <a:cubicBezTo>
                    <a:pt x="2195" y="161"/>
                    <a:pt x="2196" y="164"/>
                    <a:pt x="2199" y="165"/>
                  </a:cubicBezTo>
                  <a:cubicBezTo>
                    <a:pt x="2201" y="165"/>
                    <a:pt x="2202" y="164"/>
                    <a:pt x="2203" y="162"/>
                  </a:cubicBezTo>
                  <a:lnTo>
                    <a:pt x="2203" y="159"/>
                  </a:lnTo>
                  <a:lnTo>
                    <a:pt x="2202" y="158"/>
                  </a:lnTo>
                  <a:cubicBezTo>
                    <a:pt x="2202" y="155"/>
                    <a:pt x="2201" y="152"/>
                    <a:pt x="2198" y="149"/>
                  </a:cubicBezTo>
                  <a:cubicBezTo>
                    <a:pt x="2195" y="146"/>
                    <a:pt x="2199" y="146"/>
                    <a:pt x="2201" y="143"/>
                  </a:cubicBezTo>
                  <a:lnTo>
                    <a:pt x="2202" y="142"/>
                  </a:lnTo>
                  <a:cubicBezTo>
                    <a:pt x="2205" y="140"/>
                    <a:pt x="2205" y="138"/>
                    <a:pt x="2206" y="136"/>
                  </a:cubicBezTo>
                  <a:cubicBezTo>
                    <a:pt x="2205" y="132"/>
                    <a:pt x="2204" y="129"/>
                    <a:pt x="2203" y="129"/>
                  </a:cubicBezTo>
                  <a:cubicBezTo>
                    <a:pt x="2197" y="122"/>
                    <a:pt x="2190" y="122"/>
                    <a:pt x="2184" y="125"/>
                  </a:cubicBezTo>
                  <a:lnTo>
                    <a:pt x="2176" y="133"/>
                  </a:lnTo>
                  <a:close/>
                </a:path>
                <a:path w="3273" h="355">
                  <a:moveTo>
                    <a:pt x="2001" y="197"/>
                  </a:moveTo>
                  <a:cubicBezTo>
                    <a:pt x="2000" y="199"/>
                    <a:pt x="1998" y="201"/>
                    <a:pt x="1997" y="203"/>
                  </a:cubicBezTo>
                  <a:cubicBezTo>
                    <a:pt x="1996" y="203"/>
                    <a:pt x="1996" y="204"/>
                    <a:pt x="1996" y="204"/>
                  </a:cubicBezTo>
                  <a:cubicBezTo>
                    <a:pt x="1996" y="204"/>
                    <a:pt x="1995" y="204"/>
                    <a:pt x="1995" y="205"/>
                  </a:cubicBezTo>
                  <a:cubicBezTo>
                    <a:pt x="1995" y="205"/>
                    <a:pt x="1995" y="205"/>
                    <a:pt x="1995" y="205"/>
                  </a:cubicBezTo>
                  <a:cubicBezTo>
                    <a:pt x="1994" y="207"/>
                    <a:pt x="1993" y="210"/>
                    <a:pt x="1992" y="212"/>
                  </a:cubicBezTo>
                  <a:cubicBezTo>
                    <a:pt x="1992" y="212"/>
                    <a:pt x="1991" y="212"/>
                    <a:pt x="1991" y="212"/>
                  </a:cubicBezTo>
                  <a:cubicBezTo>
                    <a:pt x="1989" y="214"/>
                    <a:pt x="1989" y="216"/>
                    <a:pt x="1988" y="218"/>
                  </a:cubicBezTo>
                  <a:cubicBezTo>
                    <a:pt x="1988" y="219"/>
                    <a:pt x="1988" y="220"/>
                    <a:pt x="1987" y="221"/>
                  </a:cubicBezTo>
                  <a:cubicBezTo>
                    <a:pt x="1985" y="224"/>
                    <a:pt x="1982" y="230"/>
                    <a:pt x="1982" y="233"/>
                  </a:cubicBezTo>
                  <a:cubicBezTo>
                    <a:pt x="1982" y="233"/>
                    <a:pt x="1981" y="234"/>
                    <a:pt x="1981" y="234"/>
                  </a:cubicBezTo>
                  <a:cubicBezTo>
                    <a:pt x="1980" y="235"/>
                    <a:pt x="1979" y="236"/>
                    <a:pt x="1978" y="238"/>
                  </a:cubicBezTo>
                  <a:lnTo>
                    <a:pt x="1978" y="240"/>
                  </a:lnTo>
                  <a:cubicBezTo>
                    <a:pt x="1978" y="240"/>
                    <a:pt x="1977" y="240"/>
                    <a:pt x="1977" y="241"/>
                  </a:cubicBezTo>
                  <a:cubicBezTo>
                    <a:pt x="1976" y="244"/>
                    <a:pt x="1975" y="247"/>
                    <a:pt x="1974" y="249"/>
                  </a:cubicBezTo>
                  <a:cubicBezTo>
                    <a:pt x="1973" y="250"/>
                    <a:pt x="1973" y="251"/>
                    <a:pt x="1973" y="251"/>
                  </a:cubicBezTo>
                  <a:cubicBezTo>
                    <a:pt x="1973" y="253"/>
                    <a:pt x="1972" y="253"/>
                    <a:pt x="1972" y="255"/>
                  </a:cubicBezTo>
                  <a:cubicBezTo>
                    <a:pt x="1972" y="256"/>
                    <a:pt x="1972" y="258"/>
                    <a:pt x="1972" y="259"/>
                  </a:cubicBezTo>
                  <a:cubicBezTo>
                    <a:pt x="1973" y="261"/>
                    <a:pt x="1974" y="262"/>
                    <a:pt x="1975" y="263"/>
                  </a:cubicBezTo>
                  <a:cubicBezTo>
                    <a:pt x="1977" y="265"/>
                    <a:pt x="1979" y="265"/>
                    <a:pt x="1983" y="263"/>
                  </a:cubicBezTo>
                  <a:cubicBezTo>
                    <a:pt x="1984" y="263"/>
                    <a:pt x="1986" y="262"/>
                    <a:pt x="1988" y="260"/>
                  </a:cubicBezTo>
                  <a:cubicBezTo>
                    <a:pt x="1991" y="256"/>
                    <a:pt x="1994" y="252"/>
                    <a:pt x="1994" y="248"/>
                  </a:cubicBezTo>
                  <a:cubicBezTo>
                    <a:pt x="1994" y="248"/>
                    <a:pt x="1994" y="247"/>
                    <a:pt x="1994" y="247"/>
                  </a:cubicBezTo>
                  <a:cubicBezTo>
                    <a:pt x="1995" y="246"/>
                    <a:pt x="1995" y="246"/>
                    <a:pt x="1996" y="246"/>
                  </a:cubicBezTo>
                  <a:cubicBezTo>
                    <a:pt x="1996" y="244"/>
                    <a:pt x="1996" y="243"/>
                    <a:pt x="1996" y="241"/>
                  </a:cubicBezTo>
                  <a:lnTo>
                    <a:pt x="1998" y="238"/>
                  </a:lnTo>
                  <a:lnTo>
                    <a:pt x="1999" y="237"/>
                  </a:lnTo>
                  <a:lnTo>
                    <a:pt x="1999" y="234"/>
                  </a:lnTo>
                  <a:cubicBezTo>
                    <a:pt x="1999" y="233"/>
                    <a:pt x="1999" y="232"/>
                    <a:pt x="1999" y="231"/>
                  </a:cubicBezTo>
                  <a:lnTo>
                    <a:pt x="1999" y="227"/>
                  </a:lnTo>
                  <a:cubicBezTo>
                    <a:pt x="2000" y="227"/>
                    <a:pt x="2000" y="227"/>
                    <a:pt x="2000" y="226"/>
                  </a:cubicBezTo>
                  <a:cubicBezTo>
                    <a:pt x="2000" y="225"/>
                    <a:pt x="2000" y="223"/>
                    <a:pt x="2001" y="221"/>
                  </a:cubicBezTo>
                  <a:lnTo>
                    <a:pt x="2002" y="219"/>
                  </a:lnTo>
                  <a:lnTo>
                    <a:pt x="2002" y="212"/>
                  </a:lnTo>
                  <a:lnTo>
                    <a:pt x="2003" y="210"/>
                  </a:lnTo>
                  <a:lnTo>
                    <a:pt x="2003" y="208"/>
                  </a:lnTo>
                  <a:lnTo>
                    <a:pt x="2003" y="207"/>
                  </a:lnTo>
                  <a:lnTo>
                    <a:pt x="2004" y="201"/>
                  </a:lnTo>
                  <a:lnTo>
                    <a:pt x="2004" y="200"/>
                  </a:lnTo>
                  <a:cubicBezTo>
                    <a:pt x="2004" y="200"/>
                    <a:pt x="2004" y="200"/>
                    <a:pt x="2004" y="199"/>
                  </a:cubicBezTo>
                  <a:cubicBezTo>
                    <a:pt x="2005" y="195"/>
                    <a:pt x="2005" y="193"/>
                    <a:pt x="2001" y="197"/>
                  </a:cubicBezTo>
                  <a:moveTo>
                    <a:pt x="2047" y="114"/>
                  </a:moveTo>
                  <a:cubicBezTo>
                    <a:pt x="2045" y="114"/>
                    <a:pt x="2044" y="116"/>
                    <a:pt x="2042" y="117"/>
                  </a:cubicBezTo>
                  <a:cubicBezTo>
                    <a:pt x="2042" y="117"/>
                    <a:pt x="2042" y="119"/>
                    <a:pt x="2042" y="119"/>
                  </a:cubicBezTo>
                  <a:cubicBezTo>
                    <a:pt x="2040" y="120"/>
                    <a:pt x="2040" y="122"/>
                    <a:pt x="2039" y="123"/>
                  </a:cubicBezTo>
                  <a:cubicBezTo>
                    <a:pt x="2039" y="125"/>
                    <a:pt x="2039" y="127"/>
                    <a:pt x="2040" y="128"/>
                  </a:cubicBezTo>
                  <a:cubicBezTo>
                    <a:pt x="2041" y="130"/>
                    <a:pt x="2042" y="130"/>
                    <a:pt x="2042" y="128"/>
                  </a:cubicBezTo>
                  <a:lnTo>
                    <a:pt x="2043" y="128"/>
                  </a:lnTo>
                  <a:lnTo>
                    <a:pt x="2045" y="128"/>
                  </a:lnTo>
                  <a:lnTo>
                    <a:pt x="2045" y="128"/>
                  </a:lnTo>
                  <a:lnTo>
                    <a:pt x="2047" y="128"/>
                  </a:lnTo>
                  <a:cubicBezTo>
                    <a:pt x="2049" y="127"/>
                    <a:pt x="2050" y="125"/>
                    <a:pt x="2052" y="123"/>
                  </a:cubicBezTo>
                  <a:lnTo>
                    <a:pt x="2051" y="120"/>
                  </a:lnTo>
                  <a:cubicBezTo>
                    <a:pt x="2052" y="119"/>
                    <a:pt x="2052" y="119"/>
                    <a:pt x="2051" y="118"/>
                  </a:cubicBezTo>
                  <a:lnTo>
                    <a:pt x="2051" y="116"/>
                  </a:lnTo>
                  <a:cubicBezTo>
                    <a:pt x="2051" y="114"/>
                    <a:pt x="2050" y="113"/>
                    <a:pt x="2047" y="114"/>
                  </a:cubicBezTo>
                  <a:moveTo>
                    <a:pt x="1998" y="53"/>
                  </a:moveTo>
                  <a:lnTo>
                    <a:pt x="2003" y="56"/>
                  </a:lnTo>
                  <a:cubicBezTo>
                    <a:pt x="2005" y="61"/>
                    <a:pt x="2008" y="61"/>
                    <a:pt x="2014" y="64"/>
                  </a:cubicBezTo>
                  <a:lnTo>
                    <a:pt x="2015" y="66"/>
                  </a:lnTo>
                  <a:lnTo>
                    <a:pt x="2016" y="65"/>
                  </a:lnTo>
                  <a:lnTo>
                    <a:pt x="2022" y="66"/>
                  </a:lnTo>
                  <a:lnTo>
                    <a:pt x="2029" y="66"/>
                  </a:lnTo>
                  <a:lnTo>
                    <a:pt x="2032" y="67"/>
                  </a:lnTo>
                  <a:lnTo>
                    <a:pt x="2044" y="62"/>
                  </a:lnTo>
                  <a:cubicBezTo>
                    <a:pt x="2048" y="57"/>
                    <a:pt x="2051" y="58"/>
                    <a:pt x="2050" y="63"/>
                  </a:cubicBezTo>
                  <a:lnTo>
                    <a:pt x="2050" y="63"/>
                  </a:lnTo>
                  <a:lnTo>
                    <a:pt x="2050" y="66"/>
                  </a:lnTo>
                  <a:lnTo>
                    <a:pt x="2050" y="66"/>
                  </a:lnTo>
                  <a:cubicBezTo>
                    <a:pt x="2050" y="69"/>
                    <a:pt x="2051" y="73"/>
                    <a:pt x="2050" y="76"/>
                  </a:cubicBezTo>
                  <a:cubicBezTo>
                    <a:pt x="2051" y="80"/>
                    <a:pt x="2050" y="82"/>
                    <a:pt x="2047" y="84"/>
                  </a:cubicBezTo>
                  <a:cubicBezTo>
                    <a:pt x="2047" y="84"/>
                    <a:pt x="2045" y="84"/>
                    <a:pt x="2044" y="85"/>
                  </a:cubicBezTo>
                  <a:cubicBezTo>
                    <a:pt x="2041" y="87"/>
                    <a:pt x="2037" y="90"/>
                    <a:pt x="2033" y="92"/>
                  </a:cubicBezTo>
                  <a:cubicBezTo>
                    <a:pt x="2029" y="91"/>
                    <a:pt x="2026" y="98"/>
                    <a:pt x="2014" y="90"/>
                  </a:cubicBezTo>
                  <a:cubicBezTo>
                    <a:pt x="2012" y="89"/>
                    <a:pt x="2009" y="90"/>
                    <a:pt x="2006" y="89"/>
                  </a:cubicBezTo>
                  <a:cubicBezTo>
                    <a:pt x="1998" y="92"/>
                    <a:pt x="1999" y="101"/>
                    <a:pt x="1995" y="106"/>
                  </a:cubicBezTo>
                  <a:cubicBezTo>
                    <a:pt x="1994" y="119"/>
                    <a:pt x="1996" y="123"/>
                    <a:pt x="1989" y="132"/>
                  </a:cubicBezTo>
                  <a:lnTo>
                    <a:pt x="1987" y="134"/>
                  </a:lnTo>
                  <a:cubicBezTo>
                    <a:pt x="1983" y="137"/>
                    <a:pt x="1981" y="139"/>
                    <a:pt x="1978" y="137"/>
                  </a:cubicBezTo>
                  <a:lnTo>
                    <a:pt x="1973" y="138"/>
                  </a:lnTo>
                  <a:cubicBezTo>
                    <a:pt x="1971" y="144"/>
                    <a:pt x="1970" y="151"/>
                    <a:pt x="1968" y="158"/>
                  </a:cubicBezTo>
                  <a:lnTo>
                    <a:pt x="1962" y="176"/>
                  </a:lnTo>
                  <a:lnTo>
                    <a:pt x="1962" y="176"/>
                  </a:lnTo>
                  <a:cubicBezTo>
                    <a:pt x="1962" y="189"/>
                    <a:pt x="1970" y="192"/>
                    <a:pt x="1983" y="187"/>
                  </a:cubicBezTo>
                  <a:lnTo>
                    <a:pt x="1985" y="184"/>
                  </a:lnTo>
                  <a:cubicBezTo>
                    <a:pt x="1986" y="176"/>
                    <a:pt x="1989" y="169"/>
                    <a:pt x="1993" y="162"/>
                  </a:cubicBezTo>
                  <a:cubicBezTo>
                    <a:pt x="1996" y="157"/>
                    <a:pt x="2000" y="152"/>
                    <a:pt x="2004" y="146"/>
                  </a:cubicBezTo>
                  <a:cubicBezTo>
                    <a:pt x="2009" y="143"/>
                    <a:pt x="2012" y="141"/>
                    <a:pt x="2011" y="150"/>
                  </a:cubicBezTo>
                  <a:lnTo>
                    <a:pt x="2008" y="159"/>
                  </a:lnTo>
                  <a:lnTo>
                    <a:pt x="2007" y="161"/>
                  </a:lnTo>
                  <a:cubicBezTo>
                    <a:pt x="2008" y="169"/>
                    <a:pt x="2005" y="169"/>
                    <a:pt x="2001" y="173"/>
                  </a:cubicBezTo>
                  <a:cubicBezTo>
                    <a:pt x="1997" y="179"/>
                    <a:pt x="1992" y="184"/>
                    <a:pt x="1986" y="189"/>
                  </a:cubicBezTo>
                  <a:cubicBezTo>
                    <a:pt x="1985" y="189"/>
                    <a:pt x="1985" y="190"/>
                    <a:pt x="1984" y="190"/>
                  </a:cubicBezTo>
                  <a:cubicBezTo>
                    <a:pt x="1977" y="197"/>
                    <a:pt x="1971" y="205"/>
                    <a:pt x="1965" y="213"/>
                  </a:cubicBezTo>
                  <a:cubicBezTo>
                    <a:pt x="1960" y="220"/>
                    <a:pt x="1954" y="227"/>
                    <a:pt x="1952" y="231"/>
                  </a:cubicBezTo>
                  <a:cubicBezTo>
                    <a:pt x="1950" y="234"/>
                    <a:pt x="1947" y="238"/>
                    <a:pt x="1945" y="242"/>
                  </a:cubicBezTo>
                  <a:lnTo>
                    <a:pt x="1944" y="247"/>
                  </a:lnTo>
                  <a:lnTo>
                    <a:pt x="1943" y="248"/>
                  </a:lnTo>
                  <a:lnTo>
                    <a:pt x="1944" y="251"/>
                  </a:lnTo>
                  <a:lnTo>
                    <a:pt x="1945" y="252"/>
                  </a:lnTo>
                  <a:lnTo>
                    <a:pt x="1944" y="254"/>
                  </a:lnTo>
                  <a:lnTo>
                    <a:pt x="1944" y="255"/>
                  </a:lnTo>
                  <a:lnTo>
                    <a:pt x="1944" y="257"/>
                  </a:lnTo>
                  <a:lnTo>
                    <a:pt x="1944" y="257"/>
                  </a:lnTo>
                  <a:lnTo>
                    <a:pt x="1945" y="259"/>
                  </a:lnTo>
                  <a:cubicBezTo>
                    <a:pt x="1946" y="261"/>
                    <a:pt x="1946" y="262"/>
                    <a:pt x="1947" y="263"/>
                  </a:cubicBezTo>
                  <a:cubicBezTo>
                    <a:pt x="1949" y="273"/>
                    <a:pt x="1952" y="280"/>
                    <a:pt x="1957" y="282"/>
                  </a:cubicBezTo>
                  <a:lnTo>
                    <a:pt x="1958" y="283"/>
                  </a:lnTo>
                  <a:lnTo>
                    <a:pt x="1959" y="284"/>
                  </a:lnTo>
                  <a:lnTo>
                    <a:pt x="1962" y="287"/>
                  </a:lnTo>
                  <a:cubicBezTo>
                    <a:pt x="1967" y="289"/>
                    <a:pt x="1971" y="288"/>
                    <a:pt x="1977" y="288"/>
                  </a:cubicBezTo>
                  <a:lnTo>
                    <a:pt x="1982" y="287"/>
                  </a:lnTo>
                  <a:lnTo>
                    <a:pt x="1984" y="288"/>
                  </a:lnTo>
                  <a:lnTo>
                    <a:pt x="1992" y="287"/>
                  </a:lnTo>
                  <a:cubicBezTo>
                    <a:pt x="1995" y="286"/>
                    <a:pt x="1997" y="285"/>
                    <a:pt x="1999" y="284"/>
                  </a:cubicBezTo>
                  <a:cubicBezTo>
                    <a:pt x="2000" y="283"/>
                    <a:pt x="2000" y="283"/>
                    <a:pt x="2000" y="283"/>
                  </a:cubicBezTo>
                  <a:cubicBezTo>
                    <a:pt x="2002" y="282"/>
                    <a:pt x="2003" y="281"/>
                    <a:pt x="2004" y="280"/>
                  </a:cubicBezTo>
                  <a:cubicBezTo>
                    <a:pt x="2005" y="277"/>
                    <a:pt x="2007" y="273"/>
                    <a:pt x="2008" y="270"/>
                  </a:cubicBezTo>
                  <a:cubicBezTo>
                    <a:pt x="2008" y="270"/>
                    <a:pt x="2007" y="269"/>
                    <a:pt x="2007" y="269"/>
                  </a:cubicBezTo>
                  <a:cubicBezTo>
                    <a:pt x="2007" y="268"/>
                    <a:pt x="2008" y="268"/>
                    <a:pt x="2009" y="267"/>
                  </a:cubicBezTo>
                  <a:lnTo>
                    <a:pt x="2009" y="265"/>
                  </a:lnTo>
                  <a:cubicBezTo>
                    <a:pt x="2009" y="265"/>
                    <a:pt x="2009" y="265"/>
                    <a:pt x="2009" y="264"/>
                  </a:cubicBezTo>
                  <a:cubicBezTo>
                    <a:pt x="2012" y="254"/>
                    <a:pt x="2014" y="243"/>
                    <a:pt x="2015" y="234"/>
                  </a:cubicBezTo>
                  <a:lnTo>
                    <a:pt x="2016" y="234"/>
                  </a:lnTo>
                  <a:lnTo>
                    <a:pt x="2016" y="230"/>
                  </a:lnTo>
                  <a:lnTo>
                    <a:pt x="2018" y="223"/>
                  </a:lnTo>
                  <a:lnTo>
                    <a:pt x="2018" y="220"/>
                  </a:lnTo>
                  <a:lnTo>
                    <a:pt x="2018" y="219"/>
                  </a:lnTo>
                  <a:lnTo>
                    <a:pt x="2018" y="218"/>
                  </a:lnTo>
                  <a:lnTo>
                    <a:pt x="2018" y="217"/>
                  </a:lnTo>
                  <a:lnTo>
                    <a:pt x="2018" y="217"/>
                  </a:lnTo>
                  <a:lnTo>
                    <a:pt x="2018" y="215"/>
                  </a:lnTo>
                  <a:lnTo>
                    <a:pt x="2019" y="214"/>
                  </a:lnTo>
                  <a:lnTo>
                    <a:pt x="2019" y="210"/>
                  </a:lnTo>
                  <a:lnTo>
                    <a:pt x="2019" y="209"/>
                  </a:lnTo>
                  <a:lnTo>
                    <a:pt x="2020" y="202"/>
                  </a:lnTo>
                  <a:lnTo>
                    <a:pt x="2021" y="202"/>
                  </a:lnTo>
                  <a:lnTo>
                    <a:pt x="2022" y="196"/>
                  </a:lnTo>
                  <a:lnTo>
                    <a:pt x="2022" y="196"/>
                  </a:lnTo>
                  <a:lnTo>
                    <a:pt x="2023" y="195"/>
                  </a:lnTo>
                  <a:lnTo>
                    <a:pt x="2023" y="193"/>
                  </a:lnTo>
                  <a:lnTo>
                    <a:pt x="2023" y="192"/>
                  </a:lnTo>
                  <a:lnTo>
                    <a:pt x="2023" y="191"/>
                  </a:lnTo>
                  <a:lnTo>
                    <a:pt x="2023" y="188"/>
                  </a:lnTo>
                  <a:lnTo>
                    <a:pt x="2024" y="188"/>
                  </a:lnTo>
                  <a:cubicBezTo>
                    <a:pt x="2025" y="186"/>
                    <a:pt x="2026" y="183"/>
                    <a:pt x="2028" y="181"/>
                  </a:cubicBezTo>
                  <a:lnTo>
                    <a:pt x="2029" y="174"/>
                  </a:lnTo>
                  <a:lnTo>
                    <a:pt x="2030" y="174"/>
                  </a:lnTo>
                  <a:lnTo>
                    <a:pt x="2029" y="172"/>
                  </a:lnTo>
                  <a:lnTo>
                    <a:pt x="2029" y="171"/>
                  </a:lnTo>
                  <a:lnTo>
                    <a:pt x="2030" y="171"/>
                  </a:lnTo>
                  <a:lnTo>
                    <a:pt x="2030" y="170"/>
                  </a:lnTo>
                  <a:lnTo>
                    <a:pt x="2031" y="169"/>
                  </a:lnTo>
                  <a:lnTo>
                    <a:pt x="2033" y="161"/>
                  </a:lnTo>
                  <a:cubicBezTo>
                    <a:pt x="2034" y="159"/>
                    <a:pt x="2035" y="158"/>
                    <a:pt x="2036" y="156"/>
                  </a:cubicBezTo>
                  <a:cubicBezTo>
                    <a:pt x="2036" y="156"/>
                    <a:pt x="2036" y="156"/>
                    <a:pt x="2037" y="156"/>
                  </a:cubicBezTo>
                  <a:cubicBezTo>
                    <a:pt x="2039" y="153"/>
                    <a:pt x="2041" y="151"/>
                    <a:pt x="2043" y="148"/>
                  </a:cubicBezTo>
                  <a:lnTo>
                    <a:pt x="2044" y="148"/>
                  </a:lnTo>
                  <a:lnTo>
                    <a:pt x="2046" y="146"/>
                  </a:lnTo>
                  <a:lnTo>
                    <a:pt x="2047" y="144"/>
                  </a:lnTo>
                  <a:lnTo>
                    <a:pt x="2054" y="135"/>
                  </a:lnTo>
                  <a:cubicBezTo>
                    <a:pt x="2055" y="135"/>
                    <a:pt x="2056" y="136"/>
                    <a:pt x="2056" y="137"/>
                  </a:cubicBezTo>
                  <a:lnTo>
                    <a:pt x="2057" y="140"/>
                  </a:lnTo>
                  <a:lnTo>
                    <a:pt x="2057" y="143"/>
                  </a:lnTo>
                  <a:lnTo>
                    <a:pt x="2058" y="143"/>
                  </a:lnTo>
                  <a:lnTo>
                    <a:pt x="2058" y="152"/>
                  </a:lnTo>
                  <a:lnTo>
                    <a:pt x="2058" y="152"/>
                  </a:lnTo>
                  <a:lnTo>
                    <a:pt x="2058" y="156"/>
                  </a:lnTo>
                  <a:lnTo>
                    <a:pt x="2058" y="156"/>
                  </a:lnTo>
                  <a:lnTo>
                    <a:pt x="2058" y="157"/>
                  </a:lnTo>
                  <a:lnTo>
                    <a:pt x="2057" y="160"/>
                  </a:lnTo>
                  <a:lnTo>
                    <a:pt x="2058" y="160"/>
                  </a:lnTo>
                  <a:lnTo>
                    <a:pt x="2058" y="161"/>
                  </a:lnTo>
                  <a:lnTo>
                    <a:pt x="2058" y="161"/>
                  </a:lnTo>
                  <a:lnTo>
                    <a:pt x="2057" y="176"/>
                  </a:lnTo>
                  <a:lnTo>
                    <a:pt x="2056" y="176"/>
                  </a:lnTo>
                  <a:lnTo>
                    <a:pt x="2056" y="180"/>
                  </a:lnTo>
                  <a:lnTo>
                    <a:pt x="2055" y="180"/>
                  </a:lnTo>
                  <a:lnTo>
                    <a:pt x="2056" y="183"/>
                  </a:lnTo>
                  <a:lnTo>
                    <a:pt x="2056" y="183"/>
                  </a:lnTo>
                  <a:lnTo>
                    <a:pt x="2056" y="185"/>
                  </a:lnTo>
                  <a:lnTo>
                    <a:pt x="2056" y="185"/>
                  </a:lnTo>
                  <a:lnTo>
                    <a:pt x="2056" y="187"/>
                  </a:lnTo>
                  <a:lnTo>
                    <a:pt x="2056" y="188"/>
                  </a:lnTo>
                  <a:lnTo>
                    <a:pt x="2056" y="188"/>
                  </a:lnTo>
                  <a:lnTo>
                    <a:pt x="2055" y="200"/>
                  </a:lnTo>
                  <a:lnTo>
                    <a:pt x="2055" y="200"/>
                  </a:lnTo>
                  <a:lnTo>
                    <a:pt x="2055" y="202"/>
                  </a:lnTo>
                  <a:lnTo>
                    <a:pt x="2055" y="202"/>
                  </a:lnTo>
                  <a:lnTo>
                    <a:pt x="2055" y="211"/>
                  </a:lnTo>
                  <a:lnTo>
                    <a:pt x="2055" y="211"/>
                  </a:lnTo>
                  <a:lnTo>
                    <a:pt x="2055" y="215"/>
                  </a:lnTo>
                  <a:lnTo>
                    <a:pt x="2055" y="215"/>
                  </a:lnTo>
                  <a:lnTo>
                    <a:pt x="2055" y="215"/>
                  </a:lnTo>
                  <a:lnTo>
                    <a:pt x="2054" y="216"/>
                  </a:lnTo>
                  <a:lnTo>
                    <a:pt x="2054" y="217"/>
                  </a:lnTo>
                  <a:lnTo>
                    <a:pt x="2055" y="217"/>
                  </a:lnTo>
                  <a:lnTo>
                    <a:pt x="2055" y="218"/>
                  </a:lnTo>
                  <a:lnTo>
                    <a:pt x="2054" y="218"/>
                  </a:lnTo>
                  <a:lnTo>
                    <a:pt x="2054" y="222"/>
                  </a:lnTo>
                  <a:lnTo>
                    <a:pt x="2054" y="222"/>
                  </a:lnTo>
                  <a:lnTo>
                    <a:pt x="2054" y="225"/>
                  </a:lnTo>
                  <a:lnTo>
                    <a:pt x="2054" y="225"/>
                  </a:lnTo>
                  <a:lnTo>
                    <a:pt x="2054" y="228"/>
                  </a:lnTo>
                  <a:lnTo>
                    <a:pt x="2054" y="229"/>
                  </a:lnTo>
                  <a:lnTo>
                    <a:pt x="2054" y="236"/>
                  </a:lnTo>
                  <a:lnTo>
                    <a:pt x="2053" y="236"/>
                  </a:lnTo>
                  <a:lnTo>
                    <a:pt x="2053" y="236"/>
                  </a:lnTo>
                  <a:lnTo>
                    <a:pt x="2053" y="238"/>
                  </a:lnTo>
                  <a:lnTo>
                    <a:pt x="2053" y="239"/>
                  </a:lnTo>
                  <a:lnTo>
                    <a:pt x="2052" y="239"/>
                  </a:lnTo>
                  <a:lnTo>
                    <a:pt x="2052" y="244"/>
                  </a:lnTo>
                  <a:lnTo>
                    <a:pt x="2052" y="245"/>
                  </a:lnTo>
                  <a:lnTo>
                    <a:pt x="2052" y="245"/>
                  </a:lnTo>
                  <a:lnTo>
                    <a:pt x="2052" y="252"/>
                  </a:lnTo>
                  <a:lnTo>
                    <a:pt x="2052" y="252"/>
                  </a:lnTo>
                  <a:lnTo>
                    <a:pt x="2052" y="255"/>
                  </a:lnTo>
                  <a:lnTo>
                    <a:pt x="2051" y="256"/>
                  </a:lnTo>
                  <a:lnTo>
                    <a:pt x="2051" y="257"/>
                  </a:lnTo>
                  <a:lnTo>
                    <a:pt x="2051" y="257"/>
                  </a:lnTo>
                  <a:lnTo>
                    <a:pt x="2051" y="257"/>
                  </a:lnTo>
                  <a:lnTo>
                    <a:pt x="2051" y="258"/>
                  </a:lnTo>
                  <a:lnTo>
                    <a:pt x="2051" y="259"/>
                  </a:lnTo>
                  <a:lnTo>
                    <a:pt x="2052" y="260"/>
                  </a:lnTo>
                  <a:lnTo>
                    <a:pt x="2052" y="265"/>
                  </a:lnTo>
                  <a:lnTo>
                    <a:pt x="2051" y="266"/>
                  </a:lnTo>
                  <a:lnTo>
                    <a:pt x="2051" y="268"/>
                  </a:lnTo>
                  <a:lnTo>
                    <a:pt x="2050" y="268"/>
                  </a:lnTo>
                  <a:lnTo>
                    <a:pt x="2050" y="275"/>
                  </a:lnTo>
                  <a:lnTo>
                    <a:pt x="2048" y="277"/>
                  </a:lnTo>
                  <a:cubicBezTo>
                    <a:pt x="2048" y="278"/>
                    <a:pt x="2045" y="278"/>
                    <a:pt x="2042" y="277"/>
                  </a:cubicBezTo>
                  <a:cubicBezTo>
                    <a:pt x="2039" y="276"/>
                    <a:pt x="2036" y="275"/>
                    <a:pt x="2033" y="271"/>
                  </a:cubicBezTo>
                  <a:cubicBezTo>
                    <a:pt x="2029" y="268"/>
                    <a:pt x="2027" y="271"/>
                    <a:pt x="2029" y="274"/>
                  </a:cubicBezTo>
                  <a:cubicBezTo>
                    <a:pt x="2031" y="278"/>
                    <a:pt x="2032" y="280"/>
                    <a:pt x="2038" y="284"/>
                  </a:cubicBezTo>
                  <a:lnTo>
                    <a:pt x="2039" y="284"/>
                  </a:lnTo>
                  <a:lnTo>
                    <a:pt x="2039" y="285"/>
                  </a:lnTo>
                  <a:lnTo>
                    <a:pt x="2039" y="286"/>
                  </a:lnTo>
                  <a:cubicBezTo>
                    <a:pt x="2043" y="287"/>
                    <a:pt x="2045" y="290"/>
                    <a:pt x="2046" y="293"/>
                  </a:cubicBezTo>
                  <a:cubicBezTo>
                    <a:pt x="2047" y="295"/>
                    <a:pt x="2051" y="299"/>
                    <a:pt x="2054" y="301"/>
                  </a:cubicBezTo>
                  <a:lnTo>
                    <a:pt x="2057" y="301"/>
                  </a:lnTo>
                  <a:lnTo>
                    <a:pt x="2058" y="301"/>
                  </a:lnTo>
                  <a:lnTo>
                    <a:pt x="2059" y="301"/>
                  </a:lnTo>
                  <a:cubicBezTo>
                    <a:pt x="2062" y="301"/>
                    <a:pt x="2064" y="302"/>
                    <a:pt x="2065" y="304"/>
                  </a:cubicBezTo>
                  <a:cubicBezTo>
                    <a:pt x="2066" y="306"/>
                    <a:pt x="2070" y="305"/>
                    <a:pt x="2072" y="303"/>
                  </a:cubicBezTo>
                  <a:cubicBezTo>
                    <a:pt x="2074" y="302"/>
                    <a:pt x="2076" y="300"/>
                    <a:pt x="2076" y="299"/>
                  </a:cubicBezTo>
                  <a:lnTo>
                    <a:pt x="2078" y="295"/>
                  </a:lnTo>
                  <a:lnTo>
                    <a:pt x="2078" y="295"/>
                  </a:lnTo>
                  <a:lnTo>
                    <a:pt x="2079" y="291"/>
                  </a:lnTo>
                  <a:lnTo>
                    <a:pt x="2080" y="290"/>
                  </a:lnTo>
                  <a:lnTo>
                    <a:pt x="2080" y="289"/>
                  </a:lnTo>
                  <a:lnTo>
                    <a:pt x="2080" y="288"/>
                  </a:lnTo>
                  <a:lnTo>
                    <a:pt x="2080" y="288"/>
                  </a:lnTo>
                  <a:lnTo>
                    <a:pt x="2080" y="286"/>
                  </a:lnTo>
                  <a:lnTo>
                    <a:pt x="2080" y="285"/>
                  </a:lnTo>
                  <a:lnTo>
                    <a:pt x="2080" y="283"/>
                  </a:lnTo>
                  <a:lnTo>
                    <a:pt x="2080" y="282"/>
                  </a:lnTo>
                  <a:lnTo>
                    <a:pt x="2080" y="280"/>
                  </a:lnTo>
                  <a:lnTo>
                    <a:pt x="2080" y="280"/>
                  </a:lnTo>
                  <a:lnTo>
                    <a:pt x="2082" y="275"/>
                  </a:lnTo>
                  <a:lnTo>
                    <a:pt x="2080" y="269"/>
                  </a:lnTo>
                  <a:lnTo>
                    <a:pt x="2080" y="261"/>
                  </a:lnTo>
                  <a:lnTo>
                    <a:pt x="2080" y="253"/>
                  </a:lnTo>
                  <a:lnTo>
                    <a:pt x="2079" y="252"/>
                  </a:lnTo>
                  <a:lnTo>
                    <a:pt x="2080" y="252"/>
                  </a:lnTo>
                  <a:lnTo>
                    <a:pt x="2080" y="247"/>
                  </a:lnTo>
                  <a:lnTo>
                    <a:pt x="2080" y="247"/>
                  </a:lnTo>
                  <a:lnTo>
                    <a:pt x="2080" y="246"/>
                  </a:lnTo>
                  <a:lnTo>
                    <a:pt x="2080" y="246"/>
                  </a:lnTo>
                  <a:lnTo>
                    <a:pt x="2080" y="237"/>
                  </a:lnTo>
                  <a:lnTo>
                    <a:pt x="2080" y="236"/>
                  </a:lnTo>
                  <a:lnTo>
                    <a:pt x="2079" y="231"/>
                  </a:lnTo>
                  <a:lnTo>
                    <a:pt x="2080" y="230"/>
                  </a:lnTo>
                  <a:lnTo>
                    <a:pt x="2080" y="229"/>
                  </a:lnTo>
                  <a:lnTo>
                    <a:pt x="2081" y="227"/>
                  </a:lnTo>
                  <a:lnTo>
                    <a:pt x="2081" y="227"/>
                  </a:lnTo>
                  <a:lnTo>
                    <a:pt x="2081" y="222"/>
                  </a:lnTo>
                  <a:lnTo>
                    <a:pt x="2081" y="222"/>
                  </a:lnTo>
                  <a:lnTo>
                    <a:pt x="2081" y="221"/>
                  </a:lnTo>
                  <a:lnTo>
                    <a:pt x="2081" y="221"/>
                  </a:lnTo>
                  <a:lnTo>
                    <a:pt x="2081" y="219"/>
                  </a:lnTo>
                  <a:lnTo>
                    <a:pt x="2080" y="219"/>
                  </a:lnTo>
                  <a:lnTo>
                    <a:pt x="2080" y="217"/>
                  </a:lnTo>
                  <a:lnTo>
                    <a:pt x="2081" y="217"/>
                  </a:lnTo>
                  <a:lnTo>
                    <a:pt x="2081" y="215"/>
                  </a:lnTo>
                  <a:lnTo>
                    <a:pt x="2081" y="215"/>
                  </a:lnTo>
                  <a:lnTo>
                    <a:pt x="2081" y="207"/>
                  </a:lnTo>
                  <a:lnTo>
                    <a:pt x="2081" y="206"/>
                  </a:lnTo>
                  <a:lnTo>
                    <a:pt x="2081" y="195"/>
                  </a:lnTo>
                  <a:lnTo>
                    <a:pt x="2081" y="195"/>
                  </a:lnTo>
                  <a:lnTo>
                    <a:pt x="2081" y="194"/>
                  </a:lnTo>
                  <a:lnTo>
                    <a:pt x="2082" y="194"/>
                  </a:lnTo>
                  <a:lnTo>
                    <a:pt x="2082" y="192"/>
                  </a:lnTo>
                  <a:lnTo>
                    <a:pt x="2082" y="187"/>
                  </a:lnTo>
                  <a:lnTo>
                    <a:pt x="2082" y="187"/>
                  </a:lnTo>
                  <a:lnTo>
                    <a:pt x="2082" y="186"/>
                  </a:lnTo>
                  <a:lnTo>
                    <a:pt x="2082" y="186"/>
                  </a:lnTo>
                  <a:lnTo>
                    <a:pt x="2082" y="182"/>
                  </a:lnTo>
                  <a:lnTo>
                    <a:pt x="2082" y="182"/>
                  </a:lnTo>
                  <a:lnTo>
                    <a:pt x="2082" y="181"/>
                  </a:lnTo>
                  <a:lnTo>
                    <a:pt x="2082" y="181"/>
                  </a:lnTo>
                  <a:lnTo>
                    <a:pt x="2082" y="177"/>
                  </a:lnTo>
                  <a:lnTo>
                    <a:pt x="2081" y="175"/>
                  </a:lnTo>
                  <a:lnTo>
                    <a:pt x="2081" y="175"/>
                  </a:lnTo>
                  <a:lnTo>
                    <a:pt x="2081" y="173"/>
                  </a:lnTo>
                  <a:lnTo>
                    <a:pt x="2081" y="173"/>
                  </a:lnTo>
                  <a:lnTo>
                    <a:pt x="2081" y="172"/>
                  </a:lnTo>
                  <a:lnTo>
                    <a:pt x="2082" y="171"/>
                  </a:lnTo>
                  <a:lnTo>
                    <a:pt x="2082" y="169"/>
                  </a:lnTo>
                  <a:lnTo>
                    <a:pt x="2081" y="169"/>
                  </a:lnTo>
                  <a:lnTo>
                    <a:pt x="2081" y="167"/>
                  </a:lnTo>
                  <a:lnTo>
                    <a:pt x="2081" y="167"/>
                  </a:lnTo>
                  <a:lnTo>
                    <a:pt x="2081" y="162"/>
                  </a:lnTo>
                  <a:lnTo>
                    <a:pt x="2081" y="162"/>
                  </a:lnTo>
                  <a:lnTo>
                    <a:pt x="2081" y="158"/>
                  </a:lnTo>
                  <a:lnTo>
                    <a:pt x="2081" y="158"/>
                  </a:lnTo>
                  <a:lnTo>
                    <a:pt x="2081" y="152"/>
                  </a:lnTo>
                  <a:lnTo>
                    <a:pt x="2080" y="152"/>
                  </a:lnTo>
                  <a:lnTo>
                    <a:pt x="2080" y="148"/>
                  </a:lnTo>
                  <a:lnTo>
                    <a:pt x="2080" y="148"/>
                  </a:lnTo>
                  <a:lnTo>
                    <a:pt x="2080" y="146"/>
                  </a:lnTo>
                  <a:lnTo>
                    <a:pt x="2080" y="144"/>
                  </a:lnTo>
                  <a:lnTo>
                    <a:pt x="2081" y="144"/>
                  </a:lnTo>
                  <a:lnTo>
                    <a:pt x="2081" y="140"/>
                  </a:lnTo>
                  <a:lnTo>
                    <a:pt x="2080" y="140"/>
                  </a:lnTo>
                  <a:lnTo>
                    <a:pt x="2080" y="138"/>
                  </a:lnTo>
                  <a:lnTo>
                    <a:pt x="2081" y="138"/>
                  </a:lnTo>
                  <a:lnTo>
                    <a:pt x="2081" y="135"/>
                  </a:lnTo>
                  <a:lnTo>
                    <a:pt x="2081" y="135"/>
                  </a:lnTo>
                  <a:lnTo>
                    <a:pt x="2081" y="133"/>
                  </a:lnTo>
                  <a:lnTo>
                    <a:pt x="2081" y="133"/>
                  </a:lnTo>
                  <a:lnTo>
                    <a:pt x="2081" y="131"/>
                  </a:lnTo>
                  <a:lnTo>
                    <a:pt x="2081" y="131"/>
                  </a:lnTo>
                  <a:lnTo>
                    <a:pt x="2081" y="130"/>
                  </a:lnTo>
                  <a:lnTo>
                    <a:pt x="2082" y="130"/>
                  </a:lnTo>
                  <a:lnTo>
                    <a:pt x="2082" y="126"/>
                  </a:lnTo>
                  <a:lnTo>
                    <a:pt x="2082" y="124"/>
                  </a:lnTo>
                  <a:lnTo>
                    <a:pt x="2081" y="124"/>
                  </a:lnTo>
                  <a:lnTo>
                    <a:pt x="2082" y="121"/>
                  </a:lnTo>
                  <a:lnTo>
                    <a:pt x="2082" y="121"/>
                  </a:lnTo>
                  <a:lnTo>
                    <a:pt x="2082" y="118"/>
                  </a:lnTo>
                  <a:lnTo>
                    <a:pt x="2082" y="117"/>
                  </a:lnTo>
                  <a:lnTo>
                    <a:pt x="2091" y="117"/>
                  </a:lnTo>
                  <a:lnTo>
                    <a:pt x="2093" y="116"/>
                  </a:lnTo>
                  <a:lnTo>
                    <a:pt x="2093" y="117"/>
                  </a:lnTo>
                  <a:lnTo>
                    <a:pt x="2098" y="117"/>
                  </a:lnTo>
                  <a:cubicBezTo>
                    <a:pt x="2098" y="116"/>
                    <a:pt x="2098" y="116"/>
                    <a:pt x="2099" y="116"/>
                  </a:cubicBezTo>
                  <a:cubicBezTo>
                    <a:pt x="2100" y="116"/>
                    <a:pt x="2101" y="116"/>
                    <a:pt x="2102" y="116"/>
                  </a:cubicBezTo>
                  <a:cubicBezTo>
                    <a:pt x="2102" y="116"/>
                    <a:pt x="2102" y="116"/>
                    <a:pt x="2102" y="116"/>
                  </a:cubicBezTo>
                  <a:lnTo>
                    <a:pt x="2102" y="117"/>
                  </a:lnTo>
                  <a:cubicBezTo>
                    <a:pt x="2103" y="118"/>
                    <a:pt x="2105" y="120"/>
                    <a:pt x="2105" y="122"/>
                  </a:cubicBezTo>
                  <a:lnTo>
                    <a:pt x="2105" y="124"/>
                  </a:lnTo>
                  <a:lnTo>
                    <a:pt x="2106" y="126"/>
                  </a:lnTo>
                  <a:lnTo>
                    <a:pt x="2106" y="126"/>
                  </a:lnTo>
                  <a:lnTo>
                    <a:pt x="2106" y="129"/>
                  </a:lnTo>
                  <a:lnTo>
                    <a:pt x="2106" y="130"/>
                  </a:lnTo>
                  <a:lnTo>
                    <a:pt x="2107" y="130"/>
                  </a:lnTo>
                  <a:lnTo>
                    <a:pt x="2107" y="130"/>
                  </a:lnTo>
                  <a:lnTo>
                    <a:pt x="2107" y="131"/>
                  </a:lnTo>
                  <a:lnTo>
                    <a:pt x="2106" y="131"/>
                  </a:lnTo>
                  <a:lnTo>
                    <a:pt x="2106" y="132"/>
                  </a:lnTo>
                  <a:lnTo>
                    <a:pt x="2106" y="132"/>
                  </a:lnTo>
                  <a:lnTo>
                    <a:pt x="2106" y="132"/>
                  </a:lnTo>
                  <a:lnTo>
                    <a:pt x="2106" y="132"/>
                  </a:lnTo>
                  <a:lnTo>
                    <a:pt x="2107" y="134"/>
                  </a:lnTo>
                  <a:lnTo>
                    <a:pt x="2107" y="134"/>
                  </a:lnTo>
                  <a:lnTo>
                    <a:pt x="2107" y="137"/>
                  </a:lnTo>
                  <a:lnTo>
                    <a:pt x="2107" y="137"/>
                  </a:lnTo>
                  <a:lnTo>
                    <a:pt x="2107" y="139"/>
                  </a:lnTo>
                  <a:lnTo>
                    <a:pt x="2108" y="141"/>
                  </a:lnTo>
                  <a:lnTo>
                    <a:pt x="2108" y="143"/>
                  </a:lnTo>
                  <a:lnTo>
                    <a:pt x="2109" y="143"/>
                  </a:lnTo>
                  <a:lnTo>
                    <a:pt x="2109" y="145"/>
                  </a:lnTo>
                  <a:lnTo>
                    <a:pt x="2108" y="145"/>
                  </a:lnTo>
                  <a:lnTo>
                    <a:pt x="2108" y="147"/>
                  </a:lnTo>
                  <a:lnTo>
                    <a:pt x="2108" y="147"/>
                  </a:lnTo>
                  <a:lnTo>
                    <a:pt x="2108" y="148"/>
                  </a:lnTo>
                  <a:lnTo>
                    <a:pt x="2108" y="148"/>
                  </a:lnTo>
                  <a:lnTo>
                    <a:pt x="2108" y="152"/>
                  </a:lnTo>
                  <a:lnTo>
                    <a:pt x="2109" y="153"/>
                  </a:lnTo>
                  <a:lnTo>
                    <a:pt x="2109" y="156"/>
                  </a:lnTo>
                  <a:lnTo>
                    <a:pt x="2109" y="156"/>
                  </a:lnTo>
                  <a:lnTo>
                    <a:pt x="2108" y="158"/>
                  </a:lnTo>
                  <a:lnTo>
                    <a:pt x="2108" y="158"/>
                  </a:lnTo>
                  <a:lnTo>
                    <a:pt x="2108" y="165"/>
                  </a:lnTo>
                  <a:lnTo>
                    <a:pt x="2108" y="165"/>
                  </a:lnTo>
                  <a:lnTo>
                    <a:pt x="2108" y="166"/>
                  </a:lnTo>
                  <a:lnTo>
                    <a:pt x="2108" y="166"/>
                  </a:lnTo>
                  <a:lnTo>
                    <a:pt x="2108" y="168"/>
                  </a:lnTo>
                  <a:lnTo>
                    <a:pt x="2107" y="169"/>
                  </a:lnTo>
                  <a:lnTo>
                    <a:pt x="2107" y="171"/>
                  </a:lnTo>
                  <a:lnTo>
                    <a:pt x="2107" y="171"/>
                  </a:lnTo>
                  <a:lnTo>
                    <a:pt x="2107" y="178"/>
                  </a:lnTo>
                  <a:lnTo>
                    <a:pt x="2106" y="179"/>
                  </a:lnTo>
                  <a:lnTo>
                    <a:pt x="2106" y="179"/>
                  </a:lnTo>
                  <a:lnTo>
                    <a:pt x="2106" y="183"/>
                  </a:lnTo>
                  <a:lnTo>
                    <a:pt x="2105" y="183"/>
                  </a:lnTo>
                  <a:lnTo>
                    <a:pt x="2105" y="186"/>
                  </a:lnTo>
                  <a:lnTo>
                    <a:pt x="2105" y="187"/>
                  </a:lnTo>
                  <a:lnTo>
                    <a:pt x="2105" y="189"/>
                  </a:lnTo>
                  <a:lnTo>
                    <a:pt x="2104" y="189"/>
                  </a:lnTo>
                  <a:lnTo>
                    <a:pt x="2104" y="192"/>
                  </a:lnTo>
                  <a:lnTo>
                    <a:pt x="2104" y="192"/>
                  </a:lnTo>
                  <a:lnTo>
                    <a:pt x="2105" y="195"/>
                  </a:lnTo>
                  <a:lnTo>
                    <a:pt x="2105" y="195"/>
                  </a:lnTo>
                  <a:lnTo>
                    <a:pt x="2105" y="197"/>
                  </a:lnTo>
                  <a:lnTo>
                    <a:pt x="2105" y="197"/>
                  </a:lnTo>
                  <a:lnTo>
                    <a:pt x="2104" y="199"/>
                  </a:lnTo>
                  <a:lnTo>
                    <a:pt x="2104" y="199"/>
                  </a:lnTo>
                  <a:lnTo>
                    <a:pt x="2104" y="202"/>
                  </a:lnTo>
                  <a:lnTo>
                    <a:pt x="2103" y="202"/>
                  </a:lnTo>
                  <a:lnTo>
                    <a:pt x="2103" y="205"/>
                  </a:lnTo>
                  <a:lnTo>
                    <a:pt x="2103" y="205"/>
                  </a:lnTo>
                  <a:lnTo>
                    <a:pt x="2103" y="206"/>
                  </a:lnTo>
                  <a:lnTo>
                    <a:pt x="2103" y="207"/>
                  </a:lnTo>
                  <a:lnTo>
                    <a:pt x="2103" y="220"/>
                  </a:lnTo>
                  <a:lnTo>
                    <a:pt x="2103" y="221"/>
                  </a:lnTo>
                  <a:lnTo>
                    <a:pt x="2103" y="223"/>
                  </a:lnTo>
                  <a:lnTo>
                    <a:pt x="2104" y="225"/>
                  </a:lnTo>
                  <a:lnTo>
                    <a:pt x="2104" y="225"/>
                  </a:lnTo>
                  <a:lnTo>
                    <a:pt x="2104" y="228"/>
                  </a:lnTo>
                  <a:lnTo>
                    <a:pt x="2104" y="228"/>
                  </a:lnTo>
                  <a:lnTo>
                    <a:pt x="2105" y="230"/>
                  </a:lnTo>
                  <a:lnTo>
                    <a:pt x="2105" y="230"/>
                  </a:lnTo>
                  <a:lnTo>
                    <a:pt x="2105" y="232"/>
                  </a:lnTo>
                  <a:lnTo>
                    <a:pt x="2105" y="232"/>
                  </a:lnTo>
                  <a:lnTo>
                    <a:pt x="2106" y="233"/>
                  </a:lnTo>
                  <a:lnTo>
                    <a:pt x="2106" y="233"/>
                  </a:lnTo>
                  <a:lnTo>
                    <a:pt x="2106" y="235"/>
                  </a:lnTo>
                  <a:lnTo>
                    <a:pt x="2106" y="236"/>
                  </a:lnTo>
                  <a:lnTo>
                    <a:pt x="2106" y="237"/>
                  </a:lnTo>
                  <a:lnTo>
                    <a:pt x="2107" y="237"/>
                  </a:lnTo>
                  <a:lnTo>
                    <a:pt x="2107" y="241"/>
                  </a:lnTo>
                  <a:lnTo>
                    <a:pt x="2114" y="248"/>
                  </a:lnTo>
                  <a:lnTo>
                    <a:pt x="2114" y="248"/>
                  </a:lnTo>
                  <a:lnTo>
                    <a:pt x="2114" y="249"/>
                  </a:lnTo>
                  <a:lnTo>
                    <a:pt x="2114" y="249"/>
                  </a:lnTo>
                  <a:lnTo>
                    <a:pt x="2114" y="250"/>
                  </a:lnTo>
                  <a:lnTo>
                    <a:pt x="2117" y="252"/>
                  </a:lnTo>
                  <a:cubicBezTo>
                    <a:pt x="2117" y="252"/>
                    <a:pt x="2118" y="252"/>
                    <a:pt x="2118" y="253"/>
                  </a:cubicBezTo>
                  <a:cubicBezTo>
                    <a:pt x="2119" y="253"/>
                    <a:pt x="2119" y="253"/>
                    <a:pt x="2120" y="254"/>
                  </a:cubicBezTo>
                  <a:lnTo>
                    <a:pt x="2120" y="254"/>
                  </a:lnTo>
                  <a:cubicBezTo>
                    <a:pt x="2121" y="254"/>
                    <a:pt x="2120" y="254"/>
                    <a:pt x="2120" y="254"/>
                  </a:cubicBezTo>
                  <a:lnTo>
                    <a:pt x="2121" y="254"/>
                  </a:lnTo>
                  <a:lnTo>
                    <a:pt x="2122" y="255"/>
                  </a:lnTo>
                  <a:lnTo>
                    <a:pt x="2123" y="255"/>
                  </a:lnTo>
                  <a:lnTo>
                    <a:pt x="2125" y="255"/>
                  </a:lnTo>
                  <a:lnTo>
                    <a:pt x="2125" y="256"/>
                  </a:lnTo>
                  <a:lnTo>
                    <a:pt x="2127" y="256"/>
                  </a:lnTo>
                  <a:lnTo>
                    <a:pt x="2127" y="256"/>
                  </a:lnTo>
                  <a:lnTo>
                    <a:pt x="2128" y="257"/>
                  </a:lnTo>
                  <a:lnTo>
                    <a:pt x="2128" y="257"/>
                  </a:lnTo>
                  <a:lnTo>
                    <a:pt x="2129" y="257"/>
                  </a:lnTo>
                  <a:lnTo>
                    <a:pt x="2129" y="258"/>
                  </a:lnTo>
                  <a:lnTo>
                    <a:pt x="2131" y="258"/>
                  </a:lnTo>
                  <a:cubicBezTo>
                    <a:pt x="2132" y="258"/>
                    <a:pt x="2133" y="257"/>
                    <a:pt x="2134" y="259"/>
                  </a:cubicBezTo>
                  <a:lnTo>
                    <a:pt x="2135" y="259"/>
                  </a:lnTo>
                  <a:lnTo>
                    <a:pt x="2135" y="259"/>
                  </a:lnTo>
                  <a:lnTo>
                    <a:pt x="2136" y="259"/>
                  </a:lnTo>
                  <a:lnTo>
                    <a:pt x="2137" y="259"/>
                  </a:lnTo>
                  <a:lnTo>
                    <a:pt x="2137" y="259"/>
                  </a:lnTo>
                  <a:lnTo>
                    <a:pt x="2138" y="259"/>
                  </a:lnTo>
                  <a:lnTo>
                    <a:pt x="2137" y="260"/>
                  </a:lnTo>
                  <a:lnTo>
                    <a:pt x="2138" y="260"/>
                  </a:lnTo>
                  <a:lnTo>
                    <a:pt x="2138" y="259"/>
                  </a:lnTo>
                  <a:lnTo>
                    <a:pt x="2139" y="259"/>
                  </a:lnTo>
                  <a:lnTo>
                    <a:pt x="2139" y="260"/>
                  </a:lnTo>
                  <a:lnTo>
                    <a:pt x="2141" y="260"/>
                  </a:lnTo>
                  <a:lnTo>
                    <a:pt x="2141" y="259"/>
                  </a:lnTo>
                  <a:lnTo>
                    <a:pt x="2147" y="259"/>
                  </a:lnTo>
                  <a:lnTo>
                    <a:pt x="2148" y="260"/>
                  </a:lnTo>
                  <a:lnTo>
                    <a:pt x="2152" y="260"/>
                  </a:lnTo>
                  <a:lnTo>
                    <a:pt x="2152" y="259"/>
                  </a:lnTo>
                  <a:lnTo>
                    <a:pt x="2153" y="259"/>
                  </a:lnTo>
                  <a:lnTo>
                    <a:pt x="2153" y="260"/>
                  </a:lnTo>
                  <a:lnTo>
                    <a:pt x="2153" y="260"/>
                  </a:lnTo>
                  <a:lnTo>
                    <a:pt x="2157" y="260"/>
                  </a:lnTo>
                  <a:lnTo>
                    <a:pt x="2157" y="260"/>
                  </a:lnTo>
                  <a:lnTo>
                    <a:pt x="2159" y="260"/>
                  </a:lnTo>
                  <a:lnTo>
                    <a:pt x="2159" y="259"/>
                  </a:lnTo>
                  <a:lnTo>
                    <a:pt x="2162" y="259"/>
                  </a:lnTo>
                  <a:lnTo>
                    <a:pt x="2162" y="259"/>
                  </a:lnTo>
                  <a:lnTo>
                    <a:pt x="2168" y="259"/>
                  </a:lnTo>
                  <a:lnTo>
                    <a:pt x="2169" y="259"/>
                  </a:lnTo>
                  <a:lnTo>
                    <a:pt x="2175" y="258"/>
                  </a:lnTo>
                  <a:lnTo>
                    <a:pt x="2178" y="258"/>
                  </a:lnTo>
                  <a:lnTo>
                    <a:pt x="2178" y="259"/>
                  </a:lnTo>
                  <a:lnTo>
                    <a:pt x="2180" y="259"/>
                  </a:lnTo>
                  <a:lnTo>
                    <a:pt x="2181" y="258"/>
                  </a:lnTo>
                  <a:lnTo>
                    <a:pt x="2182" y="258"/>
                  </a:lnTo>
                  <a:lnTo>
                    <a:pt x="2183" y="257"/>
                  </a:lnTo>
                  <a:lnTo>
                    <a:pt x="2187" y="257"/>
                  </a:lnTo>
                  <a:lnTo>
                    <a:pt x="2187" y="257"/>
                  </a:lnTo>
                  <a:lnTo>
                    <a:pt x="2187" y="257"/>
                  </a:lnTo>
                  <a:lnTo>
                    <a:pt x="2192" y="257"/>
                  </a:lnTo>
                  <a:lnTo>
                    <a:pt x="2193" y="256"/>
                  </a:lnTo>
                  <a:lnTo>
                    <a:pt x="2193" y="256"/>
                  </a:lnTo>
                  <a:lnTo>
                    <a:pt x="2198" y="256"/>
                  </a:lnTo>
                  <a:lnTo>
                    <a:pt x="2198" y="255"/>
                  </a:lnTo>
                  <a:lnTo>
                    <a:pt x="2202" y="255"/>
                  </a:lnTo>
                  <a:lnTo>
                    <a:pt x="2202" y="255"/>
                  </a:lnTo>
                  <a:lnTo>
                    <a:pt x="2207" y="254"/>
                  </a:lnTo>
                  <a:cubicBezTo>
                    <a:pt x="2209" y="253"/>
                    <a:pt x="2212" y="253"/>
                    <a:pt x="2213" y="252"/>
                  </a:cubicBezTo>
                  <a:lnTo>
                    <a:pt x="2214" y="252"/>
                  </a:lnTo>
                  <a:cubicBezTo>
                    <a:pt x="2214" y="252"/>
                    <a:pt x="2215" y="252"/>
                    <a:pt x="2215" y="252"/>
                  </a:cubicBezTo>
                  <a:lnTo>
                    <a:pt x="2215" y="251"/>
                  </a:lnTo>
                  <a:lnTo>
                    <a:pt x="2217" y="251"/>
                  </a:lnTo>
                  <a:lnTo>
                    <a:pt x="2217" y="250"/>
                  </a:lnTo>
                  <a:lnTo>
                    <a:pt x="2221" y="245"/>
                  </a:lnTo>
                  <a:lnTo>
                    <a:pt x="2222" y="245"/>
                  </a:lnTo>
                  <a:lnTo>
                    <a:pt x="2221" y="243"/>
                  </a:lnTo>
                  <a:lnTo>
                    <a:pt x="2222" y="243"/>
                  </a:lnTo>
                  <a:lnTo>
                    <a:pt x="2222" y="242"/>
                  </a:lnTo>
                  <a:lnTo>
                    <a:pt x="2222" y="242"/>
                  </a:lnTo>
                  <a:lnTo>
                    <a:pt x="2222" y="240"/>
                  </a:lnTo>
                  <a:lnTo>
                    <a:pt x="2223" y="240"/>
                  </a:lnTo>
                  <a:lnTo>
                    <a:pt x="2223" y="237"/>
                  </a:lnTo>
                  <a:lnTo>
                    <a:pt x="2223" y="237"/>
                  </a:lnTo>
                  <a:lnTo>
                    <a:pt x="2223" y="232"/>
                  </a:lnTo>
                  <a:lnTo>
                    <a:pt x="2222" y="231"/>
                  </a:lnTo>
                  <a:lnTo>
                    <a:pt x="2222" y="231"/>
                  </a:lnTo>
                  <a:lnTo>
                    <a:pt x="2222" y="230"/>
                  </a:lnTo>
                  <a:lnTo>
                    <a:pt x="2222" y="229"/>
                  </a:lnTo>
                  <a:lnTo>
                    <a:pt x="2221" y="229"/>
                  </a:lnTo>
                  <a:lnTo>
                    <a:pt x="2221" y="228"/>
                  </a:lnTo>
                  <a:lnTo>
                    <a:pt x="2222" y="228"/>
                  </a:lnTo>
                  <a:lnTo>
                    <a:pt x="2222" y="225"/>
                  </a:lnTo>
                  <a:lnTo>
                    <a:pt x="2221" y="225"/>
                  </a:lnTo>
                  <a:lnTo>
                    <a:pt x="2221" y="223"/>
                  </a:lnTo>
                  <a:lnTo>
                    <a:pt x="2221" y="223"/>
                  </a:lnTo>
                  <a:lnTo>
                    <a:pt x="2221" y="219"/>
                  </a:lnTo>
                  <a:lnTo>
                    <a:pt x="2220" y="219"/>
                  </a:lnTo>
                  <a:lnTo>
                    <a:pt x="2220" y="218"/>
                  </a:lnTo>
                  <a:lnTo>
                    <a:pt x="2220" y="218"/>
                  </a:lnTo>
                  <a:lnTo>
                    <a:pt x="2220" y="216"/>
                  </a:lnTo>
                  <a:lnTo>
                    <a:pt x="2219" y="216"/>
                  </a:lnTo>
                  <a:lnTo>
                    <a:pt x="2219" y="216"/>
                  </a:lnTo>
                  <a:lnTo>
                    <a:pt x="2219" y="215"/>
                  </a:lnTo>
                  <a:lnTo>
                    <a:pt x="2219" y="211"/>
                  </a:lnTo>
                  <a:lnTo>
                    <a:pt x="2219" y="210"/>
                  </a:lnTo>
                  <a:lnTo>
                    <a:pt x="2219" y="205"/>
                  </a:lnTo>
                  <a:cubicBezTo>
                    <a:pt x="2219" y="204"/>
                    <a:pt x="2218" y="204"/>
                    <a:pt x="2218" y="204"/>
                  </a:cubicBezTo>
                  <a:lnTo>
                    <a:pt x="2218" y="203"/>
                  </a:lnTo>
                  <a:lnTo>
                    <a:pt x="2218" y="203"/>
                  </a:lnTo>
                  <a:lnTo>
                    <a:pt x="2218" y="202"/>
                  </a:lnTo>
                  <a:lnTo>
                    <a:pt x="2218" y="202"/>
                  </a:lnTo>
                  <a:cubicBezTo>
                    <a:pt x="2218" y="201"/>
                    <a:pt x="2217" y="201"/>
                    <a:pt x="2217" y="201"/>
                  </a:cubicBezTo>
                  <a:cubicBezTo>
                    <a:pt x="2217" y="201"/>
                    <a:pt x="2217" y="200"/>
                    <a:pt x="2217" y="200"/>
                  </a:cubicBezTo>
                  <a:cubicBezTo>
                    <a:pt x="2217" y="199"/>
                    <a:pt x="2217" y="199"/>
                    <a:pt x="2217" y="199"/>
                  </a:cubicBezTo>
                  <a:lnTo>
                    <a:pt x="2217" y="199"/>
                  </a:lnTo>
                  <a:cubicBezTo>
                    <a:pt x="2217" y="199"/>
                    <a:pt x="2216" y="198"/>
                    <a:pt x="2216" y="198"/>
                  </a:cubicBezTo>
                  <a:lnTo>
                    <a:pt x="2216" y="195"/>
                  </a:lnTo>
                  <a:cubicBezTo>
                    <a:pt x="2216" y="195"/>
                    <a:pt x="2216" y="195"/>
                    <a:pt x="2216" y="194"/>
                  </a:cubicBezTo>
                  <a:lnTo>
                    <a:pt x="2215" y="194"/>
                  </a:lnTo>
                  <a:lnTo>
                    <a:pt x="2214" y="193"/>
                  </a:lnTo>
                  <a:cubicBezTo>
                    <a:pt x="2214" y="193"/>
                    <a:pt x="2214" y="191"/>
                    <a:pt x="2214" y="191"/>
                  </a:cubicBezTo>
                  <a:lnTo>
                    <a:pt x="2213" y="190"/>
                  </a:lnTo>
                  <a:cubicBezTo>
                    <a:pt x="2213" y="190"/>
                    <a:pt x="2213" y="189"/>
                    <a:pt x="2213" y="189"/>
                  </a:cubicBezTo>
                  <a:cubicBezTo>
                    <a:pt x="2213" y="189"/>
                    <a:pt x="2212" y="188"/>
                    <a:pt x="2212" y="188"/>
                  </a:cubicBezTo>
                  <a:cubicBezTo>
                    <a:pt x="2211" y="186"/>
                    <a:pt x="2211" y="186"/>
                    <a:pt x="2210" y="184"/>
                  </a:cubicBezTo>
                  <a:lnTo>
                    <a:pt x="2210" y="183"/>
                  </a:lnTo>
                  <a:cubicBezTo>
                    <a:pt x="2210" y="182"/>
                    <a:pt x="2210" y="181"/>
                    <a:pt x="2209" y="180"/>
                  </a:cubicBezTo>
                  <a:cubicBezTo>
                    <a:pt x="2206" y="176"/>
                    <a:pt x="2203" y="175"/>
                    <a:pt x="2202" y="178"/>
                  </a:cubicBezTo>
                  <a:cubicBezTo>
                    <a:pt x="2202" y="179"/>
                    <a:pt x="2202" y="181"/>
                    <a:pt x="2202" y="182"/>
                  </a:cubicBezTo>
                  <a:cubicBezTo>
                    <a:pt x="2202" y="183"/>
                    <a:pt x="2203" y="184"/>
                    <a:pt x="2203" y="185"/>
                  </a:cubicBezTo>
                  <a:cubicBezTo>
                    <a:pt x="2203" y="185"/>
                    <a:pt x="2204" y="186"/>
                    <a:pt x="2204" y="186"/>
                  </a:cubicBezTo>
                  <a:cubicBezTo>
                    <a:pt x="2205" y="189"/>
                    <a:pt x="2205" y="192"/>
                    <a:pt x="2206" y="195"/>
                  </a:cubicBezTo>
                  <a:cubicBezTo>
                    <a:pt x="2206" y="195"/>
                    <a:pt x="2207" y="195"/>
                    <a:pt x="2207" y="196"/>
                  </a:cubicBezTo>
                  <a:cubicBezTo>
                    <a:pt x="2207" y="196"/>
                    <a:pt x="2207" y="197"/>
                    <a:pt x="2207" y="197"/>
                  </a:cubicBezTo>
                  <a:lnTo>
                    <a:pt x="2207" y="197"/>
                  </a:lnTo>
                  <a:cubicBezTo>
                    <a:pt x="2208" y="203"/>
                    <a:pt x="2208" y="209"/>
                    <a:pt x="2204" y="216"/>
                  </a:cubicBezTo>
                  <a:cubicBezTo>
                    <a:pt x="2202" y="219"/>
                    <a:pt x="2199" y="225"/>
                    <a:pt x="2198" y="226"/>
                  </a:cubicBezTo>
                  <a:cubicBezTo>
                    <a:pt x="2195" y="228"/>
                    <a:pt x="2194" y="229"/>
                    <a:pt x="2186" y="232"/>
                  </a:cubicBezTo>
                  <a:lnTo>
                    <a:pt x="2184" y="232"/>
                  </a:lnTo>
                  <a:lnTo>
                    <a:pt x="2182" y="232"/>
                  </a:lnTo>
                  <a:cubicBezTo>
                    <a:pt x="2181" y="233"/>
                    <a:pt x="2179" y="233"/>
                    <a:pt x="2177" y="234"/>
                  </a:cubicBezTo>
                  <a:lnTo>
                    <a:pt x="2176" y="234"/>
                  </a:lnTo>
                  <a:cubicBezTo>
                    <a:pt x="2175" y="235"/>
                    <a:pt x="2174" y="235"/>
                    <a:pt x="2173" y="235"/>
                  </a:cubicBezTo>
                  <a:cubicBezTo>
                    <a:pt x="2173" y="236"/>
                    <a:pt x="2171" y="235"/>
                    <a:pt x="2171" y="235"/>
                  </a:cubicBezTo>
                  <a:cubicBezTo>
                    <a:pt x="2171" y="235"/>
                    <a:pt x="2171" y="236"/>
                    <a:pt x="2170" y="236"/>
                  </a:cubicBezTo>
                  <a:lnTo>
                    <a:pt x="2168" y="236"/>
                  </a:lnTo>
                  <a:cubicBezTo>
                    <a:pt x="2168" y="236"/>
                    <a:pt x="2168" y="236"/>
                    <a:pt x="2168" y="237"/>
                  </a:cubicBezTo>
                  <a:cubicBezTo>
                    <a:pt x="2168" y="237"/>
                    <a:pt x="2166" y="236"/>
                    <a:pt x="2166" y="237"/>
                  </a:cubicBezTo>
                  <a:cubicBezTo>
                    <a:pt x="2165" y="237"/>
                    <a:pt x="2165" y="237"/>
                    <a:pt x="2165" y="237"/>
                  </a:cubicBezTo>
                  <a:lnTo>
                    <a:pt x="2165" y="237"/>
                  </a:lnTo>
                  <a:lnTo>
                    <a:pt x="2156" y="237"/>
                  </a:lnTo>
                  <a:lnTo>
                    <a:pt x="2155" y="238"/>
                  </a:lnTo>
                  <a:cubicBezTo>
                    <a:pt x="2154" y="237"/>
                    <a:pt x="2153" y="237"/>
                    <a:pt x="2153" y="237"/>
                  </a:cubicBezTo>
                  <a:lnTo>
                    <a:pt x="2152" y="237"/>
                  </a:lnTo>
                  <a:cubicBezTo>
                    <a:pt x="2149" y="237"/>
                    <a:pt x="2146" y="236"/>
                    <a:pt x="2143" y="235"/>
                  </a:cubicBezTo>
                  <a:cubicBezTo>
                    <a:pt x="2127" y="228"/>
                    <a:pt x="2127" y="223"/>
                    <a:pt x="2127" y="216"/>
                  </a:cubicBezTo>
                  <a:lnTo>
                    <a:pt x="2126" y="212"/>
                  </a:lnTo>
                  <a:lnTo>
                    <a:pt x="2127" y="212"/>
                  </a:lnTo>
                  <a:lnTo>
                    <a:pt x="2127" y="210"/>
                  </a:lnTo>
                  <a:lnTo>
                    <a:pt x="2127" y="210"/>
                  </a:lnTo>
                  <a:lnTo>
                    <a:pt x="2128" y="206"/>
                  </a:lnTo>
                  <a:lnTo>
                    <a:pt x="2127" y="206"/>
                  </a:lnTo>
                  <a:lnTo>
                    <a:pt x="2127" y="203"/>
                  </a:lnTo>
                  <a:lnTo>
                    <a:pt x="2128" y="202"/>
                  </a:lnTo>
                  <a:lnTo>
                    <a:pt x="2128" y="200"/>
                  </a:lnTo>
                  <a:lnTo>
                    <a:pt x="2129" y="200"/>
                  </a:lnTo>
                  <a:lnTo>
                    <a:pt x="2129" y="195"/>
                  </a:lnTo>
                  <a:lnTo>
                    <a:pt x="2129" y="195"/>
                  </a:lnTo>
                  <a:lnTo>
                    <a:pt x="2129" y="192"/>
                  </a:lnTo>
                  <a:lnTo>
                    <a:pt x="2128" y="192"/>
                  </a:lnTo>
                  <a:lnTo>
                    <a:pt x="2128" y="186"/>
                  </a:lnTo>
                  <a:lnTo>
                    <a:pt x="2128" y="185"/>
                  </a:lnTo>
                  <a:lnTo>
                    <a:pt x="2129" y="168"/>
                  </a:lnTo>
                  <a:lnTo>
                    <a:pt x="2130" y="166"/>
                  </a:lnTo>
                  <a:lnTo>
                    <a:pt x="2130" y="166"/>
                  </a:lnTo>
                  <a:lnTo>
                    <a:pt x="2130" y="164"/>
                  </a:lnTo>
                  <a:lnTo>
                    <a:pt x="2131" y="164"/>
                  </a:lnTo>
                  <a:lnTo>
                    <a:pt x="2131" y="160"/>
                  </a:lnTo>
                  <a:lnTo>
                    <a:pt x="2131" y="160"/>
                  </a:lnTo>
                  <a:lnTo>
                    <a:pt x="2131" y="157"/>
                  </a:lnTo>
                  <a:lnTo>
                    <a:pt x="2132" y="156"/>
                  </a:lnTo>
                  <a:lnTo>
                    <a:pt x="2132" y="152"/>
                  </a:lnTo>
                  <a:lnTo>
                    <a:pt x="2132" y="151"/>
                  </a:lnTo>
                  <a:lnTo>
                    <a:pt x="2132" y="150"/>
                  </a:lnTo>
                  <a:lnTo>
                    <a:pt x="2133" y="142"/>
                  </a:lnTo>
                  <a:lnTo>
                    <a:pt x="2134" y="141"/>
                  </a:lnTo>
                  <a:lnTo>
                    <a:pt x="2134" y="137"/>
                  </a:lnTo>
                  <a:lnTo>
                    <a:pt x="2134" y="137"/>
                  </a:lnTo>
                  <a:lnTo>
                    <a:pt x="2134" y="132"/>
                  </a:lnTo>
                  <a:lnTo>
                    <a:pt x="2133" y="130"/>
                  </a:lnTo>
                  <a:lnTo>
                    <a:pt x="2133" y="128"/>
                  </a:lnTo>
                  <a:cubicBezTo>
                    <a:pt x="2132" y="122"/>
                    <a:pt x="2127" y="111"/>
                    <a:pt x="2122" y="108"/>
                  </a:cubicBezTo>
                  <a:cubicBezTo>
                    <a:pt x="2115" y="102"/>
                    <a:pt x="2118" y="102"/>
                    <a:pt x="2121" y="100"/>
                  </a:cubicBezTo>
                  <a:lnTo>
                    <a:pt x="2123" y="97"/>
                  </a:lnTo>
                  <a:lnTo>
                    <a:pt x="2124" y="95"/>
                  </a:lnTo>
                  <a:lnTo>
                    <a:pt x="2126" y="95"/>
                  </a:lnTo>
                  <a:lnTo>
                    <a:pt x="2132" y="90"/>
                  </a:lnTo>
                  <a:lnTo>
                    <a:pt x="2134" y="90"/>
                  </a:lnTo>
                  <a:lnTo>
                    <a:pt x="2140" y="85"/>
                  </a:lnTo>
                  <a:cubicBezTo>
                    <a:pt x="2142" y="82"/>
                    <a:pt x="2145" y="79"/>
                    <a:pt x="2147" y="76"/>
                  </a:cubicBezTo>
                  <a:lnTo>
                    <a:pt x="2148" y="74"/>
                  </a:lnTo>
                  <a:lnTo>
                    <a:pt x="2149" y="73"/>
                  </a:lnTo>
                  <a:lnTo>
                    <a:pt x="2149" y="65"/>
                  </a:lnTo>
                  <a:lnTo>
                    <a:pt x="2149" y="65"/>
                  </a:lnTo>
                  <a:lnTo>
                    <a:pt x="2150" y="64"/>
                  </a:lnTo>
                  <a:lnTo>
                    <a:pt x="2150" y="59"/>
                  </a:lnTo>
                  <a:cubicBezTo>
                    <a:pt x="2146" y="54"/>
                    <a:pt x="2141" y="53"/>
                    <a:pt x="2137" y="52"/>
                  </a:cubicBezTo>
                  <a:cubicBezTo>
                    <a:pt x="2132" y="51"/>
                    <a:pt x="2128" y="52"/>
                    <a:pt x="2124" y="52"/>
                  </a:cubicBezTo>
                  <a:cubicBezTo>
                    <a:pt x="2121" y="52"/>
                    <a:pt x="2119" y="53"/>
                    <a:pt x="2116" y="54"/>
                  </a:cubicBezTo>
                  <a:lnTo>
                    <a:pt x="2113" y="54"/>
                  </a:lnTo>
                  <a:cubicBezTo>
                    <a:pt x="2111" y="55"/>
                    <a:pt x="2109" y="56"/>
                    <a:pt x="2107" y="57"/>
                  </a:cubicBezTo>
                  <a:cubicBezTo>
                    <a:pt x="2106" y="58"/>
                    <a:pt x="2104" y="59"/>
                    <a:pt x="2103" y="60"/>
                  </a:cubicBezTo>
                  <a:cubicBezTo>
                    <a:pt x="2102" y="60"/>
                    <a:pt x="2102" y="60"/>
                    <a:pt x="2102" y="60"/>
                  </a:cubicBezTo>
                  <a:cubicBezTo>
                    <a:pt x="2099" y="61"/>
                    <a:pt x="2097" y="62"/>
                    <a:pt x="2095" y="65"/>
                  </a:cubicBezTo>
                  <a:cubicBezTo>
                    <a:pt x="2091" y="64"/>
                    <a:pt x="2088" y="67"/>
                    <a:pt x="2090" y="55"/>
                  </a:cubicBezTo>
                  <a:lnTo>
                    <a:pt x="2090" y="52"/>
                  </a:lnTo>
                  <a:lnTo>
                    <a:pt x="2090" y="51"/>
                  </a:lnTo>
                  <a:lnTo>
                    <a:pt x="2090" y="49"/>
                  </a:lnTo>
                  <a:lnTo>
                    <a:pt x="2090" y="48"/>
                  </a:lnTo>
                  <a:lnTo>
                    <a:pt x="2090" y="46"/>
                  </a:lnTo>
                  <a:lnTo>
                    <a:pt x="2090" y="46"/>
                  </a:lnTo>
                  <a:lnTo>
                    <a:pt x="2090" y="44"/>
                  </a:lnTo>
                  <a:lnTo>
                    <a:pt x="2090" y="44"/>
                  </a:lnTo>
                  <a:lnTo>
                    <a:pt x="2090" y="41"/>
                  </a:lnTo>
                  <a:lnTo>
                    <a:pt x="2090" y="41"/>
                  </a:lnTo>
                  <a:lnTo>
                    <a:pt x="2090" y="36"/>
                  </a:lnTo>
                  <a:lnTo>
                    <a:pt x="2090" y="36"/>
                  </a:lnTo>
                  <a:lnTo>
                    <a:pt x="2091" y="34"/>
                  </a:lnTo>
                  <a:lnTo>
                    <a:pt x="2091" y="28"/>
                  </a:lnTo>
                  <a:lnTo>
                    <a:pt x="2092" y="24"/>
                  </a:lnTo>
                  <a:lnTo>
                    <a:pt x="2093" y="22"/>
                  </a:lnTo>
                  <a:cubicBezTo>
                    <a:pt x="2092" y="18"/>
                    <a:pt x="2093" y="13"/>
                    <a:pt x="2090" y="7"/>
                  </a:cubicBezTo>
                  <a:cubicBezTo>
                    <a:pt x="2084" y="0"/>
                    <a:pt x="2079" y="0"/>
                    <a:pt x="2071" y="0"/>
                  </a:cubicBezTo>
                  <a:cubicBezTo>
                    <a:pt x="2065" y="2"/>
                    <a:pt x="2064" y="3"/>
                    <a:pt x="2061" y="6"/>
                  </a:cubicBezTo>
                  <a:lnTo>
                    <a:pt x="2060" y="7"/>
                  </a:lnTo>
                  <a:lnTo>
                    <a:pt x="2055" y="13"/>
                  </a:lnTo>
                  <a:lnTo>
                    <a:pt x="2053" y="13"/>
                  </a:lnTo>
                  <a:lnTo>
                    <a:pt x="2044" y="22"/>
                  </a:lnTo>
                  <a:lnTo>
                    <a:pt x="2043" y="23"/>
                  </a:lnTo>
                  <a:lnTo>
                    <a:pt x="2040" y="26"/>
                  </a:lnTo>
                  <a:lnTo>
                    <a:pt x="2039" y="26"/>
                  </a:lnTo>
                  <a:lnTo>
                    <a:pt x="2030" y="33"/>
                  </a:lnTo>
                  <a:lnTo>
                    <a:pt x="2029" y="34"/>
                  </a:lnTo>
                  <a:cubicBezTo>
                    <a:pt x="2028" y="35"/>
                    <a:pt x="2026" y="34"/>
                    <a:pt x="2025" y="36"/>
                  </a:cubicBezTo>
                  <a:lnTo>
                    <a:pt x="2025" y="36"/>
                  </a:lnTo>
                  <a:cubicBezTo>
                    <a:pt x="2024" y="36"/>
                    <a:pt x="2024" y="37"/>
                    <a:pt x="2023" y="37"/>
                  </a:cubicBezTo>
                  <a:cubicBezTo>
                    <a:pt x="2023" y="37"/>
                    <a:pt x="2022" y="38"/>
                    <a:pt x="2022" y="38"/>
                  </a:cubicBezTo>
                  <a:cubicBezTo>
                    <a:pt x="2022" y="38"/>
                    <a:pt x="2021" y="39"/>
                    <a:pt x="2021" y="39"/>
                  </a:cubicBezTo>
                  <a:cubicBezTo>
                    <a:pt x="2020" y="39"/>
                    <a:pt x="2019" y="40"/>
                    <a:pt x="2019" y="40"/>
                  </a:cubicBezTo>
                  <a:cubicBezTo>
                    <a:pt x="2019" y="40"/>
                    <a:pt x="2019" y="40"/>
                    <a:pt x="2018" y="40"/>
                  </a:cubicBezTo>
                  <a:cubicBezTo>
                    <a:pt x="2017" y="41"/>
                    <a:pt x="2017" y="40"/>
                    <a:pt x="2013" y="43"/>
                  </a:cubicBezTo>
                  <a:lnTo>
                    <a:pt x="2013" y="43"/>
                  </a:lnTo>
                  <a:lnTo>
                    <a:pt x="2012" y="44"/>
                  </a:lnTo>
                  <a:lnTo>
                    <a:pt x="2010" y="44"/>
                  </a:lnTo>
                  <a:lnTo>
                    <a:pt x="2010" y="44"/>
                  </a:lnTo>
                  <a:lnTo>
                    <a:pt x="2008" y="45"/>
                  </a:lnTo>
                  <a:lnTo>
                    <a:pt x="2006" y="45"/>
                  </a:lnTo>
                  <a:lnTo>
                    <a:pt x="2003" y="47"/>
                  </a:lnTo>
                  <a:lnTo>
                    <a:pt x="2002" y="47"/>
                  </a:lnTo>
                  <a:lnTo>
                    <a:pt x="2001" y="47"/>
                  </a:lnTo>
                  <a:lnTo>
                    <a:pt x="1999" y="48"/>
                  </a:lnTo>
                  <a:lnTo>
                    <a:pt x="1998" y="50"/>
                  </a:lnTo>
                  <a:cubicBezTo>
                    <a:pt x="1997" y="51"/>
                    <a:pt x="1997" y="52"/>
                    <a:pt x="1998" y="53"/>
                  </a:cubicBezTo>
                </a:path>
                <a:path w="3273" h="355">
                  <a:moveTo>
                    <a:pt x="2361" y="38"/>
                  </a:moveTo>
                  <a:lnTo>
                    <a:pt x="2364" y="36"/>
                  </a:lnTo>
                  <a:lnTo>
                    <a:pt x="2369" y="36"/>
                  </a:lnTo>
                  <a:lnTo>
                    <a:pt x="2371" y="38"/>
                  </a:lnTo>
                  <a:lnTo>
                    <a:pt x="2373" y="39"/>
                  </a:lnTo>
                  <a:lnTo>
                    <a:pt x="2375" y="40"/>
                  </a:lnTo>
                  <a:lnTo>
                    <a:pt x="2377" y="42"/>
                  </a:lnTo>
                  <a:lnTo>
                    <a:pt x="2378" y="43"/>
                  </a:lnTo>
                  <a:lnTo>
                    <a:pt x="2381" y="45"/>
                  </a:lnTo>
                  <a:lnTo>
                    <a:pt x="2382" y="47"/>
                  </a:lnTo>
                  <a:lnTo>
                    <a:pt x="2384" y="48"/>
                  </a:lnTo>
                  <a:lnTo>
                    <a:pt x="2385" y="50"/>
                  </a:lnTo>
                  <a:lnTo>
                    <a:pt x="2386" y="51"/>
                  </a:lnTo>
                  <a:lnTo>
                    <a:pt x="2387" y="52"/>
                  </a:lnTo>
                  <a:lnTo>
                    <a:pt x="2388" y="53"/>
                  </a:lnTo>
                  <a:lnTo>
                    <a:pt x="2390" y="54"/>
                  </a:lnTo>
                  <a:lnTo>
                    <a:pt x="2390" y="56"/>
                  </a:lnTo>
                  <a:lnTo>
                    <a:pt x="2391" y="57"/>
                  </a:lnTo>
                  <a:lnTo>
                    <a:pt x="2392" y="58"/>
                  </a:lnTo>
                  <a:lnTo>
                    <a:pt x="2393" y="60"/>
                  </a:lnTo>
                  <a:lnTo>
                    <a:pt x="2393" y="61"/>
                  </a:lnTo>
                  <a:lnTo>
                    <a:pt x="2394" y="62"/>
                  </a:lnTo>
                  <a:lnTo>
                    <a:pt x="2395" y="63"/>
                  </a:lnTo>
                  <a:lnTo>
                    <a:pt x="2396" y="65"/>
                  </a:lnTo>
                  <a:lnTo>
                    <a:pt x="2398" y="66"/>
                  </a:lnTo>
                  <a:lnTo>
                    <a:pt x="2399" y="67"/>
                  </a:lnTo>
                  <a:lnTo>
                    <a:pt x="2400" y="68"/>
                  </a:lnTo>
                  <a:lnTo>
                    <a:pt x="2401" y="69"/>
                  </a:lnTo>
                  <a:lnTo>
                    <a:pt x="2401" y="71"/>
                  </a:lnTo>
                  <a:lnTo>
                    <a:pt x="2402" y="72"/>
                  </a:lnTo>
                  <a:lnTo>
                    <a:pt x="2402" y="73"/>
                  </a:lnTo>
                  <a:lnTo>
                    <a:pt x="2403" y="74"/>
                  </a:lnTo>
                  <a:lnTo>
                    <a:pt x="2403" y="77"/>
                  </a:lnTo>
                  <a:lnTo>
                    <a:pt x="2403" y="78"/>
                  </a:lnTo>
                  <a:lnTo>
                    <a:pt x="2403" y="79"/>
                  </a:lnTo>
                  <a:lnTo>
                    <a:pt x="2402" y="80"/>
                  </a:lnTo>
                  <a:lnTo>
                    <a:pt x="2402" y="82"/>
                  </a:lnTo>
                  <a:lnTo>
                    <a:pt x="2402" y="83"/>
                  </a:lnTo>
                  <a:lnTo>
                    <a:pt x="2402" y="84"/>
                  </a:lnTo>
                  <a:lnTo>
                    <a:pt x="2402" y="85"/>
                  </a:lnTo>
                  <a:lnTo>
                    <a:pt x="2401" y="87"/>
                  </a:lnTo>
                  <a:lnTo>
                    <a:pt x="2400" y="88"/>
                  </a:lnTo>
                  <a:lnTo>
                    <a:pt x="2399" y="90"/>
                  </a:lnTo>
                  <a:lnTo>
                    <a:pt x="2398" y="91"/>
                  </a:lnTo>
                  <a:lnTo>
                    <a:pt x="2397" y="92"/>
                  </a:lnTo>
                  <a:lnTo>
                    <a:pt x="2395" y="93"/>
                  </a:lnTo>
                  <a:lnTo>
                    <a:pt x="2394" y="95"/>
                  </a:lnTo>
                  <a:lnTo>
                    <a:pt x="2393" y="96"/>
                  </a:lnTo>
                  <a:lnTo>
                    <a:pt x="2391" y="97"/>
                  </a:lnTo>
                  <a:lnTo>
                    <a:pt x="2389" y="98"/>
                  </a:lnTo>
                  <a:lnTo>
                    <a:pt x="2388" y="98"/>
                  </a:lnTo>
                  <a:lnTo>
                    <a:pt x="2386" y="99"/>
                  </a:lnTo>
                  <a:lnTo>
                    <a:pt x="2385" y="100"/>
                  </a:lnTo>
                  <a:lnTo>
                    <a:pt x="2383" y="101"/>
                  </a:lnTo>
                  <a:lnTo>
                    <a:pt x="2382" y="102"/>
                  </a:lnTo>
                  <a:lnTo>
                    <a:pt x="2380" y="103"/>
                  </a:lnTo>
                  <a:lnTo>
                    <a:pt x="2379" y="103"/>
                  </a:lnTo>
                  <a:lnTo>
                    <a:pt x="2378" y="104"/>
                  </a:lnTo>
                  <a:lnTo>
                    <a:pt x="2378" y="105"/>
                  </a:lnTo>
                  <a:lnTo>
                    <a:pt x="2377" y="105"/>
                  </a:lnTo>
                  <a:lnTo>
                    <a:pt x="2377" y="107"/>
                  </a:lnTo>
                  <a:lnTo>
                    <a:pt x="2377" y="108"/>
                  </a:lnTo>
                  <a:lnTo>
                    <a:pt x="2377" y="109"/>
                  </a:lnTo>
                  <a:lnTo>
                    <a:pt x="2378" y="110"/>
                  </a:lnTo>
                  <a:lnTo>
                    <a:pt x="2378" y="111"/>
                  </a:lnTo>
                  <a:lnTo>
                    <a:pt x="2379" y="113"/>
                  </a:lnTo>
                  <a:lnTo>
                    <a:pt x="2380" y="114"/>
                  </a:lnTo>
                  <a:lnTo>
                    <a:pt x="2381" y="115"/>
                  </a:lnTo>
                  <a:lnTo>
                    <a:pt x="2381" y="116"/>
                  </a:lnTo>
                  <a:lnTo>
                    <a:pt x="2382" y="117"/>
                  </a:lnTo>
                  <a:lnTo>
                    <a:pt x="2383" y="118"/>
                  </a:lnTo>
                  <a:lnTo>
                    <a:pt x="2383" y="119"/>
                  </a:lnTo>
                  <a:lnTo>
                    <a:pt x="2384" y="120"/>
                  </a:lnTo>
                  <a:lnTo>
                    <a:pt x="2385" y="121"/>
                  </a:lnTo>
                  <a:lnTo>
                    <a:pt x="2386" y="122"/>
                  </a:lnTo>
                  <a:lnTo>
                    <a:pt x="2386" y="124"/>
                  </a:lnTo>
                  <a:lnTo>
                    <a:pt x="2386" y="125"/>
                  </a:lnTo>
                  <a:lnTo>
                    <a:pt x="2386" y="126"/>
                  </a:lnTo>
                  <a:lnTo>
                    <a:pt x="2386" y="128"/>
                  </a:lnTo>
                  <a:lnTo>
                    <a:pt x="2386" y="130"/>
                  </a:lnTo>
                  <a:lnTo>
                    <a:pt x="2386" y="131"/>
                  </a:lnTo>
                  <a:lnTo>
                    <a:pt x="2386" y="132"/>
                  </a:lnTo>
                  <a:lnTo>
                    <a:pt x="2386" y="134"/>
                  </a:lnTo>
                  <a:lnTo>
                    <a:pt x="2386" y="136"/>
                  </a:lnTo>
                  <a:lnTo>
                    <a:pt x="2386" y="137"/>
                  </a:lnTo>
                  <a:lnTo>
                    <a:pt x="2386" y="138"/>
                  </a:lnTo>
                  <a:lnTo>
                    <a:pt x="2385" y="139"/>
                  </a:lnTo>
                  <a:lnTo>
                    <a:pt x="2385" y="140"/>
                  </a:lnTo>
                  <a:lnTo>
                    <a:pt x="2384" y="142"/>
                  </a:lnTo>
                  <a:lnTo>
                    <a:pt x="2383" y="143"/>
                  </a:lnTo>
                  <a:lnTo>
                    <a:pt x="2381" y="145"/>
                  </a:lnTo>
                  <a:lnTo>
                    <a:pt x="2380" y="146"/>
                  </a:lnTo>
                  <a:lnTo>
                    <a:pt x="2379" y="147"/>
                  </a:lnTo>
                  <a:lnTo>
                    <a:pt x="2378" y="148"/>
                  </a:lnTo>
                  <a:lnTo>
                    <a:pt x="2377" y="149"/>
                  </a:lnTo>
                  <a:lnTo>
                    <a:pt x="2376" y="150"/>
                  </a:lnTo>
                  <a:lnTo>
                    <a:pt x="2375" y="151"/>
                  </a:lnTo>
                  <a:lnTo>
                    <a:pt x="2374" y="152"/>
                  </a:lnTo>
                  <a:lnTo>
                    <a:pt x="2373" y="153"/>
                  </a:lnTo>
                  <a:lnTo>
                    <a:pt x="2373" y="154"/>
                  </a:lnTo>
                  <a:lnTo>
                    <a:pt x="2372" y="155"/>
                  </a:lnTo>
                  <a:lnTo>
                    <a:pt x="2371" y="155"/>
                  </a:lnTo>
                  <a:lnTo>
                    <a:pt x="2371" y="156"/>
                  </a:lnTo>
                  <a:lnTo>
                    <a:pt x="2370" y="157"/>
                  </a:lnTo>
                  <a:lnTo>
                    <a:pt x="2370" y="158"/>
                  </a:lnTo>
                  <a:lnTo>
                    <a:pt x="2369" y="159"/>
                  </a:lnTo>
                  <a:lnTo>
                    <a:pt x="2368" y="160"/>
                  </a:lnTo>
                  <a:lnTo>
                    <a:pt x="2367" y="162"/>
                  </a:lnTo>
                  <a:lnTo>
                    <a:pt x="2366" y="163"/>
                  </a:lnTo>
                  <a:lnTo>
                    <a:pt x="2365" y="164"/>
                  </a:lnTo>
                  <a:lnTo>
                    <a:pt x="2364" y="164"/>
                  </a:lnTo>
                  <a:lnTo>
                    <a:pt x="2364" y="166"/>
                  </a:lnTo>
                  <a:lnTo>
                    <a:pt x="2363" y="167"/>
                  </a:lnTo>
                  <a:lnTo>
                    <a:pt x="2362" y="168"/>
                  </a:lnTo>
                  <a:lnTo>
                    <a:pt x="2362" y="169"/>
                  </a:lnTo>
                  <a:lnTo>
                    <a:pt x="2361" y="170"/>
                  </a:lnTo>
                  <a:lnTo>
                    <a:pt x="2360" y="171"/>
                  </a:lnTo>
                  <a:lnTo>
                    <a:pt x="2359" y="172"/>
                  </a:lnTo>
                  <a:lnTo>
                    <a:pt x="2358" y="174"/>
                  </a:lnTo>
                  <a:lnTo>
                    <a:pt x="2357" y="175"/>
                  </a:lnTo>
                  <a:lnTo>
                    <a:pt x="2356" y="176"/>
                  </a:lnTo>
                  <a:lnTo>
                    <a:pt x="2355" y="177"/>
                  </a:lnTo>
                  <a:lnTo>
                    <a:pt x="2355" y="178"/>
                  </a:lnTo>
                  <a:lnTo>
                    <a:pt x="2355" y="180"/>
                  </a:lnTo>
                  <a:lnTo>
                    <a:pt x="2355" y="182"/>
                  </a:lnTo>
                  <a:lnTo>
                    <a:pt x="2356" y="184"/>
                  </a:lnTo>
                  <a:lnTo>
                    <a:pt x="2357" y="186"/>
                  </a:lnTo>
                  <a:lnTo>
                    <a:pt x="2357" y="187"/>
                  </a:lnTo>
                  <a:lnTo>
                    <a:pt x="2357" y="188"/>
                  </a:lnTo>
                  <a:lnTo>
                    <a:pt x="2357" y="190"/>
                  </a:lnTo>
                  <a:lnTo>
                    <a:pt x="2358" y="192"/>
                  </a:lnTo>
                  <a:lnTo>
                    <a:pt x="2359" y="193"/>
                  </a:lnTo>
                  <a:lnTo>
                    <a:pt x="2360" y="195"/>
                  </a:lnTo>
                  <a:lnTo>
                    <a:pt x="2360" y="196"/>
                  </a:lnTo>
                  <a:lnTo>
                    <a:pt x="2361" y="198"/>
                  </a:lnTo>
                  <a:lnTo>
                    <a:pt x="2361" y="199"/>
                  </a:lnTo>
                  <a:lnTo>
                    <a:pt x="2361" y="199"/>
                  </a:lnTo>
                  <a:lnTo>
                    <a:pt x="2362" y="201"/>
                  </a:lnTo>
                  <a:lnTo>
                    <a:pt x="2363" y="203"/>
                  </a:lnTo>
                  <a:lnTo>
                    <a:pt x="2363" y="204"/>
                  </a:lnTo>
                  <a:lnTo>
                    <a:pt x="2363" y="206"/>
                  </a:lnTo>
                  <a:lnTo>
                    <a:pt x="2364" y="207"/>
                  </a:lnTo>
                  <a:lnTo>
                    <a:pt x="2365" y="208"/>
                  </a:lnTo>
                  <a:lnTo>
                    <a:pt x="2365" y="210"/>
                  </a:lnTo>
                  <a:lnTo>
                    <a:pt x="2366" y="211"/>
                  </a:lnTo>
                  <a:lnTo>
                    <a:pt x="2366" y="212"/>
                  </a:lnTo>
                  <a:lnTo>
                    <a:pt x="2366" y="213"/>
                  </a:lnTo>
                  <a:lnTo>
                    <a:pt x="2366" y="215"/>
                  </a:lnTo>
                  <a:lnTo>
                    <a:pt x="2366" y="217"/>
                  </a:lnTo>
                  <a:lnTo>
                    <a:pt x="2367" y="218"/>
                  </a:lnTo>
                  <a:lnTo>
                    <a:pt x="2367" y="220"/>
                  </a:lnTo>
                  <a:lnTo>
                    <a:pt x="2367" y="222"/>
                  </a:lnTo>
                  <a:lnTo>
                    <a:pt x="2367" y="223"/>
                  </a:lnTo>
                  <a:lnTo>
                    <a:pt x="2367" y="224"/>
                  </a:lnTo>
                  <a:lnTo>
                    <a:pt x="2368" y="226"/>
                  </a:lnTo>
                  <a:lnTo>
                    <a:pt x="2369" y="227"/>
                  </a:lnTo>
                  <a:lnTo>
                    <a:pt x="2369" y="228"/>
                  </a:lnTo>
                  <a:lnTo>
                    <a:pt x="2369" y="229"/>
                  </a:lnTo>
                  <a:lnTo>
                    <a:pt x="2370" y="230"/>
                  </a:lnTo>
                  <a:lnTo>
                    <a:pt x="2370" y="232"/>
                  </a:lnTo>
                  <a:lnTo>
                    <a:pt x="2370" y="234"/>
                  </a:lnTo>
                  <a:lnTo>
                    <a:pt x="2371" y="235"/>
                  </a:lnTo>
                  <a:lnTo>
                    <a:pt x="2371" y="236"/>
                  </a:lnTo>
                  <a:lnTo>
                    <a:pt x="2372" y="237"/>
                  </a:lnTo>
                  <a:lnTo>
                    <a:pt x="2373" y="238"/>
                  </a:lnTo>
                  <a:lnTo>
                    <a:pt x="2374" y="239"/>
                  </a:lnTo>
                  <a:lnTo>
                    <a:pt x="2374" y="241"/>
                  </a:lnTo>
                  <a:lnTo>
                    <a:pt x="2374" y="243"/>
                  </a:lnTo>
                  <a:lnTo>
                    <a:pt x="2373" y="244"/>
                  </a:lnTo>
                  <a:lnTo>
                    <a:pt x="2373" y="245"/>
                  </a:lnTo>
                  <a:lnTo>
                    <a:pt x="2373" y="246"/>
                  </a:lnTo>
                  <a:lnTo>
                    <a:pt x="2373" y="248"/>
                  </a:lnTo>
                  <a:lnTo>
                    <a:pt x="2373" y="249"/>
                  </a:lnTo>
                  <a:lnTo>
                    <a:pt x="2372" y="250"/>
                  </a:lnTo>
                  <a:lnTo>
                    <a:pt x="2372" y="250"/>
                  </a:lnTo>
                  <a:lnTo>
                    <a:pt x="2373" y="251"/>
                  </a:lnTo>
                  <a:lnTo>
                    <a:pt x="2373" y="255"/>
                  </a:lnTo>
                  <a:lnTo>
                    <a:pt x="2373" y="259"/>
                  </a:lnTo>
                  <a:lnTo>
                    <a:pt x="2373" y="260"/>
                  </a:lnTo>
                  <a:lnTo>
                    <a:pt x="2372" y="262"/>
                  </a:lnTo>
                  <a:lnTo>
                    <a:pt x="2371" y="263"/>
                  </a:lnTo>
                  <a:lnTo>
                    <a:pt x="2370" y="264"/>
                  </a:lnTo>
                  <a:lnTo>
                    <a:pt x="2369" y="265"/>
                  </a:lnTo>
                  <a:lnTo>
                    <a:pt x="2368" y="267"/>
                  </a:lnTo>
                  <a:lnTo>
                    <a:pt x="2368" y="268"/>
                  </a:lnTo>
                  <a:lnTo>
                    <a:pt x="2367" y="270"/>
                  </a:lnTo>
                  <a:lnTo>
                    <a:pt x="2367" y="271"/>
                  </a:lnTo>
                  <a:lnTo>
                    <a:pt x="2366" y="272"/>
                  </a:lnTo>
                  <a:lnTo>
                    <a:pt x="2366" y="273"/>
                  </a:lnTo>
                  <a:lnTo>
                    <a:pt x="2366" y="275"/>
                  </a:lnTo>
                  <a:lnTo>
                    <a:pt x="2366" y="276"/>
                  </a:lnTo>
                  <a:lnTo>
                    <a:pt x="2365" y="276"/>
                  </a:lnTo>
                  <a:lnTo>
                    <a:pt x="2364" y="277"/>
                  </a:lnTo>
                  <a:lnTo>
                    <a:pt x="2363" y="278"/>
                  </a:lnTo>
                  <a:lnTo>
                    <a:pt x="2362" y="278"/>
                  </a:lnTo>
                  <a:lnTo>
                    <a:pt x="2362" y="279"/>
                  </a:lnTo>
                  <a:lnTo>
                    <a:pt x="2359" y="279"/>
                  </a:lnTo>
                  <a:lnTo>
                    <a:pt x="2358" y="278"/>
                  </a:lnTo>
                  <a:lnTo>
                    <a:pt x="2357" y="277"/>
                  </a:lnTo>
                  <a:lnTo>
                    <a:pt x="2356" y="277"/>
                  </a:lnTo>
                  <a:lnTo>
                    <a:pt x="2354" y="276"/>
                  </a:lnTo>
                  <a:lnTo>
                    <a:pt x="2353" y="275"/>
                  </a:lnTo>
                  <a:lnTo>
                    <a:pt x="2351" y="274"/>
                  </a:lnTo>
                  <a:lnTo>
                    <a:pt x="2349" y="274"/>
                  </a:lnTo>
                  <a:lnTo>
                    <a:pt x="2348" y="273"/>
                  </a:lnTo>
                  <a:lnTo>
                    <a:pt x="2347" y="272"/>
                  </a:lnTo>
                  <a:lnTo>
                    <a:pt x="2345" y="270"/>
                  </a:lnTo>
                  <a:lnTo>
                    <a:pt x="2345" y="270"/>
                  </a:lnTo>
                  <a:lnTo>
                    <a:pt x="2344" y="268"/>
                  </a:lnTo>
                  <a:lnTo>
                    <a:pt x="2343" y="267"/>
                  </a:lnTo>
                  <a:lnTo>
                    <a:pt x="2342" y="266"/>
                  </a:lnTo>
                  <a:lnTo>
                    <a:pt x="2341" y="265"/>
                  </a:lnTo>
                  <a:lnTo>
                    <a:pt x="2341" y="264"/>
                  </a:lnTo>
                  <a:lnTo>
                    <a:pt x="2341" y="263"/>
                  </a:lnTo>
                  <a:lnTo>
                    <a:pt x="2341" y="261"/>
                  </a:lnTo>
                  <a:lnTo>
                    <a:pt x="2340" y="260"/>
                  </a:lnTo>
                  <a:lnTo>
                    <a:pt x="2339" y="259"/>
                  </a:lnTo>
                  <a:lnTo>
                    <a:pt x="2339" y="258"/>
                  </a:lnTo>
                  <a:lnTo>
                    <a:pt x="2339" y="257"/>
                  </a:lnTo>
                  <a:lnTo>
                    <a:pt x="2339" y="256"/>
                  </a:lnTo>
                  <a:lnTo>
                    <a:pt x="2339" y="254"/>
                  </a:lnTo>
                  <a:lnTo>
                    <a:pt x="2338" y="252"/>
                  </a:lnTo>
                  <a:lnTo>
                    <a:pt x="2338" y="250"/>
                  </a:lnTo>
                  <a:lnTo>
                    <a:pt x="2338" y="249"/>
                  </a:lnTo>
                  <a:lnTo>
                    <a:pt x="2337" y="247"/>
                  </a:lnTo>
                  <a:lnTo>
                    <a:pt x="2337" y="245"/>
                  </a:lnTo>
                  <a:lnTo>
                    <a:pt x="2337" y="244"/>
                  </a:lnTo>
                  <a:lnTo>
                    <a:pt x="2337" y="242"/>
                  </a:lnTo>
                  <a:lnTo>
                    <a:pt x="2336" y="241"/>
                  </a:lnTo>
                  <a:lnTo>
                    <a:pt x="2336" y="239"/>
                  </a:lnTo>
                  <a:lnTo>
                    <a:pt x="2335" y="238"/>
                  </a:lnTo>
                  <a:lnTo>
                    <a:pt x="2335" y="236"/>
                  </a:lnTo>
                  <a:lnTo>
                    <a:pt x="2334" y="235"/>
                  </a:lnTo>
                  <a:lnTo>
                    <a:pt x="2334" y="233"/>
                  </a:lnTo>
                  <a:lnTo>
                    <a:pt x="2334" y="232"/>
                  </a:lnTo>
                  <a:lnTo>
                    <a:pt x="2333" y="230"/>
                  </a:lnTo>
                  <a:lnTo>
                    <a:pt x="2333" y="229"/>
                  </a:lnTo>
                  <a:lnTo>
                    <a:pt x="2333" y="227"/>
                  </a:lnTo>
                  <a:lnTo>
                    <a:pt x="2332" y="225"/>
                  </a:lnTo>
                  <a:lnTo>
                    <a:pt x="2332" y="223"/>
                  </a:lnTo>
                  <a:lnTo>
                    <a:pt x="2332" y="221"/>
                  </a:lnTo>
                  <a:lnTo>
                    <a:pt x="2332" y="220"/>
                  </a:lnTo>
                  <a:lnTo>
                    <a:pt x="2331" y="219"/>
                  </a:lnTo>
                  <a:lnTo>
                    <a:pt x="2331" y="218"/>
                  </a:lnTo>
                  <a:lnTo>
                    <a:pt x="2330" y="217"/>
                  </a:lnTo>
                  <a:lnTo>
                    <a:pt x="2330" y="215"/>
                  </a:lnTo>
                  <a:lnTo>
                    <a:pt x="2330" y="214"/>
                  </a:lnTo>
                  <a:lnTo>
                    <a:pt x="2329" y="213"/>
                  </a:lnTo>
                  <a:lnTo>
                    <a:pt x="2328" y="212"/>
                  </a:lnTo>
                  <a:lnTo>
                    <a:pt x="2327" y="212"/>
                  </a:lnTo>
                  <a:lnTo>
                    <a:pt x="2326" y="212"/>
                  </a:lnTo>
                  <a:lnTo>
                    <a:pt x="2326" y="212"/>
                  </a:lnTo>
                  <a:lnTo>
                    <a:pt x="2325" y="211"/>
                  </a:lnTo>
                  <a:lnTo>
                    <a:pt x="2324" y="211"/>
                  </a:lnTo>
                  <a:lnTo>
                    <a:pt x="2321" y="211"/>
                  </a:lnTo>
                  <a:lnTo>
                    <a:pt x="2319" y="211"/>
                  </a:lnTo>
                  <a:lnTo>
                    <a:pt x="2318" y="212"/>
                  </a:lnTo>
                  <a:lnTo>
                    <a:pt x="2317" y="212"/>
                  </a:lnTo>
                  <a:lnTo>
                    <a:pt x="2315" y="212"/>
                  </a:lnTo>
                  <a:lnTo>
                    <a:pt x="2314" y="213"/>
                  </a:lnTo>
                  <a:lnTo>
                    <a:pt x="2313" y="213"/>
                  </a:lnTo>
                  <a:lnTo>
                    <a:pt x="2312" y="214"/>
                  </a:lnTo>
                  <a:lnTo>
                    <a:pt x="2310" y="214"/>
                  </a:lnTo>
                  <a:lnTo>
                    <a:pt x="2309" y="214"/>
                  </a:lnTo>
                  <a:lnTo>
                    <a:pt x="2308" y="213"/>
                  </a:lnTo>
                  <a:lnTo>
                    <a:pt x="2307" y="212"/>
                  </a:lnTo>
                  <a:lnTo>
                    <a:pt x="2306" y="211"/>
                  </a:lnTo>
                  <a:lnTo>
                    <a:pt x="2306" y="208"/>
                  </a:lnTo>
                  <a:lnTo>
                    <a:pt x="2306" y="206"/>
                  </a:lnTo>
                  <a:lnTo>
                    <a:pt x="2306" y="204"/>
                  </a:lnTo>
                  <a:lnTo>
                    <a:pt x="2307" y="203"/>
                  </a:lnTo>
                  <a:lnTo>
                    <a:pt x="2308" y="201"/>
                  </a:lnTo>
                  <a:lnTo>
                    <a:pt x="2308" y="200"/>
                  </a:lnTo>
                  <a:lnTo>
                    <a:pt x="2309" y="199"/>
                  </a:lnTo>
                  <a:lnTo>
                    <a:pt x="2310" y="199"/>
                  </a:lnTo>
                  <a:lnTo>
                    <a:pt x="2310" y="197"/>
                  </a:lnTo>
                  <a:lnTo>
                    <a:pt x="2310" y="196"/>
                  </a:lnTo>
                  <a:lnTo>
                    <a:pt x="2311" y="195"/>
                  </a:lnTo>
                  <a:lnTo>
                    <a:pt x="2311" y="194"/>
                  </a:lnTo>
                  <a:lnTo>
                    <a:pt x="2312" y="192"/>
                  </a:lnTo>
                  <a:lnTo>
                    <a:pt x="2313" y="192"/>
                  </a:lnTo>
                  <a:lnTo>
                    <a:pt x="2313" y="190"/>
                  </a:lnTo>
                  <a:lnTo>
                    <a:pt x="2313" y="188"/>
                  </a:lnTo>
                  <a:lnTo>
                    <a:pt x="2314" y="188"/>
                  </a:lnTo>
                  <a:lnTo>
                    <a:pt x="2314" y="187"/>
                  </a:lnTo>
                  <a:lnTo>
                    <a:pt x="2314" y="185"/>
                  </a:lnTo>
                  <a:lnTo>
                    <a:pt x="2315" y="185"/>
                  </a:lnTo>
                  <a:lnTo>
                    <a:pt x="2316" y="184"/>
                  </a:lnTo>
                  <a:lnTo>
                    <a:pt x="2316" y="184"/>
                  </a:lnTo>
                  <a:lnTo>
                    <a:pt x="2316" y="183"/>
                  </a:lnTo>
                  <a:lnTo>
                    <a:pt x="2316" y="181"/>
                  </a:lnTo>
                  <a:lnTo>
                    <a:pt x="2316" y="180"/>
                  </a:lnTo>
                  <a:lnTo>
                    <a:pt x="2317" y="179"/>
                  </a:lnTo>
                  <a:lnTo>
                    <a:pt x="2317" y="179"/>
                  </a:lnTo>
                  <a:lnTo>
                    <a:pt x="2318" y="178"/>
                  </a:lnTo>
                  <a:lnTo>
                    <a:pt x="2318" y="177"/>
                  </a:lnTo>
                  <a:lnTo>
                    <a:pt x="2318" y="176"/>
                  </a:lnTo>
                  <a:lnTo>
                    <a:pt x="2318" y="175"/>
                  </a:lnTo>
                  <a:lnTo>
                    <a:pt x="2319" y="174"/>
                  </a:lnTo>
                  <a:lnTo>
                    <a:pt x="2319" y="174"/>
                  </a:lnTo>
                  <a:lnTo>
                    <a:pt x="2319" y="172"/>
                  </a:lnTo>
                  <a:lnTo>
                    <a:pt x="2320" y="171"/>
                  </a:lnTo>
                  <a:lnTo>
                    <a:pt x="2320" y="170"/>
                  </a:lnTo>
                  <a:lnTo>
                    <a:pt x="2321" y="170"/>
                  </a:lnTo>
                  <a:lnTo>
                    <a:pt x="2321" y="168"/>
                  </a:lnTo>
                  <a:lnTo>
                    <a:pt x="2321" y="167"/>
                  </a:lnTo>
                  <a:lnTo>
                    <a:pt x="2322" y="166"/>
                  </a:lnTo>
                  <a:lnTo>
                    <a:pt x="2322" y="166"/>
                  </a:lnTo>
                  <a:lnTo>
                    <a:pt x="2323" y="165"/>
                  </a:lnTo>
                  <a:lnTo>
                    <a:pt x="2323" y="164"/>
                  </a:lnTo>
                  <a:lnTo>
                    <a:pt x="2323" y="163"/>
                  </a:lnTo>
                  <a:lnTo>
                    <a:pt x="2323" y="161"/>
                  </a:lnTo>
                  <a:lnTo>
                    <a:pt x="2324" y="159"/>
                  </a:lnTo>
                  <a:lnTo>
                    <a:pt x="2324" y="157"/>
                  </a:lnTo>
                  <a:lnTo>
                    <a:pt x="2324" y="156"/>
                  </a:lnTo>
                  <a:lnTo>
                    <a:pt x="2324" y="155"/>
                  </a:lnTo>
                  <a:lnTo>
                    <a:pt x="2325" y="155"/>
                  </a:lnTo>
                  <a:lnTo>
                    <a:pt x="2325" y="154"/>
                  </a:lnTo>
                  <a:lnTo>
                    <a:pt x="2325" y="153"/>
                  </a:lnTo>
                  <a:lnTo>
                    <a:pt x="2326" y="152"/>
                  </a:lnTo>
                  <a:lnTo>
                    <a:pt x="2326" y="151"/>
                  </a:lnTo>
                  <a:lnTo>
                    <a:pt x="2327" y="150"/>
                  </a:lnTo>
                  <a:lnTo>
                    <a:pt x="2327" y="149"/>
                  </a:lnTo>
                  <a:lnTo>
                    <a:pt x="2328" y="148"/>
                  </a:lnTo>
                  <a:lnTo>
                    <a:pt x="2328" y="147"/>
                  </a:lnTo>
                  <a:lnTo>
                    <a:pt x="2329" y="146"/>
                  </a:lnTo>
                  <a:lnTo>
                    <a:pt x="2329" y="145"/>
                  </a:lnTo>
                  <a:lnTo>
                    <a:pt x="2329" y="144"/>
                  </a:lnTo>
                  <a:lnTo>
                    <a:pt x="2329" y="143"/>
                  </a:lnTo>
                  <a:lnTo>
                    <a:pt x="2330" y="141"/>
                  </a:lnTo>
                  <a:lnTo>
                    <a:pt x="2330" y="140"/>
                  </a:lnTo>
                  <a:lnTo>
                    <a:pt x="2331" y="139"/>
                  </a:lnTo>
                  <a:lnTo>
                    <a:pt x="2331" y="137"/>
                  </a:lnTo>
                  <a:lnTo>
                    <a:pt x="2331" y="135"/>
                  </a:lnTo>
                  <a:lnTo>
                    <a:pt x="2331" y="132"/>
                  </a:lnTo>
                  <a:lnTo>
                    <a:pt x="2331" y="131"/>
                  </a:lnTo>
                  <a:lnTo>
                    <a:pt x="2331" y="129"/>
                  </a:lnTo>
                  <a:lnTo>
                    <a:pt x="2331" y="128"/>
                  </a:lnTo>
                  <a:lnTo>
                    <a:pt x="2331" y="127"/>
                  </a:lnTo>
                  <a:lnTo>
                    <a:pt x="2331" y="125"/>
                  </a:lnTo>
                  <a:lnTo>
                    <a:pt x="2330" y="124"/>
                  </a:lnTo>
                  <a:lnTo>
                    <a:pt x="2329" y="123"/>
                  </a:lnTo>
                  <a:lnTo>
                    <a:pt x="2327" y="123"/>
                  </a:lnTo>
                  <a:lnTo>
                    <a:pt x="2326" y="122"/>
                  </a:lnTo>
                  <a:lnTo>
                    <a:pt x="2324" y="122"/>
                  </a:lnTo>
                  <a:lnTo>
                    <a:pt x="2323" y="122"/>
                  </a:lnTo>
                  <a:lnTo>
                    <a:pt x="2322" y="121"/>
                  </a:lnTo>
                  <a:lnTo>
                    <a:pt x="2320" y="120"/>
                  </a:lnTo>
                  <a:lnTo>
                    <a:pt x="2319" y="120"/>
                  </a:lnTo>
                  <a:lnTo>
                    <a:pt x="2318" y="120"/>
                  </a:lnTo>
                  <a:lnTo>
                    <a:pt x="2317" y="119"/>
                  </a:lnTo>
                  <a:lnTo>
                    <a:pt x="2316" y="118"/>
                  </a:lnTo>
                  <a:lnTo>
                    <a:pt x="2315" y="117"/>
                  </a:lnTo>
                  <a:lnTo>
                    <a:pt x="2314" y="116"/>
                  </a:lnTo>
                  <a:lnTo>
                    <a:pt x="2314" y="114"/>
                  </a:lnTo>
                  <a:lnTo>
                    <a:pt x="2314" y="113"/>
                  </a:lnTo>
                  <a:lnTo>
                    <a:pt x="2314" y="112"/>
                  </a:lnTo>
                  <a:lnTo>
                    <a:pt x="2315" y="110"/>
                  </a:lnTo>
                  <a:lnTo>
                    <a:pt x="2315" y="109"/>
                  </a:lnTo>
                  <a:lnTo>
                    <a:pt x="2316" y="108"/>
                  </a:lnTo>
                  <a:lnTo>
                    <a:pt x="2316" y="106"/>
                  </a:lnTo>
                  <a:lnTo>
                    <a:pt x="2317" y="105"/>
                  </a:lnTo>
                  <a:lnTo>
                    <a:pt x="2317" y="104"/>
                  </a:lnTo>
                  <a:lnTo>
                    <a:pt x="2318" y="103"/>
                  </a:lnTo>
                  <a:lnTo>
                    <a:pt x="2318" y="103"/>
                  </a:lnTo>
                  <a:lnTo>
                    <a:pt x="2319" y="101"/>
                  </a:lnTo>
                  <a:lnTo>
                    <a:pt x="2319" y="100"/>
                  </a:lnTo>
                  <a:lnTo>
                    <a:pt x="2320" y="100"/>
                  </a:lnTo>
                  <a:lnTo>
                    <a:pt x="2321" y="98"/>
                  </a:lnTo>
                  <a:lnTo>
                    <a:pt x="2321" y="97"/>
                  </a:lnTo>
                  <a:lnTo>
                    <a:pt x="2322" y="96"/>
                  </a:lnTo>
                  <a:lnTo>
                    <a:pt x="2323" y="94"/>
                  </a:lnTo>
                  <a:lnTo>
                    <a:pt x="2324" y="93"/>
                  </a:lnTo>
                  <a:lnTo>
                    <a:pt x="2324" y="92"/>
                  </a:lnTo>
                  <a:lnTo>
                    <a:pt x="2325" y="91"/>
                  </a:lnTo>
                  <a:lnTo>
                    <a:pt x="2325" y="91"/>
                  </a:lnTo>
                  <a:lnTo>
                    <a:pt x="2325" y="90"/>
                  </a:lnTo>
                  <a:lnTo>
                    <a:pt x="2326" y="89"/>
                  </a:lnTo>
                  <a:lnTo>
                    <a:pt x="2327" y="88"/>
                  </a:lnTo>
                  <a:lnTo>
                    <a:pt x="2327" y="87"/>
                  </a:lnTo>
                  <a:lnTo>
                    <a:pt x="2328" y="86"/>
                  </a:lnTo>
                  <a:lnTo>
                    <a:pt x="2329" y="84"/>
                  </a:lnTo>
                  <a:lnTo>
                    <a:pt x="2330" y="83"/>
                  </a:lnTo>
                  <a:lnTo>
                    <a:pt x="2331" y="82"/>
                  </a:lnTo>
                  <a:lnTo>
                    <a:pt x="2331" y="81"/>
                  </a:lnTo>
                  <a:lnTo>
                    <a:pt x="2332" y="80"/>
                  </a:lnTo>
                  <a:lnTo>
                    <a:pt x="2333" y="79"/>
                  </a:lnTo>
                  <a:lnTo>
                    <a:pt x="2333" y="78"/>
                  </a:lnTo>
                  <a:lnTo>
                    <a:pt x="2334" y="77"/>
                  </a:lnTo>
                  <a:lnTo>
                    <a:pt x="2334" y="76"/>
                  </a:lnTo>
                  <a:lnTo>
                    <a:pt x="2335" y="75"/>
                  </a:lnTo>
                  <a:lnTo>
                    <a:pt x="2336" y="74"/>
                  </a:lnTo>
                  <a:lnTo>
                    <a:pt x="2337" y="73"/>
                  </a:lnTo>
                  <a:lnTo>
                    <a:pt x="2337" y="72"/>
                  </a:lnTo>
                  <a:lnTo>
                    <a:pt x="2338" y="72"/>
                  </a:lnTo>
                  <a:lnTo>
                    <a:pt x="2338" y="71"/>
                  </a:lnTo>
                  <a:lnTo>
                    <a:pt x="2339" y="71"/>
                  </a:lnTo>
                  <a:lnTo>
                    <a:pt x="2340" y="70"/>
                  </a:lnTo>
                  <a:lnTo>
                    <a:pt x="2341" y="69"/>
                  </a:lnTo>
                  <a:lnTo>
                    <a:pt x="2342" y="68"/>
                  </a:lnTo>
                  <a:lnTo>
                    <a:pt x="2342" y="67"/>
                  </a:lnTo>
                  <a:lnTo>
                    <a:pt x="2343" y="67"/>
                  </a:lnTo>
                  <a:lnTo>
                    <a:pt x="2344" y="66"/>
                  </a:lnTo>
                  <a:lnTo>
                    <a:pt x="2344" y="65"/>
                  </a:lnTo>
                  <a:lnTo>
                    <a:pt x="2345" y="64"/>
                  </a:lnTo>
                  <a:lnTo>
                    <a:pt x="2345" y="64"/>
                  </a:lnTo>
                  <a:lnTo>
                    <a:pt x="2346" y="63"/>
                  </a:lnTo>
                  <a:lnTo>
                    <a:pt x="2347" y="62"/>
                  </a:lnTo>
                  <a:lnTo>
                    <a:pt x="2347" y="62"/>
                  </a:lnTo>
                  <a:lnTo>
                    <a:pt x="2348" y="61"/>
                  </a:lnTo>
                  <a:lnTo>
                    <a:pt x="2348" y="61"/>
                  </a:lnTo>
                  <a:lnTo>
                    <a:pt x="2349" y="60"/>
                  </a:lnTo>
                  <a:lnTo>
                    <a:pt x="2349" y="60"/>
                  </a:lnTo>
                  <a:lnTo>
                    <a:pt x="2349" y="59"/>
                  </a:lnTo>
                  <a:lnTo>
                    <a:pt x="2350" y="58"/>
                  </a:lnTo>
                  <a:lnTo>
                    <a:pt x="2351" y="57"/>
                  </a:lnTo>
                  <a:lnTo>
                    <a:pt x="2351" y="56"/>
                  </a:lnTo>
                  <a:lnTo>
                    <a:pt x="2352" y="56"/>
                  </a:lnTo>
                  <a:lnTo>
                    <a:pt x="2352" y="55"/>
                  </a:lnTo>
                  <a:lnTo>
                    <a:pt x="2353" y="54"/>
                  </a:lnTo>
                  <a:lnTo>
                    <a:pt x="2354" y="53"/>
                  </a:lnTo>
                  <a:lnTo>
                    <a:pt x="2354" y="52"/>
                  </a:lnTo>
                  <a:lnTo>
                    <a:pt x="2355" y="51"/>
                  </a:lnTo>
                  <a:lnTo>
                    <a:pt x="2356" y="51"/>
                  </a:lnTo>
                  <a:lnTo>
                    <a:pt x="2356" y="50"/>
                  </a:lnTo>
                  <a:lnTo>
                    <a:pt x="2357" y="49"/>
                  </a:lnTo>
                  <a:lnTo>
                    <a:pt x="2357" y="48"/>
                  </a:lnTo>
                  <a:lnTo>
                    <a:pt x="2357" y="47"/>
                  </a:lnTo>
                  <a:lnTo>
                    <a:pt x="2358" y="46"/>
                  </a:lnTo>
                  <a:lnTo>
                    <a:pt x="2358" y="45"/>
                  </a:lnTo>
                  <a:lnTo>
                    <a:pt x="2359" y="44"/>
                  </a:lnTo>
                  <a:lnTo>
                    <a:pt x="2360" y="42"/>
                  </a:lnTo>
                  <a:lnTo>
                    <a:pt x="2360" y="41"/>
                  </a:lnTo>
                  <a:lnTo>
                    <a:pt x="2360" y="40"/>
                  </a:lnTo>
                  <a:lnTo>
                    <a:pt x="2361" y="38"/>
                  </a:lnTo>
                  <a:close/>
                </a:path>
                <a:path w="3273" h="355">
                  <a:moveTo>
                    <a:pt x="2497" y="13"/>
                  </a:moveTo>
                  <a:lnTo>
                    <a:pt x="2499" y="12"/>
                  </a:lnTo>
                  <a:lnTo>
                    <a:pt x="2502" y="13"/>
                  </a:lnTo>
                  <a:lnTo>
                    <a:pt x="2505" y="13"/>
                  </a:lnTo>
                  <a:lnTo>
                    <a:pt x="2507" y="13"/>
                  </a:lnTo>
                  <a:lnTo>
                    <a:pt x="2510" y="14"/>
                  </a:lnTo>
                  <a:lnTo>
                    <a:pt x="2512" y="15"/>
                  </a:lnTo>
                  <a:lnTo>
                    <a:pt x="2513" y="17"/>
                  </a:lnTo>
                  <a:lnTo>
                    <a:pt x="2515" y="18"/>
                  </a:lnTo>
                  <a:lnTo>
                    <a:pt x="2517" y="20"/>
                  </a:lnTo>
                  <a:lnTo>
                    <a:pt x="2518" y="21"/>
                  </a:lnTo>
                  <a:lnTo>
                    <a:pt x="2520" y="23"/>
                  </a:lnTo>
                  <a:lnTo>
                    <a:pt x="2521" y="25"/>
                  </a:lnTo>
                  <a:lnTo>
                    <a:pt x="2522" y="27"/>
                  </a:lnTo>
                  <a:lnTo>
                    <a:pt x="2524" y="28"/>
                  </a:lnTo>
                  <a:lnTo>
                    <a:pt x="2524" y="30"/>
                  </a:lnTo>
                  <a:lnTo>
                    <a:pt x="2525" y="31"/>
                  </a:lnTo>
                  <a:lnTo>
                    <a:pt x="2527" y="33"/>
                  </a:lnTo>
                  <a:lnTo>
                    <a:pt x="2527" y="34"/>
                  </a:lnTo>
                  <a:lnTo>
                    <a:pt x="2528" y="36"/>
                  </a:lnTo>
                  <a:lnTo>
                    <a:pt x="2528" y="38"/>
                  </a:lnTo>
                  <a:lnTo>
                    <a:pt x="2528" y="40"/>
                  </a:lnTo>
                  <a:lnTo>
                    <a:pt x="2529" y="41"/>
                  </a:lnTo>
                  <a:lnTo>
                    <a:pt x="2529" y="43"/>
                  </a:lnTo>
                  <a:lnTo>
                    <a:pt x="2529" y="45"/>
                  </a:lnTo>
                  <a:lnTo>
                    <a:pt x="2529" y="48"/>
                  </a:lnTo>
                  <a:lnTo>
                    <a:pt x="2529" y="50"/>
                  </a:lnTo>
                  <a:lnTo>
                    <a:pt x="2529" y="52"/>
                  </a:lnTo>
                  <a:lnTo>
                    <a:pt x="2528" y="53"/>
                  </a:lnTo>
                  <a:lnTo>
                    <a:pt x="2528" y="54"/>
                  </a:lnTo>
                  <a:lnTo>
                    <a:pt x="2528" y="57"/>
                  </a:lnTo>
                  <a:lnTo>
                    <a:pt x="2527" y="58"/>
                  </a:lnTo>
                  <a:lnTo>
                    <a:pt x="2526" y="59"/>
                  </a:lnTo>
                  <a:lnTo>
                    <a:pt x="2524" y="60"/>
                  </a:lnTo>
                  <a:lnTo>
                    <a:pt x="2523" y="61"/>
                  </a:lnTo>
                  <a:lnTo>
                    <a:pt x="2522" y="62"/>
                  </a:lnTo>
                  <a:lnTo>
                    <a:pt x="2520" y="63"/>
                  </a:lnTo>
                  <a:lnTo>
                    <a:pt x="2520" y="64"/>
                  </a:lnTo>
                  <a:lnTo>
                    <a:pt x="2519" y="65"/>
                  </a:lnTo>
                  <a:lnTo>
                    <a:pt x="2518" y="66"/>
                  </a:lnTo>
                  <a:lnTo>
                    <a:pt x="2517" y="67"/>
                  </a:lnTo>
                  <a:lnTo>
                    <a:pt x="2515" y="67"/>
                  </a:lnTo>
                  <a:lnTo>
                    <a:pt x="2514" y="68"/>
                  </a:lnTo>
                  <a:lnTo>
                    <a:pt x="2513" y="69"/>
                  </a:lnTo>
                  <a:lnTo>
                    <a:pt x="2511" y="69"/>
                  </a:lnTo>
                  <a:lnTo>
                    <a:pt x="2509" y="70"/>
                  </a:lnTo>
                  <a:lnTo>
                    <a:pt x="2508" y="70"/>
                  </a:lnTo>
                  <a:lnTo>
                    <a:pt x="2506" y="71"/>
                  </a:lnTo>
                  <a:lnTo>
                    <a:pt x="2505" y="71"/>
                  </a:lnTo>
                  <a:lnTo>
                    <a:pt x="2503" y="71"/>
                  </a:lnTo>
                  <a:lnTo>
                    <a:pt x="2501" y="72"/>
                  </a:lnTo>
                  <a:lnTo>
                    <a:pt x="2498" y="71"/>
                  </a:lnTo>
                  <a:lnTo>
                    <a:pt x="2495" y="72"/>
                  </a:lnTo>
                  <a:lnTo>
                    <a:pt x="2493" y="72"/>
                  </a:lnTo>
                  <a:lnTo>
                    <a:pt x="2491" y="72"/>
                  </a:lnTo>
                  <a:lnTo>
                    <a:pt x="2489" y="73"/>
                  </a:lnTo>
                  <a:lnTo>
                    <a:pt x="2487" y="74"/>
                  </a:lnTo>
                  <a:lnTo>
                    <a:pt x="2486" y="76"/>
                  </a:lnTo>
                  <a:lnTo>
                    <a:pt x="2484" y="76"/>
                  </a:lnTo>
                  <a:lnTo>
                    <a:pt x="2482" y="78"/>
                  </a:lnTo>
                  <a:lnTo>
                    <a:pt x="2481" y="79"/>
                  </a:lnTo>
                  <a:lnTo>
                    <a:pt x="2480" y="81"/>
                  </a:lnTo>
                  <a:lnTo>
                    <a:pt x="2478" y="82"/>
                  </a:lnTo>
                  <a:lnTo>
                    <a:pt x="2476" y="83"/>
                  </a:lnTo>
                  <a:lnTo>
                    <a:pt x="2474" y="84"/>
                  </a:lnTo>
                  <a:lnTo>
                    <a:pt x="2472" y="85"/>
                  </a:lnTo>
                  <a:lnTo>
                    <a:pt x="2471" y="85"/>
                  </a:lnTo>
                  <a:lnTo>
                    <a:pt x="2470" y="85"/>
                  </a:lnTo>
                  <a:lnTo>
                    <a:pt x="2468" y="85"/>
                  </a:lnTo>
                  <a:lnTo>
                    <a:pt x="2467" y="84"/>
                  </a:lnTo>
                  <a:lnTo>
                    <a:pt x="2466" y="83"/>
                  </a:lnTo>
                  <a:lnTo>
                    <a:pt x="2466" y="82"/>
                  </a:lnTo>
                  <a:lnTo>
                    <a:pt x="2466" y="80"/>
                  </a:lnTo>
                  <a:lnTo>
                    <a:pt x="2466" y="78"/>
                  </a:lnTo>
                  <a:lnTo>
                    <a:pt x="2466" y="76"/>
                  </a:lnTo>
                  <a:lnTo>
                    <a:pt x="2466" y="75"/>
                  </a:lnTo>
                  <a:lnTo>
                    <a:pt x="2466" y="74"/>
                  </a:lnTo>
                  <a:lnTo>
                    <a:pt x="2466" y="72"/>
                  </a:lnTo>
                  <a:lnTo>
                    <a:pt x="2466" y="71"/>
                  </a:lnTo>
                  <a:lnTo>
                    <a:pt x="2467" y="70"/>
                  </a:lnTo>
                  <a:lnTo>
                    <a:pt x="2468" y="69"/>
                  </a:lnTo>
                  <a:lnTo>
                    <a:pt x="2468" y="67"/>
                  </a:lnTo>
                  <a:lnTo>
                    <a:pt x="2468" y="66"/>
                  </a:lnTo>
                  <a:lnTo>
                    <a:pt x="2469" y="65"/>
                  </a:lnTo>
                  <a:lnTo>
                    <a:pt x="2469" y="64"/>
                  </a:lnTo>
                  <a:lnTo>
                    <a:pt x="2469" y="62"/>
                  </a:lnTo>
                  <a:lnTo>
                    <a:pt x="2470" y="61"/>
                  </a:lnTo>
                  <a:lnTo>
                    <a:pt x="2470" y="60"/>
                  </a:lnTo>
                  <a:lnTo>
                    <a:pt x="2470" y="58"/>
                  </a:lnTo>
                  <a:lnTo>
                    <a:pt x="2471" y="57"/>
                  </a:lnTo>
                  <a:lnTo>
                    <a:pt x="2471" y="56"/>
                  </a:lnTo>
                  <a:lnTo>
                    <a:pt x="2473" y="54"/>
                  </a:lnTo>
                  <a:lnTo>
                    <a:pt x="2473" y="53"/>
                  </a:lnTo>
                  <a:lnTo>
                    <a:pt x="2473" y="51"/>
                  </a:lnTo>
                  <a:lnTo>
                    <a:pt x="2474" y="49"/>
                  </a:lnTo>
                  <a:lnTo>
                    <a:pt x="2475" y="48"/>
                  </a:lnTo>
                  <a:lnTo>
                    <a:pt x="2476" y="47"/>
                  </a:lnTo>
                  <a:lnTo>
                    <a:pt x="2476" y="46"/>
                  </a:lnTo>
                  <a:lnTo>
                    <a:pt x="2476" y="45"/>
                  </a:lnTo>
                  <a:lnTo>
                    <a:pt x="2476" y="43"/>
                  </a:lnTo>
                  <a:lnTo>
                    <a:pt x="2477" y="42"/>
                  </a:lnTo>
                  <a:lnTo>
                    <a:pt x="2478" y="41"/>
                  </a:lnTo>
                  <a:lnTo>
                    <a:pt x="2478" y="40"/>
                  </a:lnTo>
                  <a:lnTo>
                    <a:pt x="2479" y="38"/>
                  </a:lnTo>
                  <a:lnTo>
                    <a:pt x="2480" y="37"/>
                  </a:lnTo>
                  <a:lnTo>
                    <a:pt x="2481" y="36"/>
                  </a:lnTo>
                  <a:lnTo>
                    <a:pt x="2482" y="35"/>
                  </a:lnTo>
                  <a:lnTo>
                    <a:pt x="2483" y="34"/>
                  </a:lnTo>
                  <a:lnTo>
                    <a:pt x="2484" y="33"/>
                  </a:lnTo>
                  <a:lnTo>
                    <a:pt x="2484" y="31"/>
                  </a:lnTo>
                  <a:lnTo>
                    <a:pt x="2485" y="30"/>
                  </a:lnTo>
                  <a:lnTo>
                    <a:pt x="2485" y="29"/>
                  </a:lnTo>
                  <a:lnTo>
                    <a:pt x="2486" y="28"/>
                  </a:lnTo>
                  <a:lnTo>
                    <a:pt x="2487" y="27"/>
                  </a:lnTo>
                  <a:lnTo>
                    <a:pt x="2488" y="26"/>
                  </a:lnTo>
                  <a:lnTo>
                    <a:pt x="2488" y="25"/>
                  </a:lnTo>
                  <a:lnTo>
                    <a:pt x="2489" y="24"/>
                  </a:lnTo>
                  <a:lnTo>
                    <a:pt x="2490" y="23"/>
                  </a:lnTo>
                  <a:lnTo>
                    <a:pt x="2491" y="22"/>
                  </a:lnTo>
                  <a:lnTo>
                    <a:pt x="2492" y="20"/>
                  </a:lnTo>
                  <a:lnTo>
                    <a:pt x="2493" y="19"/>
                  </a:lnTo>
                  <a:lnTo>
                    <a:pt x="2493" y="17"/>
                  </a:lnTo>
                  <a:lnTo>
                    <a:pt x="2494" y="16"/>
                  </a:lnTo>
                  <a:lnTo>
                    <a:pt x="2495" y="15"/>
                  </a:lnTo>
                  <a:lnTo>
                    <a:pt x="2496" y="14"/>
                  </a:lnTo>
                  <a:lnTo>
                    <a:pt x="2497" y="13"/>
                  </a:lnTo>
                  <a:close/>
                </a:path>
                <a:path w="3273" h="355">
                  <a:moveTo>
                    <a:pt x="2455" y="119"/>
                  </a:moveTo>
                  <a:lnTo>
                    <a:pt x="2457" y="122"/>
                  </a:lnTo>
                  <a:lnTo>
                    <a:pt x="2458" y="126"/>
                  </a:lnTo>
                  <a:lnTo>
                    <a:pt x="2458" y="129"/>
                  </a:lnTo>
                  <a:lnTo>
                    <a:pt x="2459" y="130"/>
                  </a:lnTo>
                  <a:lnTo>
                    <a:pt x="2459" y="133"/>
                  </a:lnTo>
                  <a:lnTo>
                    <a:pt x="2459" y="135"/>
                  </a:lnTo>
                  <a:lnTo>
                    <a:pt x="2460" y="136"/>
                  </a:lnTo>
                  <a:lnTo>
                    <a:pt x="2461" y="138"/>
                  </a:lnTo>
                  <a:lnTo>
                    <a:pt x="2461" y="139"/>
                  </a:lnTo>
                  <a:lnTo>
                    <a:pt x="2463" y="140"/>
                  </a:lnTo>
                  <a:lnTo>
                    <a:pt x="2466" y="140"/>
                  </a:lnTo>
                  <a:lnTo>
                    <a:pt x="2469" y="139"/>
                  </a:lnTo>
                  <a:lnTo>
                    <a:pt x="2471" y="138"/>
                  </a:lnTo>
                  <a:lnTo>
                    <a:pt x="2472" y="137"/>
                  </a:lnTo>
                  <a:lnTo>
                    <a:pt x="2474" y="137"/>
                  </a:lnTo>
                  <a:lnTo>
                    <a:pt x="2475" y="136"/>
                  </a:lnTo>
                  <a:lnTo>
                    <a:pt x="2477" y="135"/>
                  </a:lnTo>
                  <a:lnTo>
                    <a:pt x="2479" y="134"/>
                  </a:lnTo>
                  <a:lnTo>
                    <a:pt x="2480" y="133"/>
                  </a:lnTo>
                  <a:lnTo>
                    <a:pt x="2482" y="132"/>
                  </a:lnTo>
                  <a:lnTo>
                    <a:pt x="2483" y="132"/>
                  </a:lnTo>
                  <a:lnTo>
                    <a:pt x="2484" y="131"/>
                  </a:lnTo>
                  <a:lnTo>
                    <a:pt x="2486" y="130"/>
                  </a:lnTo>
                  <a:lnTo>
                    <a:pt x="2486" y="129"/>
                  </a:lnTo>
                  <a:lnTo>
                    <a:pt x="2487" y="128"/>
                  </a:lnTo>
                  <a:lnTo>
                    <a:pt x="2487" y="127"/>
                  </a:lnTo>
                  <a:lnTo>
                    <a:pt x="2488" y="126"/>
                  </a:lnTo>
                  <a:lnTo>
                    <a:pt x="2488" y="125"/>
                  </a:lnTo>
                  <a:lnTo>
                    <a:pt x="2489" y="124"/>
                  </a:lnTo>
                  <a:lnTo>
                    <a:pt x="2489" y="123"/>
                  </a:lnTo>
                  <a:lnTo>
                    <a:pt x="2490" y="121"/>
                  </a:lnTo>
                  <a:lnTo>
                    <a:pt x="2490" y="120"/>
                  </a:lnTo>
                  <a:lnTo>
                    <a:pt x="2490" y="118"/>
                  </a:lnTo>
                  <a:lnTo>
                    <a:pt x="2492" y="118"/>
                  </a:lnTo>
                  <a:lnTo>
                    <a:pt x="2491" y="116"/>
                  </a:lnTo>
                  <a:lnTo>
                    <a:pt x="2492" y="115"/>
                  </a:lnTo>
                  <a:lnTo>
                    <a:pt x="2493" y="113"/>
                  </a:lnTo>
                  <a:lnTo>
                    <a:pt x="2495" y="113"/>
                  </a:lnTo>
                  <a:lnTo>
                    <a:pt x="2497" y="112"/>
                  </a:lnTo>
                  <a:lnTo>
                    <a:pt x="2498" y="111"/>
                  </a:lnTo>
                  <a:lnTo>
                    <a:pt x="2501" y="111"/>
                  </a:lnTo>
                  <a:lnTo>
                    <a:pt x="2503" y="111"/>
                  </a:lnTo>
                  <a:lnTo>
                    <a:pt x="2505" y="111"/>
                  </a:lnTo>
                  <a:lnTo>
                    <a:pt x="2506" y="111"/>
                  </a:lnTo>
                  <a:lnTo>
                    <a:pt x="2507" y="112"/>
                  </a:lnTo>
                  <a:lnTo>
                    <a:pt x="2509" y="112"/>
                  </a:lnTo>
                  <a:lnTo>
                    <a:pt x="2510" y="111"/>
                  </a:lnTo>
                  <a:lnTo>
                    <a:pt x="2512" y="109"/>
                  </a:lnTo>
                  <a:lnTo>
                    <a:pt x="2514" y="107"/>
                  </a:lnTo>
                  <a:lnTo>
                    <a:pt x="2515" y="106"/>
                  </a:lnTo>
                  <a:lnTo>
                    <a:pt x="2517" y="104"/>
                  </a:lnTo>
                  <a:lnTo>
                    <a:pt x="2518" y="103"/>
                  </a:lnTo>
                  <a:lnTo>
                    <a:pt x="2520" y="101"/>
                  </a:lnTo>
                  <a:lnTo>
                    <a:pt x="2521" y="100"/>
                  </a:lnTo>
                  <a:lnTo>
                    <a:pt x="2522" y="98"/>
                  </a:lnTo>
                  <a:lnTo>
                    <a:pt x="2524" y="98"/>
                  </a:lnTo>
                  <a:lnTo>
                    <a:pt x="2526" y="98"/>
                  </a:lnTo>
                  <a:lnTo>
                    <a:pt x="2528" y="97"/>
                  </a:lnTo>
                  <a:lnTo>
                    <a:pt x="2530" y="96"/>
                  </a:lnTo>
                  <a:lnTo>
                    <a:pt x="2533" y="95"/>
                  </a:lnTo>
                  <a:lnTo>
                    <a:pt x="2535" y="93"/>
                  </a:lnTo>
                  <a:lnTo>
                    <a:pt x="2537" y="92"/>
                  </a:lnTo>
                  <a:lnTo>
                    <a:pt x="2540" y="91"/>
                  </a:lnTo>
                  <a:lnTo>
                    <a:pt x="2542" y="90"/>
                  </a:lnTo>
                  <a:lnTo>
                    <a:pt x="2545" y="89"/>
                  </a:lnTo>
                  <a:lnTo>
                    <a:pt x="2548" y="89"/>
                  </a:lnTo>
                  <a:lnTo>
                    <a:pt x="2550" y="89"/>
                  </a:lnTo>
                  <a:lnTo>
                    <a:pt x="2553" y="91"/>
                  </a:lnTo>
                  <a:lnTo>
                    <a:pt x="2555" y="93"/>
                  </a:lnTo>
                  <a:lnTo>
                    <a:pt x="2557" y="95"/>
                  </a:lnTo>
                  <a:lnTo>
                    <a:pt x="2559" y="98"/>
                  </a:lnTo>
                  <a:lnTo>
                    <a:pt x="2559" y="101"/>
                  </a:lnTo>
                  <a:lnTo>
                    <a:pt x="2559" y="103"/>
                  </a:lnTo>
                  <a:lnTo>
                    <a:pt x="2558" y="105"/>
                  </a:lnTo>
                  <a:lnTo>
                    <a:pt x="2558" y="107"/>
                  </a:lnTo>
                  <a:lnTo>
                    <a:pt x="2558" y="109"/>
                  </a:lnTo>
                  <a:lnTo>
                    <a:pt x="2557" y="111"/>
                  </a:lnTo>
                  <a:lnTo>
                    <a:pt x="2556" y="113"/>
                  </a:lnTo>
                  <a:lnTo>
                    <a:pt x="2554" y="114"/>
                  </a:lnTo>
                  <a:lnTo>
                    <a:pt x="2553" y="116"/>
                  </a:lnTo>
                  <a:lnTo>
                    <a:pt x="2551" y="117"/>
                  </a:lnTo>
                  <a:lnTo>
                    <a:pt x="2549" y="118"/>
                  </a:lnTo>
                  <a:lnTo>
                    <a:pt x="2547" y="119"/>
                  </a:lnTo>
                  <a:lnTo>
                    <a:pt x="2546" y="120"/>
                  </a:lnTo>
                  <a:lnTo>
                    <a:pt x="2545" y="120"/>
                  </a:lnTo>
                  <a:lnTo>
                    <a:pt x="2544" y="121"/>
                  </a:lnTo>
                  <a:lnTo>
                    <a:pt x="2543" y="122"/>
                  </a:lnTo>
                  <a:lnTo>
                    <a:pt x="2542" y="123"/>
                  </a:lnTo>
                  <a:lnTo>
                    <a:pt x="2541" y="123"/>
                  </a:lnTo>
                  <a:lnTo>
                    <a:pt x="2540" y="124"/>
                  </a:lnTo>
                  <a:lnTo>
                    <a:pt x="2539" y="125"/>
                  </a:lnTo>
                  <a:lnTo>
                    <a:pt x="2539" y="126"/>
                  </a:lnTo>
                  <a:lnTo>
                    <a:pt x="2536" y="126"/>
                  </a:lnTo>
                  <a:lnTo>
                    <a:pt x="2536" y="127"/>
                  </a:lnTo>
                  <a:lnTo>
                    <a:pt x="2535" y="128"/>
                  </a:lnTo>
                  <a:lnTo>
                    <a:pt x="2533" y="129"/>
                  </a:lnTo>
                  <a:lnTo>
                    <a:pt x="2532" y="130"/>
                  </a:lnTo>
                  <a:lnTo>
                    <a:pt x="2531" y="132"/>
                  </a:lnTo>
                  <a:lnTo>
                    <a:pt x="2530" y="133"/>
                  </a:lnTo>
                  <a:lnTo>
                    <a:pt x="2529" y="134"/>
                  </a:lnTo>
                  <a:lnTo>
                    <a:pt x="2527" y="136"/>
                  </a:lnTo>
                  <a:lnTo>
                    <a:pt x="2526" y="138"/>
                  </a:lnTo>
                  <a:lnTo>
                    <a:pt x="2525" y="139"/>
                  </a:lnTo>
                  <a:lnTo>
                    <a:pt x="2524" y="140"/>
                  </a:lnTo>
                  <a:lnTo>
                    <a:pt x="2523" y="142"/>
                  </a:lnTo>
                  <a:lnTo>
                    <a:pt x="2522" y="143"/>
                  </a:lnTo>
                  <a:lnTo>
                    <a:pt x="2522" y="145"/>
                  </a:lnTo>
                  <a:lnTo>
                    <a:pt x="2522" y="148"/>
                  </a:lnTo>
                  <a:lnTo>
                    <a:pt x="2522" y="151"/>
                  </a:lnTo>
                  <a:lnTo>
                    <a:pt x="2522" y="153"/>
                  </a:lnTo>
                  <a:lnTo>
                    <a:pt x="2522" y="156"/>
                  </a:lnTo>
                  <a:lnTo>
                    <a:pt x="2523" y="157"/>
                  </a:lnTo>
                  <a:lnTo>
                    <a:pt x="2523" y="159"/>
                  </a:lnTo>
                  <a:lnTo>
                    <a:pt x="2524" y="160"/>
                  </a:lnTo>
                  <a:lnTo>
                    <a:pt x="2525" y="162"/>
                  </a:lnTo>
                  <a:lnTo>
                    <a:pt x="2525" y="164"/>
                  </a:lnTo>
                  <a:lnTo>
                    <a:pt x="2525" y="169"/>
                  </a:lnTo>
                  <a:lnTo>
                    <a:pt x="2525" y="177"/>
                  </a:lnTo>
                  <a:lnTo>
                    <a:pt x="2525" y="187"/>
                  </a:lnTo>
                  <a:lnTo>
                    <a:pt x="2525" y="189"/>
                  </a:lnTo>
                  <a:lnTo>
                    <a:pt x="2524" y="190"/>
                  </a:lnTo>
                  <a:lnTo>
                    <a:pt x="2524" y="197"/>
                  </a:lnTo>
                  <a:lnTo>
                    <a:pt x="2524" y="207"/>
                  </a:lnTo>
                  <a:lnTo>
                    <a:pt x="2524" y="212"/>
                  </a:lnTo>
                  <a:lnTo>
                    <a:pt x="2524" y="217"/>
                  </a:lnTo>
                  <a:lnTo>
                    <a:pt x="2524" y="221"/>
                  </a:lnTo>
                  <a:lnTo>
                    <a:pt x="2523" y="222"/>
                  </a:lnTo>
                  <a:lnTo>
                    <a:pt x="2522" y="224"/>
                  </a:lnTo>
                  <a:lnTo>
                    <a:pt x="2522" y="228"/>
                  </a:lnTo>
                  <a:lnTo>
                    <a:pt x="2522" y="232"/>
                  </a:lnTo>
                  <a:lnTo>
                    <a:pt x="2522" y="234"/>
                  </a:lnTo>
                  <a:lnTo>
                    <a:pt x="2521" y="236"/>
                  </a:lnTo>
                  <a:lnTo>
                    <a:pt x="2521" y="238"/>
                  </a:lnTo>
                  <a:lnTo>
                    <a:pt x="2521" y="239"/>
                  </a:lnTo>
                  <a:lnTo>
                    <a:pt x="2521" y="242"/>
                  </a:lnTo>
                  <a:lnTo>
                    <a:pt x="2521" y="244"/>
                  </a:lnTo>
                  <a:lnTo>
                    <a:pt x="2521" y="246"/>
                  </a:lnTo>
                  <a:lnTo>
                    <a:pt x="2522" y="247"/>
                  </a:lnTo>
                  <a:lnTo>
                    <a:pt x="2522" y="250"/>
                  </a:lnTo>
                  <a:lnTo>
                    <a:pt x="2522" y="257"/>
                  </a:lnTo>
                  <a:lnTo>
                    <a:pt x="2522" y="260"/>
                  </a:lnTo>
                  <a:lnTo>
                    <a:pt x="2522" y="265"/>
                  </a:lnTo>
                  <a:lnTo>
                    <a:pt x="2521" y="267"/>
                  </a:lnTo>
                  <a:lnTo>
                    <a:pt x="2521" y="268"/>
                  </a:lnTo>
                  <a:lnTo>
                    <a:pt x="2521" y="271"/>
                  </a:lnTo>
                  <a:lnTo>
                    <a:pt x="2520" y="272"/>
                  </a:lnTo>
                  <a:lnTo>
                    <a:pt x="2520" y="277"/>
                  </a:lnTo>
                  <a:lnTo>
                    <a:pt x="2519" y="279"/>
                  </a:lnTo>
                  <a:lnTo>
                    <a:pt x="2518" y="281"/>
                  </a:lnTo>
                  <a:lnTo>
                    <a:pt x="2518" y="285"/>
                  </a:lnTo>
                  <a:lnTo>
                    <a:pt x="2518" y="286"/>
                  </a:lnTo>
                  <a:lnTo>
                    <a:pt x="2517" y="288"/>
                  </a:lnTo>
                  <a:lnTo>
                    <a:pt x="2516" y="290"/>
                  </a:lnTo>
                  <a:lnTo>
                    <a:pt x="2516" y="291"/>
                  </a:lnTo>
                  <a:lnTo>
                    <a:pt x="2515" y="295"/>
                  </a:lnTo>
                  <a:lnTo>
                    <a:pt x="2515" y="297"/>
                  </a:lnTo>
                  <a:lnTo>
                    <a:pt x="2515" y="299"/>
                  </a:lnTo>
                  <a:lnTo>
                    <a:pt x="2514" y="300"/>
                  </a:lnTo>
                  <a:lnTo>
                    <a:pt x="2513" y="302"/>
                  </a:lnTo>
                  <a:lnTo>
                    <a:pt x="2513" y="303"/>
                  </a:lnTo>
                  <a:lnTo>
                    <a:pt x="2513" y="305"/>
                  </a:lnTo>
                  <a:lnTo>
                    <a:pt x="2513" y="306"/>
                  </a:lnTo>
                  <a:lnTo>
                    <a:pt x="2511" y="307"/>
                  </a:lnTo>
                  <a:lnTo>
                    <a:pt x="2511" y="309"/>
                  </a:lnTo>
                  <a:lnTo>
                    <a:pt x="2510" y="310"/>
                  </a:lnTo>
                  <a:lnTo>
                    <a:pt x="2510" y="311"/>
                  </a:lnTo>
                  <a:lnTo>
                    <a:pt x="2510" y="312"/>
                  </a:lnTo>
                  <a:lnTo>
                    <a:pt x="2509" y="313"/>
                  </a:lnTo>
                  <a:lnTo>
                    <a:pt x="2508" y="315"/>
                  </a:lnTo>
                  <a:lnTo>
                    <a:pt x="2507" y="318"/>
                  </a:lnTo>
                  <a:lnTo>
                    <a:pt x="2505" y="319"/>
                  </a:lnTo>
                  <a:lnTo>
                    <a:pt x="2505" y="320"/>
                  </a:lnTo>
                  <a:lnTo>
                    <a:pt x="2504" y="321"/>
                  </a:lnTo>
                  <a:lnTo>
                    <a:pt x="2504" y="323"/>
                  </a:lnTo>
                  <a:lnTo>
                    <a:pt x="2504" y="324"/>
                  </a:lnTo>
                  <a:lnTo>
                    <a:pt x="2503" y="325"/>
                  </a:lnTo>
                  <a:lnTo>
                    <a:pt x="2502" y="326"/>
                  </a:lnTo>
                  <a:lnTo>
                    <a:pt x="2502" y="327"/>
                  </a:lnTo>
                  <a:lnTo>
                    <a:pt x="2502" y="329"/>
                  </a:lnTo>
                  <a:lnTo>
                    <a:pt x="2501" y="330"/>
                  </a:lnTo>
                  <a:lnTo>
                    <a:pt x="2501" y="331"/>
                  </a:lnTo>
                  <a:lnTo>
                    <a:pt x="2500" y="333"/>
                  </a:lnTo>
                  <a:lnTo>
                    <a:pt x="2500" y="335"/>
                  </a:lnTo>
                  <a:lnTo>
                    <a:pt x="2500" y="337"/>
                  </a:lnTo>
                  <a:lnTo>
                    <a:pt x="2499" y="338"/>
                  </a:lnTo>
                  <a:lnTo>
                    <a:pt x="2498" y="340"/>
                  </a:lnTo>
                  <a:lnTo>
                    <a:pt x="2498" y="341"/>
                  </a:lnTo>
                  <a:lnTo>
                    <a:pt x="2497" y="342"/>
                  </a:lnTo>
                  <a:lnTo>
                    <a:pt x="2495" y="342"/>
                  </a:lnTo>
                  <a:lnTo>
                    <a:pt x="2494" y="342"/>
                  </a:lnTo>
                  <a:lnTo>
                    <a:pt x="2493" y="341"/>
                  </a:lnTo>
                  <a:lnTo>
                    <a:pt x="2492" y="341"/>
                  </a:lnTo>
                  <a:lnTo>
                    <a:pt x="2491" y="341"/>
                  </a:lnTo>
                  <a:lnTo>
                    <a:pt x="2490" y="339"/>
                  </a:lnTo>
                  <a:lnTo>
                    <a:pt x="2490" y="337"/>
                  </a:lnTo>
                  <a:lnTo>
                    <a:pt x="2490" y="333"/>
                  </a:lnTo>
                  <a:lnTo>
                    <a:pt x="2490" y="332"/>
                  </a:lnTo>
                  <a:lnTo>
                    <a:pt x="2489" y="330"/>
                  </a:lnTo>
                  <a:lnTo>
                    <a:pt x="2490" y="328"/>
                  </a:lnTo>
                  <a:lnTo>
                    <a:pt x="2491" y="325"/>
                  </a:lnTo>
                  <a:lnTo>
                    <a:pt x="2492" y="322"/>
                  </a:lnTo>
                  <a:lnTo>
                    <a:pt x="2492" y="321"/>
                  </a:lnTo>
                  <a:lnTo>
                    <a:pt x="2492" y="318"/>
                  </a:lnTo>
                  <a:lnTo>
                    <a:pt x="2493" y="316"/>
                  </a:lnTo>
                  <a:lnTo>
                    <a:pt x="2493" y="313"/>
                  </a:lnTo>
                  <a:lnTo>
                    <a:pt x="2493" y="309"/>
                  </a:lnTo>
                  <a:lnTo>
                    <a:pt x="2493" y="304"/>
                  </a:lnTo>
                  <a:lnTo>
                    <a:pt x="2493" y="300"/>
                  </a:lnTo>
                  <a:lnTo>
                    <a:pt x="2493" y="297"/>
                  </a:lnTo>
                  <a:lnTo>
                    <a:pt x="2493" y="294"/>
                  </a:lnTo>
                  <a:lnTo>
                    <a:pt x="2494" y="293"/>
                  </a:lnTo>
                  <a:lnTo>
                    <a:pt x="2494" y="291"/>
                  </a:lnTo>
                  <a:lnTo>
                    <a:pt x="2494" y="287"/>
                  </a:lnTo>
                  <a:lnTo>
                    <a:pt x="2494" y="280"/>
                  </a:lnTo>
                  <a:lnTo>
                    <a:pt x="2495" y="279"/>
                  </a:lnTo>
                  <a:lnTo>
                    <a:pt x="2495" y="276"/>
                  </a:lnTo>
                  <a:lnTo>
                    <a:pt x="2496" y="273"/>
                  </a:lnTo>
                  <a:lnTo>
                    <a:pt x="2496" y="266"/>
                  </a:lnTo>
                  <a:lnTo>
                    <a:pt x="2497" y="261"/>
                  </a:lnTo>
                  <a:lnTo>
                    <a:pt x="2497" y="252"/>
                  </a:lnTo>
                  <a:lnTo>
                    <a:pt x="2497" y="249"/>
                  </a:lnTo>
                  <a:lnTo>
                    <a:pt x="2497" y="242"/>
                  </a:lnTo>
                  <a:lnTo>
                    <a:pt x="2496" y="236"/>
                  </a:lnTo>
                  <a:lnTo>
                    <a:pt x="2497" y="233"/>
                  </a:lnTo>
                  <a:lnTo>
                    <a:pt x="2497" y="230"/>
                  </a:lnTo>
                  <a:lnTo>
                    <a:pt x="2496" y="227"/>
                  </a:lnTo>
                  <a:lnTo>
                    <a:pt x="2496" y="222"/>
                  </a:lnTo>
                  <a:lnTo>
                    <a:pt x="2496" y="220"/>
                  </a:lnTo>
                  <a:lnTo>
                    <a:pt x="2496" y="212"/>
                  </a:lnTo>
                  <a:lnTo>
                    <a:pt x="2496" y="206"/>
                  </a:lnTo>
                  <a:lnTo>
                    <a:pt x="2496" y="203"/>
                  </a:lnTo>
                  <a:lnTo>
                    <a:pt x="2497" y="202"/>
                  </a:lnTo>
                  <a:lnTo>
                    <a:pt x="2497" y="194"/>
                  </a:lnTo>
                  <a:lnTo>
                    <a:pt x="2497" y="189"/>
                  </a:lnTo>
                  <a:lnTo>
                    <a:pt x="2497" y="182"/>
                  </a:lnTo>
                  <a:lnTo>
                    <a:pt x="2497" y="177"/>
                  </a:lnTo>
                  <a:lnTo>
                    <a:pt x="2497" y="174"/>
                  </a:lnTo>
                  <a:lnTo>
                    <a:pt x="2496" y="172"/>
                  </a:lnTo>
                  <a:lnTo>
                    <a:pt x="2495" y="170"/>
                  </a:lnTo>
                  <a:lnTo>
                    <a:pt x="2494" y="169"/>
                  </a:lnTo>
                  <a:lnTo>
                    <a:pt x="2493" y="169"/>
                  </a:lnTo>
                  <a:lnTo>
                    <a:pt x="2491" y="170"/>
                  </a:lnTo>
                  <a:lnTo>
                    <a:pt x="2490" y="171"/>
                  </a:lnTo>
                  <a:lnTo>
                    <a:pt x="2488" y="172"/>
                  </a:lnTo>
                  <a:lnTo>
                    <a:pt x="2487" y="173"/>
                  </a:lnTo>
                  <a:lnTo>
                    <a:pt x="2485" y="174"/>
                  </a:lnTo>
                  <a:lnTo>
                    <a:pt x="2484" y="175"/>
                  </a:lnTo>
                  <a:lnTo>
                    <a:pt x="2483" y="176"/>
                  </a:lnTo>
                  <a:lnTo>
                    <a:pt x="2481" y="176"/>
                  </a:lnTo>
                  <a:lnTo>
                    <a:pt x="2480" y="177"/>
                  </a:lnTo>
                  <a:lnTo>
                    <a:pt x="2478" y="178"/>
                  </a:lnTo>
                  <a:lnTo>
                    <a:pt x="2477" y="178"/>
                  </a:lnTo>
                  <a:lnTo>
                    <a:pt x="2475" y="179"/>
                  </a:lnTo>
                  <a:lnTo>
                    <a:pt x="2474" y="180"/>
                  </a:lnTo>
                  <a:lnTo>
                    <a:pt x="2473" y="181"/>
                  </a:lnTo>
                  <a:lnTo>
                    <a:pt x="2473" y="181"/>
                  </a:lnTo>
                  <a:lnTo>
                    <a:pt x="2472" y="182"/>
                  </a:lnTo>
                  <a:lnTo>
                    <a:pt x="2471" y="182"/>
                  </a:lnTo>
                  <a:lnTo>
                    <a:pt x="2470" y="182"/>
                  </a:lnTo>
                  <a:lnTo>
                    <a:pt x="2468" y="183"/>
                  </a:lnTo>
                  <a:lnTo>
                    <a:pt x="2467" y="184"/>
                  </a:lnTo>
                  <a:lnTo>
                    <a:pt x="2465" y="185"/>
                  </a:lnTo>
                  <a:lnTo>
                    <a:pt x="2464" y="186"/>
                  </a:lnTo>
                  <a:lnTo>
                    <a:pt x="2462" y="188"/>
                  </a:lnTo>
                  <a:lnTo>
                    <a:pt x="2460" y="190"/>
                  </a:lnTo>
                  <a:lnTo>
                    <a:pt x="2458" y="192"/>
                  </a:lnTo>
                  <a:lnTo>
                    <a:pt x="2456" y="192"/>
                  </a:lnTo>
                  <a:lnTo>
                    <a:pt x="2456" y="192"/>
                  </a:lnTo>
                  <a:lnTo>
                    <a:pt x="2454" y="194"/>
                  </a:lnTo>
                  <a:lnTo>
                    <a:pt x="2452" y="194"/>
                  </a:lnTo>
                  <a:lnTo>
                    <a:pt x="2451" y="195"/>
                  </a:lnTo>
                  <a:lnTo>
                    <a:pt x="2449" y="195"/>
                  </a:lnTo>
                  <a:lnTo>
                    <a:pt x="2447" y="195"/>
                  </a:lnTo>
                  <a:lnTo>
                    <a:pt x="2445" y="196"/>
                  </a:lnTo>
                  <a:lnTo>
                    <a:pt x="2443" y="196"/>
                  </a:lnTo>
                  <a:lnTo>
                    <a:pt x="2441" y="196"/>
                  </a:lnTo>
                  <a:lnTo>
                    <a:pt x="2439" y="195"/>
                  </a:lnTo>
                  <a:lnTo>
                    <a:pt x="2436" y="195"/>
                  </a:lnTo>
                  <a:lnTo>
                    <a:pt x="2434" y="195"/>
                  </a:lnTo>
                  <a:lnTo>
                    <a:pt x="2431" y="194"/>
                  </a:lnTo>
                  <a:lnTo>
                    <a:pt x="2430" y="194"/>
                  </a:lnTo>
                  <a:lnTo>
                    <a:pt x="2429" y="192"/>
                  </a:lnTo>
                  <a:lnTo>
                    <a:pt x="2427" y="191"/>
                  </a:lnTo>
                  <a:lnTo>
                    <a:pt x="2425" y="190"/>
                  </a:lnTo>
                  <a:lnTo>
                    <a:pt x="2423" y="189"/>
                  </a:lnTo>
                  <a:lnTo>
                    <a:pt x="2422" y="188"/>
                  </a:lnTo>
                  <a:lnTo>
                    <a:pt x="2421" y="186"/>
                  </a:lnTo>
                  <a:lnTo>
                    <a:pt x="2420" y="184"/>
                  </a:lnTo>
                  <a:lnTo>
                    <a:pt x="2420" y="180"/>
                  </a:lnTo>
                  <a:lnTo>
                    <a:pt x="2420" y="178"/>
                  </a:lnTo>
                  <a:lnTo>
                    <a:pt x="2420" y="177"/>
                  </a:lnTo>
                  <a:lnTo>
                    <a:pt x="2420" y="172"/>
                  </a:lnTo>
                  <a:lnTo>
                    <a:pt x="2420" y="167"/>
                  </a:lnTo>
                  <a:lnTo>
                    <a:pt x="2419" y="164"/>
                  </a:lnTo>
                  <a:lnTo>
                    <a:pt x="2420" y="163"/>
                  </a:lnTo>
                  <a:lnTo>
                    <a:pt x="2421" y="161"/>
                  </a:lnTo>
                  <a:lnTo>
                    <a:pt x="2421" y="159"/>
                  </a:lnTo>
                  <a:lnTo>
                    <a:pt x="2422" y="158"/>
                  </a:lnTo>
                  <a:lnTo>
                    <a:pt x="2423" y="156"/>
                  </a:lnTo>
                  <a:lnTo>
                    <a:pt x="2424" y="155"/>
                  </a:lnTo>
                  <a:lnTo>
                    <a:pt x="2424" y="154"/>
                  </a:lnTo>
                  <a:lnTo>
                    <a:pt x="2425" y="153"/>
                  </a:lnTo>
                  <a:lnTo>
                    <a:pt x="2426" y="152"/>
                  </a:lnTo>
                  <a:lnTo>
                    <a:pt x="2427" y="150"/>
                  </a:lnTo>
                  <a:lnTo>
                    <a:pt x="2428" y="149"/>
                  </a:lnTo>
                  <a:lnTo>
                    <a:pt x="2429" y="148"/>
                  </a:lnTo>
                  <a:lnTo>
                    <a:pt x="2429" y="147"/>
                  </a:lnTo>
                  <a:lnTo>
                    <a:pt x="2429" y="146"/>
                  </a:lnTo>
                  <a:lnTo>
                    <a:pt x="2430" y="146"/>
                  </a:lnTo>
                  <a:lnTo>
                    <a:pt x="2431" y="145"/>
                  </a:lnTo>
                  <a:lnTo>
                    <a:pt x="2432" y="144"/>
                  </a:lnTo>
                  <a:lnTo>
                    <a:pt x="2433" y="143"/>
                  </a:lnTo>
                  <a:lnTo>
                    <a:pt x="2435" y="140"/>
                  </a:lnTo>
                  <a:lnTo>
                    <a:pt x="2435" y="139"/>
                  </a:lnTo>
                  <a:lnTo>
                    <a:pt x="2436" y="138"/>
                  </a:lnTo>
                  <a:lnTo>
                    <a:pt x="2437" y="137"/>
                  </a:lnTo>
                  <a:lnTo>
                    <a:pt x="2438" y="135"/>
                  </a:lnTo>
                  <a:lnTo>
                    <a:pt x="2438" y="134"/>
                  </a:lnTo>
                  <a:lnTo>
                    <a:pt x="2438" y="132"/>
                  </a:lnTo>
                  <a:lnTo>
                    <a:pt x="2439" y="131"/>
                  </a:lnTo>
                  <a:lnTo>
                    <a:pt x="2440" y="130"/>
                  </a:lnTo>
                  <a:lnTo>
                    <a:pt x="2441" y="128"/>
                  </a:lnTo>
                  <a:lnTo>
                    <a:pt x="2444" y="126"/>
                  </a:lnTo>
                  <a:lnTo>
                    <a:pt x="2445" y="124"/>
                  </a:lnTo>
                  <a:lnTo>
                    <a:pt x="2447" y="123"/>
                  </a:lnTo>
                  <a:lnTo>
                    <a:pt x="2448" y="122"/>
                  </a:lnTo>
                  <a:lnTo>
                    <a:pt x="2449" y="121"/>
                  </a:lnTo>
                  <a:lnTo>
                    <a:pt x="2451" y="120"/>
                  </a:lnTo>
                  <a:lnTo>
                    <a:pt x="2451" y="119"/>
                  </a:lnTo>
                  <a:lnTo>
                    <a:pt x="2453" y="119"/>
                  </a:lnTo>
                  <a:lnTo>
                    <a:pt x="2455" y="119"/>
                  </a:lnTo>
                  <a:close/>
                </a:path>
                <a:path w="3273" h="355">
                  <a:moveTo>
                    <a:pt x="3108" y="57"/>
                  </a:moveTo>
                  <a:lnTo>
                    <a:pt x="3107" y="58"/>
                  </a:lnTo>
                  <a:lnTo>
                    <a:pt x="3106" y="59"/>
                  </a:lnTo>
                  <a:lnTo>
                    <a:pt x="3106" y="63"/>
                  </a:lnTo>
                  <a:lnTo>
                    <a:pt x="3106" y="65"/>
                  </a:lnTo>
                  <a:lnTo>
                    <a:pt x="3106" y="65"/>
                  </a:lnTo>
                  <a:lnTo>
                    <a:pt x="3107" y="66"/>
                  </a:lnTo>
                  <a:lnTo>
                    <a:pt x="3109" y="66"/>
                  </a:lnTo>
                  <a:lnTo>
                    <a:pt x="3110" y="65"/>
                  </a:lnTo>
                  <a:lnTo>
                    <a:pt x="3113" y="63"/>
                  </a:lnTo>
                  <a:lnTo>
                    <a:pt x="3114" y="62"/>
                  </a:lnTo>
                  <a:lnTo>
                    <a:pt x="3115" y="62"/>
                  </a:lnTo>
                  <a:lnTo>
                    <a:pt x="3117" y="60"/>
                  </a:lnTo>
                  <a:lnTo>
                    <a:pt x="3118" y="59"/>
                  </a:lnTo>
                  <a:lnTo>
                    <a:pt x="3117" y="58"/>
                  </a:lnTo>
                  <a:lnTo>
                    <a:pt x="3117" y="58"/>
                  </a:lnTo>
                  <a:lnTo>
                    <a:pt x="3115" y="58"/>
                  </a:lnTo>
                  <a:lnTo>
                    <a:pt x="3114" y="58"/>
                  </a:lnTo>
                  <a:lnTo>
                    <a:pt x="3112" y="57"/>
                  </a:lnTo>
                  <a:lnTo>
                    <a:pt x="3110" y="57"/>
                  </a:lnTo>
                  <a:lnTo>
                    <a:pt x="3108" y="57"/>
                  </a:lnTo>
                  <a:close/>
                  <a:moveTo>
                    <a:pt x="3153" y="57"/>
                  </a:moveTo>
                  <a:lnTo>
                    <a:pt x="3152" y="59"/>
                  </a:lnTo>
                  <a:lnTo>
                    <a:pt x="3151" y="60"/>
                  </a:lnTo>
                  <a:lnTo>
                    <a:pt x="3150" y="61"/>
                  </a:lnTo>
                  <a:lnTo>
                    <a:pt x="3150" y="62"/>
                  </a:lnTo>
                  <a:lnTo>
                    <a:pt x="3150" y="63"/>
                  </a:lnTo>
                  <a:lnTo>
                    <a:pt x="3150" y="63"/>
                  </a:lnTo>
                  <a:lnTo>
                    <a:pt x="3150" y="64"/>
                  </a:lnTo>
                  <a:lnTo>
                    <a:pt x="3150" y="65"/>
                  </a:lnTo>
                  <a:lnTo>
                    <a:pt x="3151" y="66"/>
                  </a:lnTo>
                  <a:lnTo>
                    <a:pt x="3152" y="66"/>
                  </a:lnTo>
                  <a:lnTo>
                    <a:pt x="3154" y="66"/>
                  </a:lnTo>
                  <a:lnTo>
                    <a:pt x="3155" y="66"/>
                  </a:lnTo>
                  <a:lnTo>
                    <a:pt x="3156" y="65"/>
                  </a:lnTo>
                  <a:lnTo>
                    <a:pt x="3158" y="64"/>
                  </a:lnTo>
                  <a:lnTo>
                    <a:pt x="3158" y="63"/>
                  </a:lnTo>
                  <a:lnTo>
                    <a:pt x="3159" y="61"/>
                  </a:lnTo>
                  <a:lnTo>
                    <a:pt x="3159" y="59"/>
                  </a:lnTo>
                  <a:lnTo>
                    <a:pt x="3159" y="57"/>
                  </a:lnTo>
                  <a:lnTo>
                    <a:pt x="3158" y="56"/>
                  </a:lnTo>
                  <a:lnTo>
                    <a:pt x="3158" y="56"/>
                  </a:lnTo>
                  <a:lnTo>
                    <a:pt x="3156" y="56"/>
                  </a:lnTo>
                  <a:lnTo>
                    <a:pt x="3155" y="56"/>
                  </a:lnTo>
                  <a:lnTo>
                    <a:pt x="3154" y="56"/>
                  </a:lnTo>
                  <a:lnTo>
                    <a:pt x="3153" y="57"/>
                  </a:lnTo>
                  <a:close/>
                  <a:moveTo>
                    <a:pt x="2965" y="87"/>
                  </a:moveTo>
                  <a:lnTo>
                    <a:pt x="2966" y="84"/>
                  </a:lnTo>
                  <a:lnTo>
                    <a:pt x="2968" y="81"/>
                  </a:lnTo>
                  <a:lnTo>
                    <a:pt x="2970" y="78"/>
                  </a:lnTo>
                  <a:lnTo>
                    <a:pt x="2973" y="77"/>
                  </a:lnTo>
                  <a:lnTo>
                    <a:pt x="2974" y="75"/>
                  </a:lnTo>
                  <a:lnTo>
                    <a:pt x="2975" y="71"/>
                  </a:lnTo>
                  <a:lnTo>
                    <a:pt x="2977" y="67"/>
                  </a:lnTo>
                  <a:lnTo>
                    <a:pt x="2979" y="63"/>
                  </a:lnTo>
                  <a:lnTo>
                    <a:pt x="2980" y="61"/>
                  </a:lnTo>
                  <a:lnTo>
                    <a:pt x="2982" y="59"/>
                  </a:lnTo>
                  <a:lnTo>
                    <a:pt x="2984" y="58"/>
                  </a:lnTo>
                  <a:lnTo>
                    <a:pt x="2985" y="57"/>
                  </a:lnTo>
                  <a:lnTo>
                    <a:pt x="2986" y="55"/>
                  </a:lnTo>
                  <a:lnTo>
                    <a:pt x="2988" y="54"/>
                  </a:lnTo>
                  <a:lnTo>
                    <a:pt x="2989" y="53"/>
                  </a:lnTo>
                  <a:lnTo>
                    <a:pt x="2990" y="51"/>
                  </a:lnTo>
                  <a:lnTo>
                    <a:pt x="2991" y="50"/>
                  </a:lnTo>
                  <a:lnTo>
                    <a:pt x="2992" y="48"/>
                  </a:lnTo>
                  <a:lnTo>
                    <a:pt x="2993" y="48"/>
                  </a:lnTo>
                  <a:lnTo>
                    <a:pt x="2995" y="46"/>
                  </a:lnTo>
                  <a:lnTo>
                    <a:pt x="2996" y="43"/>
                  </a:lnTo>
                  <a:lnTo>
                    <a:pt x="2999" y="41"/>
                  </a:lnTo>
                  <a:lnTo>
                    <a:pt x="3000" y="39"/>
                  </a:lnTo>
                  <a:lnTo>
                    <a:pt x="3001" y="39"/>
                  </a:lnTo>
                  <a:lnTo>
                    <a:pt x="3002" y="38"/>
                  </a:lnTo>
                  <a:lnTo>
                    <a:pt x="3003" y="38"/>
                  </a:lnTo>
                  <a:lnTo>
                    <a:pt x="3004" y="37"/>
                  </a:lnTo>
                  <a:lnTo>
                    <a:pt x="3005" y="36"/>
                  </a:lnTo>
                  <a:lnTo>
                    <a:pt x="3007" y="34"/>
                  </a:lnTo>
                  <a:lnTo>
                    <a:pt x="3009" y="33"/>
                  </a:lnTo>
                  <a:lnTo>
                    <a:pt x="3011" y="33"/>
                  </a:lnTo>
                  <a:lnTo>
                    <a:pt x="3014" y="33"/>
                  </a:lnTo>
                  <a:lnTo>
                    <a:pt x="3018" y="35"/>
                  </a:lnTo>
                  <a:lnTo>
                    <a:pt x="3021" y="38"/>
                  </a:lnTo>
                  <a:lnTo>
                    <a:pt x="3023" y="39"/>
                  </a:lnTo>
                  <a:lnTo>
                    <a:pt x="3025" y="42"/>
                  </a:lnTo>
                  <a:lnTo>
                    <a:pt x="3026" y="44"/>
                  </a:lnTo>
                  <a:lnTo>
                    <a:pt x="3029" y="47"/>
                  </a:lnTo>
                  <a:lnTo>
                    <a:pt x="3034" y="51"/>
                  </a:lnTo>
                  <a:lnTo>
                    <a:pt x="3036" y="51"/>
                  </a:lnTo>
                  <a:lnTo>
                    <a:pt x="3036" y="53"/>
                  </a:lnTo>
                  <a:lnTo>
                    <a:pt x="3036" y="54"/>
                  </a:lnTo>
                  <a:lnTo>
                    <a:pt x="3037" y="55"/>
                  </a:lnTo>
                  <a:lnTo>
                    <a:pt x="3037" y="56"/>
                  </a:lnTo>
                  <a:lnTo>
                    <a:pt x="3038" y="59"/>
                  </a:lnTo>
                  <a:lnTo>
                    <a:pt x="3039" y="60"/>
                  </a:lnTo>
                  <a:lnTo>
                    <a:pt x="3040" y="64"/>
                  </a:lnTo>
                  <a:lnTo>
                    <a:pt x="3041" y="65"/>
                  </a:lnTo>
                  <a:lnTo>
                    <a:pt x="3041" y="67"/>
                  </a:lnTo>
                  <a:lnTo>
                    <a:pt x="3042" y="67"/>
                  </a:lnTo>
                  <a:lnTo>
                    <a:pt x="3042" y="68"/>
                  </a:lnTo>
                  <a:lnTo>
                    <a:pt x="3043" y="71"/>
                  </a:lnTo>
                  <a:lnTo>
                    <a:pt x="3044" y="74"/>
                  </a:lnTo>
                  <a:lnTo>
                    <a:pt x="3044" y="79"/>
                  </a:lnTo>
                  <a:lnTo>
                    <a:pt x="3044" y="83"/>
                  </a:lnTo>
                  <a:lnTo>
                    <a:pt x="3043" y="86"/>
                  </a:lnTo>
                  <a:lnTo>
                    <a:pt x="3042" y="88"/>
                  </a:lnTo>
                  <a:lnTo>
                    <a:pt x="3042" y="90"/>
                  </a:lnTo>
                  <a:lnTo>
                    <a:pt x="3041" y="93"/>
                  </a:lnTo>
                  <a:lnTo>
                    <a:pt x="3040" y="94"/>
                  </a:lnTo>
                  <a:lnTo>
                    <a:pt x="3040" y="98"/>
                  </a:lnTo>
                  <a:lnTo>
                    <a:pt x="3039" y="100"/>
                  </a:lnTo>
                  <a:lnTo>
                    <a:pt x="3039" y="102"/>
                  </a:lnTo>
                  <a:lnTo>
                    <a:pt x="3039" y="108"/>
                  </a:lnTo>
                  <a:lnTo>
                    <a:pt x="3038" y="110"/>
                  </a:lnTo>
                  <a:lnTo>
                    <a:pt x="3038" y="113"/>
                  </a:lnTo>
                  <a:lnTo>
                    <a:pt x="3040" y="114"/>
                  </a:lnTo>
                  <a:lnTo>
                    <a:pt x="3042" y="113"/>
                  </a:lnTo>
                  <a:lnTo>
                    <a:pt x="3042" y="111"/>
                  </a:lnTo>
                  <a:lnTo>
                    <a:pt x="3043" y="110"/>
                  </a:lnTo>
                  <a:lnTo>
                    <a:pt x="3044" y="109"/>
                  </a:lnTo>
                  <a:lnTo>
                    <a:pt x="3046" y="109"/>
                  </a:lnTo>
                  <a:lnTo>
                    <a:pt x="3048" y="108"/>
                  </a:lnTo>
                  <a:lnTo>
                    <a:pt x="3053" y="107"/>
                  </a:lnTo>
                  <a:lnTo>
                    <a:pt x="3053" y="105"/>
                  </a:lnTo>
                  <a:lnTo>
                    <a:pt x="3054" y="103"/>
                  </a:lnTo>
                  <a:lnTo>
                    <a:pt x="3056" y="102"/>
                  </a:lnTo>
                  <a:lnTo>
                    <a:pt x="3057" y="101"/>
                  </a:lnTo>
                  <a:lnTo>
                    <a:pt x="3059" y="102"/>
                  </a:lnTo>
                  <a:lnTo>
                    <a:pt x="3060" y="104"/>
                  </a:lnTo>
                  <a:lnTo>
                    <a:pt x="3061" y="105"/>
                  </a:lnTo>
                  <a:lnTo>
                    <a:pt x="3061" y="107"/>
                  </a:lnTo>
                  <a:lnTo>
                    <a:pt x="3062" y="107"/>
                  </a:lnTo>
                  <a:lnTo>
                    <a:pt x="3063" y="109"/>
                  </a:lnTo>
                  <a:lnTo>
                    <a:pt x="3066" y="109"/>
                  </a:lnTo>
                  <a:lnTo>
                    <a:pt x="3067" y="108"/>
                  </a:lnTo>
                  <a:lnTo>
                    <a:pt x="3067" y="106"/>
                  </a:lnTo>
                  <a:lnTo>
                    <a:pt x="3069" y="106"/>
                  </a:lnTo>
                  <a:lnTo>
                    <a:pt x="3071" y="103"/>
                  </a:lnTo>
                  <a:lnTo>
                    <a:pt x="3071" y="101"/>
                  </a:lnTo>
                  <a:lnTo>
                    <a:pt x="3072" y="100"/>
                  </a:lnTo>
                  <a:lnTo>
                    <a:pt x="3073" y="100"/>
                  </a:lnTo>
                  <a:lnTo>
                    <a:pt x="3074" y="97"/>
                  </a:lnTo>
                  <a:lnTo>
                    <a:pt x="3074" y="96"/>
                  </a:lnTo>
                  <a:lnTo>
                    <a:pt x="3076" y="94"/>
                  </a:lnTo>
                  <a:lnTo>
                    <a:pt x="3078" y="94"/>
                  </a:lnTo>
                  <a:lnTo>
                    <a:pt x="3080" y="92"/>
                  </a:lnTo>
                  <a:lnTo>
                    <a:pt x="3081" y="90"/>
                  </a:lnTo>
                  <a:lnTo>
                    <a:pt x="3084" y="87"/>
                  </a:lnTo>
                  <a:lnTo>
                    <a:pt x="3085" y="84"/>
                  </a:lnTo>
                  <a:lnTo>
                    <a:pt x="3085" y="81"/>
                  </a:lnTo>
                  <a:lnTo>
                    <a:pt x="3085" y="79"/>
                  </a:lnTo>
                  <a:lnTo>
                    <a:pt x="3084" y="78"/>
                  </a:lnTo>
                  <a:lnTo>
                    <a:pt x="3084" y="77"/>
                  </a:lnTo>
                  <a:lnTo>
                    <a:pt x="3082" y="76"/>
                  </a:lnTo>
                  <a:lnTo>
                    <a:pt x="3082" y="72"/>
                  </a:lnTo>
                  <a:lnTo>
                    <a:pt x="3081" y="71"/>
                  </a:lnTo>
                  <a:lnTo>
                    <a:pt x="3081" y="68"/>
                  </a:lnTo>
                  <a:lnTo>
                    <a:pt x="3081" y="65"/>
                  </a:lnTo>
                  <a:lnTo>
                    <a:pt x="3080" y="63"/>
                  </a:lnTo>
                  <a:lnTo>
                    <a:pt x="3080" y="61"/>
                  </a:lnTo>
                  <a:lnTo>
                    <a:pt x="3077" y="59"/>
                  </a:lnTo>
                  <a:lnTo>
                    <a:pt x="3076" y="54"/>
                  </a:lnTo>
                  <a:lnTo>
                    <a:pt x="3076" y="49"/>
                  </a:lnTo>
                  <a:lnTo>
                    <a:pt x="3076" y="44"/>
                  </a:lnTo>
                  <a:lnTo>
                    <a:pt x="3075" y="41"/>
                  </a:lnTo>
                  <a:lnTo>
                    <a:pt x="3073" y="38"/>
                  </a:lnTo>
                  <a:lnTo>
                    <a:pt x="3074" y="34"/>
                  </a:lnTo>
                  <a:lnTo>
                    <a:pt x="3076" y="32"/>
                  </a:lnTo>
                  <a:lnTo>
                    <a:pt x="3078" y="31"/>
                  </a:lnTo>
                  <a:lnTo>
                    <a:pt x="3079" y="30"/>
                  </a:lnTo>
                  <a:lnTo>
                    <a:pt x="3082" y="28"/>
                  </a:lnTo>
                  <a:lnTo>
                    <a:pt x="3088" y="24"/>
                  </a:lnTo>
                  <a:lnTo>
                    <a:pt x="3090" y="24"/>
                  </a:lnTo>
                  <a:lnTo>
                    <a:pt x="3093" y="22"/>
                  </a:lnTo>
                  <a:lnTo>
                    <a:pt x="3097" y="23"/>
                  </a:lnTo>
                  <a:lnTo>
                    <a:pt x="3100" y="24"/>
                  </a:lnTo>
                  <a:lnTo>
                    <a:pt x="3105" y="26"/>
                  </a:lnTo>
                  <a:lnTo>
                    <a:pt x="3108" y="28"/>
                  </a:lnTo>
                  <a:lnTo>
                    <a:pt x="3113" y="31"/>
                  </a:lnTo>
                  <a:lnTo>
                    <a:pt x="3115" y="32"/>
                  </a:lnTo>
                  <a:lnTo>
                    <a:pt x="3118" y="33"/>
                  </a:lnTo>
                  <a:lnTo>
                    <a:pt x="3122" y="34"/>
                  </a:lnTo>
                  <a:lnTo>
                    <a:pt x="3124" y="36"/>
                  </a:lnTo>
                  <a:lnTo>
                    <a:pt x="3126" y="40"/>
                  </a:lnTo>
                  <a:lnTo>
                    <a:pt x="3128" y="45"/>
                  </a:lnTo>
                  <a:lnTo>
                    <a:pt x="3129" y="47"/>
                  </a:lnTo>
                  <a:lnTo>
                    <a:pt x="3131" y="47"/>
                  </a:lnTo>
                  <a:lnTo>
                    <a:pt x="3132" y="46"/>
                  </a:lnTo>
                  <a:lnTo>
                    <a:pt x="3141" y="40"/>
                  </a:lnTo>
                  <a:lnTo>
                    <a:pt x="3144" y="38"/>
                  </a:lnTo>
                  <a:lnTo>
                    <a:pt x="3144" y="37"/>
                  </a:lnTo>
                  <a:lnTo>
                    <a:pt x="3148" y="34"/>
                  </a:lnTo>
                  <a:lnTo>
                    <a:pt x="3154" y="30"/>
                  </a:lnTo>
                  <a:lnTo>
                    <a:pt x="3157" y="28"/>
                  </a:lnTo>
                  <a:lnTo>
                    <a:pt x="3162" y="26"/>
                  </a:lnTo>
                  <a:lnTo>
                    <a:pt x="3165" y="26"/>
                  </a:lnTo>
                  <a:lnTo>
                    <a:pt x="3167" y="24"/>
                  </a:lnTo>
                  <a:lnTo>
                    <a:pt x="3170" y="24"/>
                  </a:lnTo>
                  <a:lnTo>
                    <a:pt x="3171" y="25"/>
                  </a:lnTo>
                  <a:lnTo>
                    <a:pt x="3173" y="25"/>
                  </a:lnTo>
                  <a:lnTo>
                    <a:pt x="3174" y="27"/>
                  </a:lnTo>
                  <a:lnTo>
                    <a:pt x="3179" y="33"/>
                  </a:lnTo>
                  <a:lnTo>
                    <a:pt x="3180" y="34"/>
                  </a:lnTo>
                  <a:lnTo>
                    <a:pt x="3180" y="38"/>
                  </a:lnTo>
                  <a:lnTo>
                    <a:pt x="3184" y="41"/>
                  </a:lnTo>
                  <a:lnTo>
                    <a:pt x="3186" y="44"/>
                  </a:lnTo>
                  <a:lnTo>
                    <a:pt x="3186" y="47"/>
                  </a:lnTo>
                  <a:lnTo>
                    <a:pt x="3186" y="52"/>
                  </a:lnTo>
                  <a:lnTo>
                    <a:pt x="3188" y="55"/>
                  </a:lnTo>
                  <a:lnTo>
                    <a:pt x="3188" y="57"/>
                  </a:lnTo>
                  <a:lnTo>
                    <a:pt x="3188" y="60"/>
                  </a:lnTo>
                  <a:lnTo>
                    <a:pt x="3184" y="64"/>
                  </a:lnTo>
                  <a:lnTo>
                    <a:pt x="3181" y="67"/>
                  </a:lnTo>
                  <a:lnTo>
                    <a:pt x="3181" y="69"/>
                  </a:lnTo>
                  <a:lnTo>
                    <a:pt x="3179" y="69"/>
                  </a:lnTo>
                  <a:lnTo>
                    <a:pt x="3177" y="72"/>
                  </a:lnTo>
                  <a:lnTo>
                    <a:pt x="3171" y="78"/>
                  </a:lnTo>
                  <a:lnTo>
                    <a:pt x="3168" y="81"/>
                  </a:lnTo>
                  <a:lnTo>
                    <a:pt x="3162" y="87"/>
                  </a:lnTo>
                  <a:lnTo>
                    <a:pt x="3160" y="87"/>
                  </a:lnTo>
                  <a:lnTo>
                    <a:pt x="3152" y="86"/>
                  </a:lnTo>
                  <a:lnTo>
                    <a:pt x="3148" y="85"/>
                  </a:lnTo>
                  <a:lnTo>
                    <a:pt x="3142" y="81"/>
                  </a:lnTo>
                  <a:lnTo>
                    <a:pt x="3142" y="80"/>
                  </a:lnTo>
                  <a:lnTo>
                    <a:pt x="3139" y="78"/>
                  </a:lnTo>
                  <a:lnTo>
                    <a:pt x="3135" y="78"/>
                  </a:lnTo>
                  <a:lnTo>
                    <a:pt x="3135" y="79"/>
                  </a:lnTo>
                  <a:lnTo>
                    <a:pt x="3133" y="80"/>
                  </a:lnTo>
                  <a:lnTo>
                    <a:pt x="3133" y="83"/>
                  </a:lnTo>
                  <a:lnTo>
                    <a:pt x="3131" y="85"/>
                  </a:lnTo>
                  <a:lnTo>
                    <a:pt x="3128" y="86"/>
                  </a:lnTo>
                  <a:lnTo>
                    <a:pt x="3128" y="87"/>
                  </a:lnTo>
                  <a:lnTo>
                    <a:pt x="3125" y="90"/>
                  </a:lnTo>
                  <a:lnTo>
                    <a:pt x="3124" y="92"/>
                  </a:lnTo>
                  <a:lnTo>
                    <a:pt x="3123" y="94"/>
                  </a:lnTo>
                  <a:lnTo>
                    <a:pt x="3122" y="96"/>
                  </a:lnTo>
                  <a:lnTo>
                    <a:pt x="3121" y="98"/>
                  </a:lnTo>
                  <a:lnTo>
                    <a:pt x="3121" y="100"/>
                  </a:lnTo>
                  <a:lnTo>
                    <a:pt x="3119" y="100"/>
                  </a:lnTo>
                  <a:lnTo>
                    <a:pt x="3119" y="102"/>
                  </a:lnTo>
                  <a:lnTo>
                    <a:pt x="3120" y="104"/>
                  </a:lnTo>
                  <a:lnTo>
                    <a:pt x="3123" y="109"/>
                  </a:lnTo>
                  <a:lnTo>
                    <a:pt x="3125" y="113"/>
                  </a:lnTo>
                  <a:lnTo>
                    <a:pt x="3126" y="114"/>
                  </a:lnTo>
                  <a:lnTo>
                    <a:pt x="3127" y="119"/>
                  </a:lnTo>
                  <a:lnTo>
                    <a:pt x="3127" y="123"/>
                  </a:lnTo>
                  <a:lnTo>
                    <a:pt x="3124" y="125"/>
                  </a:lnTo>
                  <a:lnTo>
                    <a:pt x="3124" y="127"/>
                  </a:lnTo>
                  <a:lnTo>
                    <a:pt x="3121" y="129"/>
                  </a:lnTo>
                  <a:lnTo>
                    <a:pt x="3120" y="132"/>
                  </a:lnTo>
                  <a:lnTo>
                    <a:pt x="3118" y="134"/>
                  </a:lnTo>
                  <a:lnTo>
                    <a:pt x="3117" y="136"/>
                  </a:lnTo>
                  <a:lnTo>
                    <a:pt x="3116" y="136"/>
                  </a:lnTo>
                  <a:lnTo>
                    <a:pt x="3116" y="143"/>
                  </a:lnTo>
                  <a:lnTo>
                    <a:pt x="3116" y="143"/>
                  </a:lnTo>
                  <a:lnTo>
                    <a:pt x="3117" y="146"/>
                  </a:lnTo>
                  <a:lnTo>
                    <a:pt x="3120" y="149"/>
                  </a:lnTo>
                  <a:lnTo>
                    <a:pt x="3122" y="149"/>
                  </a:lnTo>
                  <a:lnTo>
                    <a:pt x="3123" y="148"/>
                  </a:lnTo>
                  <a:lnTo>
                    <a:pt x="3125" y="146"/>
                  </a:lnTo>
                  <a:lnTo>
                    <a:pt x="3127" y="145"/>
                  </a:lnTo>
                  <a:lnTo>
                    <a:pt x="3129" y="142"/>
                  </a:lnTo>
                  <a:lnTo>
                    <a:pt x="3132" y="140"/>
                  </a:lnTo>
                  <a:lnTo>
                    <a:pt x="3134" y="137"/>
                  </a:lnTo>
                  <a:lnTo>
                    <a:pt x="3134" y="136"/>
                  </a:lnTo>
                  <a:lnTo>
                    <a:pt x="3138" y="134"/>
                  </a:lnTo>
                  <a:lnTo>
                    <a:pt x="3139" y="133"/>
                  </a:lnTo>
                  <a:lnTo>
                    <a:pt x="3142" y="130"/>
                  </a:lnTo>
                  <a:lnTo>
                    <a:pt x="3146" y="130"/>
                  </a:lnTo>
                  <a:lnTo>
                    <a:pt x="3148" y="129"/>
                  </a:lnTo>
                  <a:lnTo>
                    <a:pt x="3160" y="129"/>
                  </a:lnTo>
                  <a:lnTo>
                    <a:pt x="3165" y="131"/>
                  </a:lnTo>
                  <a:lnTo>
                    <a:pt x="3168" y="131"/>
                  </a:lnTo>
                  <a:lnTo>
                    <a:pt x="3171" y="134"/>
                  </a:lnTo>
                  <a:lnTo>
                    <a:pt x="3173" y="137"/>
                  </a:lnTo>
                  <a:lnTo>
                    <a:pt x="3174" y="141"/>
                  </a:lnTo>
                  <a:lnTo>
                    <a:pt x="3173" y="146"/>
                  </a:lnTo>
                  <a:lnTo>
                    <a:pt x="3171" y="149"/>
                  </a:lnTo>
                  <a:lnTo>
                    <a:pt x="3167" y="150"/>
                  </a:lnTo>
                  <a:lnTo>
                    <a:pt x="3165" y="152"/>
                  </a:lnTo>
                  <a:lnTo>
                    <a:pt x="3160" y="154"/>
                  </a:lnTo>
                  <a:lnTo>
                    <a:pt x="3157" y="157"/>
                  </a:lnTo>
                  <a:lnTo>
                    <a:pt x="3151" y="160"/>
                  </a:lnTo>
                  <a:lnTo>
                    <a:pt x="3147" y="164"/>
                  </a:lnTo>
                  <a:lnTo>
                    <a:pt x="3146" y="164"/>
                  </a:lnTo>
                  <a:lnTo>
                    <a:pt x="3146" y="165"/>
                  </a:lnTo>
                  <a:lnTo>
                    <a:pt x="3142" y="168"/>
                  </a:lnTo>
                  <a:lnTo>
                    <a:pt x="3139" y="171"/>
                  </a:lnTo>
                  <a:lnTo>
                    <a:pt x="3134" y="175"/>
                  </a:lnTo>
                  <a:lnTo>
                    <a:pt x="3131" y="179"/>
                  </a:lnTo>
                  <a:lnTo>
                    <a:pt x="3126" y="183"/>
                  </a:lnTo>
                  <a:lnTo>
                    <a:pt x="3126" y="184"/>
                  </a:lnTo>
                  <a:lnTo>
                    <a:pt x="3126" y="184"/>
                  </a:lnTo>
                  <a:lnTo>
                    <a:pt x="3126" y="185"/>
                  </a:lnTo>
                  <a:lnTo>
                    <a:pt x="3124" y="186"/>
                  </a:lnTo>
                  <a:lnTo>
                    <a:pt x="3124" y="186"/>
                  </a:lnTo>
                  <a:lnTo>
                    <a:pt x="3125" y="187"/>
                  </a:lnTo>
                  <a:lnTo>
                    <a:pt x="3127" y="186"/>
                  </a:lnTo>
                  <a:lnTo>
                    <a:pt x="3128" y="186"/>
                  </a:lnTo>
                  <a:lnTo>
                    <a:pt x="3130" y="186"/>
                  </a:lnTo>
                  <a:lnTo>
                    <a:pt x="3131" y="187"/>
                  </a:lnTo>
                  <a:lnTo>
                    <a:pt x="3133" y="188"/>
                  </a:lnTo>
                  <a:lnTo>
                    <a:pt x="3136" y="188"/>
                  </a:lnTo>
                  <a:lnTo>
                    <a:pt x="3139" y="189"/>
                  </a:lnTo>
                  <a:lnTo>
                    <a:pt x="3141" y="190"/>
                  </a:lnTo>
                  <a:lnTo>
                    <a:pt x="3143" y="191"/>
                  </a:lnTo>
                  <a:lnTo>
                    <a:pt x="3145" y="193"/>
                  </a:lnTo>
                  <a:lnTo>
                    <a:pt x="3146" y="195"/>
                  </a:lnTo>
                  <a:lnTo>
                    <a:pt x="3147" y="197"/>
                  </a:lnTo>
                  <a:lnTo>
                    <a:pt x="3147" y="199"/>
                  </a:lnTo>
                  <a:lnTo>
                    <a:pt x="3149" y="199"/>
                  </a:lnTo>
                  <a:lnTo>
                    <a:pt x="3149" y="202"/>
                  </a:lnTo>
                  <a:lnTo>
                    <a:pt x="3150" y="205"/>
                  </a:lnTo>
                  <a:lnTo>
                    <a:pt x="3150" y="208"/>
                  </a:lnTo>
                  <a:lnTo>
                    <a:pt x="3152" y="222"/>
                  </a:lnTo>
                  <a:lnTo>
                    <a:pt x="3153" y="224"/>
                  </a:lnTo>
                  <a:lnTo>
                    <a:pt x="3154" y="227"/>
                  </a:lnTo>
                  <a:lnTo>
                    <a:pt x="3155" y="232"/>
                  </a:lnTo>
                  <a:lnTo>
                    <a:pt x="3161" y="244"/>
                  </a:lnTo>
                  <a:lnTo>
                    <a:pt x="3163" y="248"/>
                  </a:lnTo>
                  <a:lnTo>
                    <a:pt x="3172" y="256"/>
                  </a:lnTo>
                  <a:lnTo>
                    <a:pt x="3176" y="258"/>
                  </a:lnTo>
                  <a:lnTo>
                    <a:pt x="3182" y="262"/>
                  </a:lnTo>
                  <a:lnTo>
                    <a:pt x="3185" y="263"/>
                  </a:lnTo>
                  <a:lnTo>
                    <a:pt x="3187" y="263"/>
                  </a:lnTo>
                  <a:lnTo>
                    <a:pt x="3190" y="265"/>
                  </a:lnTo>
                  <a:lnTo>
                    <a:pt x="3202" y="265"/>
                  </a:lnTo>
                  <a:lnTo>
                    <a:pt x="3207" y="264"/>
                  </a:lnTo>
                  <a:lnTo>
                    <a:pt x="3212" y="263"/>
                  </a:lnTo>
                  <a:lnTo>
                    <a:pt x="3218" y="261"/>
                  </a:lnTo>
                  <a:lnTo>
                    <a:pt x="3225" y="258"/>
                  </a:lnTo>
                  <a:lnTo>
                    <a:pt x="3229" y="255"/>
                  </a:lnTo>
                  <a:lnTo>
                    <a:pt x="3235" y="252"/>
                  </a:lnTo>
                  <a:lnTo>
                    <a:pt x="3239" y="250"/>
                  </a:lnTo>
                  <a:lnTo>
                    <a:pt x="3248" y="243"/>
                  </a:lnTo>
                  <a:lnTo>
                    <a:pt x="3249" y="241"/>
                  </a:lnTo>
                  <a:lnTo>
                    <a:pt x="3249" y="240"/>
                  </a:lnTo>
                  <a:lnTo>
                    <a:pt x="3250" y="239"/>
                  </a:lnTo>
                  <a:lnTo>
                    <a:pt x="3254" y="238"/>
                  </a:lnTo>
                  <a:lnTo>
                    <a:pt x="3256" y="237"/>
                  </a:lnTo>
                  <a:lnTo>
                    <a:pt x="3257" y="236"/>
                  </a:lnTo>
                  <a:lnTo>
                    <a:pt x="3257" y="234"/>
                  </a:lnTo>
                  <a:lnTo>
                    <a:pt x="3257" y="233"/>
                  </a:lnTo>
                  <a:lnTo>
                    <a:pt x="3257" y="231"/>
                  </a:lnTo>
                  <a:lnTo>
                    <a:pt x="3258" y="230"/>
                  </a:lnTo>
                  <a:lnTo>
                    <a:pt x="3258" y="228"/>
                  </a:lnTo>
                  <a:lnTo>
                    <a:pt x="3262" y="225"/>
                  </a:lnTo>
                  <a:lnTo>
                    <a:pt x="3263" y="224"/>
                  </a:lnTo>
                  <a:lnTo>
                    <a:pt x="3265" y="224"/>
                  </a:lnTo>
                  <a:lnTo>
                    <a:pt x="3267" y="225"/>
                  </a:lnTo>
                  <a:lnTo>
                    <a:pt x="3269" y="225"/>
                  </a:lnTo>
                  <a:lnTo>
                    <a:pt x="3271" y="228"/>
                  </a:lnTo>
                  <a:lnTo>
                    <a:pt x="3272" y="230"/>
                  </a:lnTo>
                  <a:lnTo>
                    <a:pt x="3272" y="231"/>
                  </a:lnTo>
                  <a:lnTo>
                    <a:pt x="3272" y="233"/>
                  </a:lnTo>
                  <a:lnTo>
                    <a:pt x="3272" y="234"/>
                  </a:lnTo>
                  <a:lnTo>
                    <a:pt x="3271" y="235"/>
                  </a:lnTo>
                  <a:lnTo>
                    <a:pt x="3271" y="235"/>
                  </a:lnTo>
                  <a:lnTo>
                    <a:pt x="3271" y="236"/>
                  </a:lnTo>
                  <a:lnTo>
                    <a:pt x="3271" y="240"/>
                  </a:lnTo>
                  <a:lnTo>
                    <a:pt x="3271" y="241"/>
                  </a:lnTo>
                  <a:lnTo>
                    <a:pt x="3271" y="243"/>
                  </a:lnTo>
                  <a:lnTo>
                    <a:pt x="3271" y="248"/>
                  </a:lnTo>
                  <a:lnTo>
                    <a:pt x="3271" y="249"/>
                  </a:lnTo>
                  <a:lnTo>
                    <a:pt x="3272" y="249"/>
                  </a:lnTo>
                  <a:lnTo>
                    <a:pt x="3272" y="251"/>
                  </a:lnTo>
                  <a:lnTo>
                    <a:pt x="3272" y="252"/>
                  </a:lnTo>
                  <a:lnTo>
                    <a:pt x="3272" y="260"/>
                  </a:lnTo>
                  <a:lnTo>
                    <a:pt x="3273" y="260"/>
                  </a:lnTo>
                  <a:lnTo>
                    <a:pt x="3273" y="261"/>
                  </a:lnTo>
                  <a:lnTo>
                    <a:pt x="3273" y="262"/>
                  </a:lnTo>
                  <a:lnTo>
                    <a:pt x="3272" y="265"/>
                  </a:lnTo>
                  <a:lnTo>
                    <a:pt x="3271" y="267"/>
                  </a:lnTo>
                  <a:lnTo>
                    <a:pt x="3268" y="269"/>
                  </a:lnTo>
                  <a:lnTo>
                    <a:pt x="3265" y="270"/>
                  </a:lnTo>
                  <a:lnTo>
                    <a:pt x="3263" y="272"/>
                  </a:lnTo>
                  <a:lnTo>
                    <a:pt x="3261" y="275"/>
                  </a:lnTo>
                  <a:lnTo>
                    <a:pt x="3259" y="277"/>
                  </a:lnTo>
                  <a:lnTo>
                    <a:pt x="3254" y="279"/>
                  </a:lnTo>
                  <a:lnTo>
                    <a:pt x="3248" y="281"/>
                  </a:lnTo>
                  <a:lnTo>
                    <a:pt x="3244" y="282"/>
                  </a:lnTo>
                  <a:lnTo>
                    <a:pt x="3231" y="286"/>
                  </a:lnTo>
                  <a:lnTo>
                    <a:pt x="3226" y="287"/>
                  </a:lnTo>
                  <a:lnTo>
                    <a:pt x="3218" y="289"/>
                  </a:lnTo>
                  <a:lnTo>
                    <a:pt x="3211" y="292"/>
                  </a:lnTo>
                  <a:lnTo>
                    <a:pt x="3204" y="293"/>
                  </a:lnTo>
                  <a:lnTo>
                    <a:pt x="3197" y="293"/>
                  </a:lnTo>
                  <a:lnTo>
                    <a:pt x="3191" y="294"/>
                  </a:lnTo>
                  <a:lnTo>
                    <a:pt x="3188" y="295"/>
                  </a:lnTo>
                  <a:lnTo>
                    <a:pt x="3183" y="295"/>
                  </a:lnTo>
                  <a:lnTo>
                    <a:pt x="3181" y="295"/>
                  </a:lnTo>
                  <a:lnTo>
                    <a:pt x="3174" y="294"/>
                  </a:lnTo>
                  <a:lnTo>
                    <a:pt x="3174" y="295"/>
                  </a:lnTo>
                  <a:lnTo>
                    <a:pt x="3170" y="295"/>
                  </a:lnTo>
                  <a:lnTo>
                    <a:pt x="3168" y="293"/>
                  </a:lnTo>
                  <a:lnTo>
                    <a:pt x="3165" y="292"/>
                  </a:lnTo>
                  <a:lnTo>
                    <a:pt x="3162" y="291"/>
                  </a:lnTo>
                  <a:lnTo>
                    <a:pt x="3160" y="289"/>
                  </a:lnTo>
                  <a:lnTo>
                    <a:pt x="3159" y="287"/>
                  </a:lnTo>
                  <a:lnTo>
                    <a:pt x="3156" y="284"/>
                  </a:lnTo>
                  <a:lnTo>
                    <a:pt x="3154" y="283"/>
                  </a:lnTo>
                  <a:lnTo>
                    <a:pt x="3153" y="281"/>
                  </a:lnTo>
                  <a:lnTo>
                    <a:pt x="3151" y="279"/>
                  </a:lnTo>
                  <a:lnTo>
                    <a:pt x="3147" y="274"/>
                  </a:lnTo>
                  <a:lnTo>
                    <a:pt x="3143" y="273"/>
                  </a:lnTo>
                  <a:lnTo>
                    <a:pt x="3140" y="268"/>
                  </a:lnTo>
                  <a:lnTo>
                    <a:pt x="3139" y="265"/>
                  </a:lnTo>
                  <a:lnTo>
                    <a:pt x="3135" y="260"/>
                  </a:lnTo>
                  <a:lnTo>
                    <a:pt x="3132" y="255"/>
                  </a:lnTo>
                  <a:lnTo>
                    <a:pt x="3130" y="254"/>
                  </a:lnTo>
                  <a:lnTo>
                    <a:pt x="3130" y="250"/>
                  </a:lnTo>
                  <a:lnTo>
                    <a:pt x="3129" y="248"/>
                  </a:lnTo>
                  <a:lnTo>
                    <a:pt x="3127" y="245"/>
                  </a:lnTo>
                  <a:lnTo>
                    <a:pt x="3125" y="242"/>
                  </a:lnTo>
                  <a:lnTo>
                    <a:pt x="3124" y="239"/>
                  </a:lnTo>
                  <a:lnTo>
                    <a:pt x="3123" y="236"/>
                  </a:lnTo>
                  <a:lnTo>
                    <a:pt x="3122" y="233"/>
                  </a:lnTo>
                  <a:lnTo>
                    <a:pt x="3122" y="230"/>
                  </a:lnTo>
                  <a:lnTo>
                    <a:pt x="3119" y="226"/>
                  </a:lnTo>
                  <a:lnTo>
                    <a:pt x="3119" y="220"/>
                  </a:lnTo>
                  <a:lnTo>
                    <a:pt x="3119" y="216"/>
                  </a:lnTo>
                  <a:lnTo>
                    <a:pt x="3118" y="216"/>
                  </a:lnTo>
                  <a:lnTo>
                    <a:pt x="3118" y="209"/>
                  </a:lnTo>
                  <a:lnTo>
                    <a:pt x="3118" y="207"/>
                  </a:lnTo>
                  <a:lnTo>
                    <a:pt x="3117" y="205"/>
                  </a:lnTo>
                  <a:lnTo>
                    <a:pt x="3117" y="202"/>
                  </a:lnTo>
                  <a:lnTo>
                    <a:pt x="3117" y="201"/>
                  </a:lnTo>
                  <a:lnTo>
                    <a:pt x="3117" y="196"/>
                  </a:lnTo>
                  <a:lnTo>
                    <a:pt x="3115" y="196"/>
                  </a:lnTo>
                  <a:lnTo>
                    <a:pt x="3114" y="197"/>
                  </a:lnTo>
                  <a:lnTo>
                    <a:pt x="3113" y="197"/>
                  </a:lnTo>
                  <a:lnTo>
                    <a:pt x="3112" y="199"/>
                  </a:lnTo>
                  <a:lnTo>
                    <a:pt x="3111" y="200"/>
                  </a:lnTo>
                  <a:lnTo>
                    <a:pt x="3111" y="202"/>
                  </a:lnTo>
                  <a:lnTo>
                    <a:pt x="3110" y="203"/>
                  </a:lnTo>
                  <a:lnTo>
                    <a:pt x="3109" y="204"/>
                  </a:lnTo>
                  <a:lnTo>
                    <a:pt x="3104" y="210"/>
                  </a:lnTo>
                  <a:lnTo>
                    <a:pt x="3104" y="212"/>
                  </a:lnTo>
                  <a:lnTo>
                    <a:pt x="3102" y="213"/>
                  </a:lnTo>
                  <a:lnTo>
                    <a:pt x="3100" y="217"/>
                  </a:lnTo>
                  <a:lnTo>
                    <a:pt x="3099" y="218"/>
                  </a:lnTo>
                  <a:lnTo>
                    <a:pt x="3098" y="220"/>
                  </a:lnTo>
                  <a:lnTo>
                    <a:pt x="3095" y="224"/>
                  </a:lnTo>
                  <a:lnTo>
                    <a:pt x="3094" y="226"/>
                  </a:lnTo>
                  <a:lnTo>
                    <a:pt x="3087" y="236"/>
                  </a:lnTo>
                  <a:lnTo>
                    <a:pt x="3087" y="238"/>
                  </a:lnTo>
                  <a:lnTo>
                    <a:pt x="3086" y="240"/>
                  </a:lnTo>
                  <a:lnTo>
                    <a:pt x="3085" y="240"/>
                  </a:lnTo>
                  <a:lnTo>
                    <a:pt x="3085" y="242"/>
                  </a:lnTo>
                  <a:lnTo>
                    <a:pt x="3084" y="242"/>
                  </a:lnTo>
                  <a:lnTo>
                    <a:pt x="3083" y="244"/>
                  </a:lnTo>
                  <a:lnTo>
                    <a:pt x="3082" y="245"/>
                  </a:lnTo>
                  <a:lnTo>
                    <a:pt x="3079" y="247"/>
                  </a:lnTo>
                  <a:lnTo>
                    <a:pt x="3079" y="249"/>
                  </a:lnTo>
                  <a:lnTo>
                    <a:pt x="3076" y="253"/>
                  </a:lnTo>
                  <a:lnTo>
                    <a:pt x="3076" y="254"/>
                  </a:lnTo>
                  <a:lnTo>
                    <a:pt x="3076" y="256"/>
                  </a:lnTo>
                  <a:lnTo>
                    <a:pt x="3075" y="257"/>
                  </a:lnTo>
                  <a:lnTo>
                    <a:pt x="3074" y="258"/>
                  </a:lnTo>
                  <a:lnTo>
                    <a:pt x="3072" y="260"/>
                  </a:lnTo>
                  <a:lnTo>
                    <a:pt x="3070" y="261"/>
                  </a:lnTo>
                  <a:lnTo>
                    <a:pt x="3069" y="262"/>
                  </a:lnTo>
                  <a:lnTo>
                    <a:pt x="3068" y="263"/>
                  </a:lnTo>
                  <a:lnTo>
                    <a:pt x="3068" y="265"/>
                  </a:lnTo>
                  <a:lnTo>
                    <a:pt x="3067" y="266"/>
                  </a:lnTo>
                  <a:lnTo>
                    <a:pt x="3067" y="268"/>
                  </a:lnTo>
                  <a:lnTo>
                    <a:pt x="3066" y="270"/>
                  </a:lnTo>
                  <a:lnTo>
                    <a:pt x="3063" y="270"/>
                  </a:lnTo>
                  <a:lnTo>
                    <a:pt x="3061" y="274"/>
                  </a:lnTo>
                  <a:lnTo>
                    <a:pt x="3059" y="276"/>
                  </a:lnTo>
                  <a:lnTo>
                    <a:pt x="3058" y="278"/>
                  </a:lnTo>
                  <a:lnTo>
                    <a:pt x="3057" y="279"/>
                  </a:lnTo>
                  <a:lnTo>
                    <a:pt x="3056" y="281"/>
                  </a:lnTo>
                  <a:lnTo>
                    <a:pt x="3056" y="283"/>
                  </a:lnTo>
                  <a:lnTo>
                    <a:pt x="3054" y="284"/>
                  </a:lnTo>
                  <a:lnTo>
                    <a:pt x="3052" y="285"/>
                  </a:lnTo>
                  <a:lnTo>
                    <a:pt x="3049" y="286"/>
                  </a:lnTo>
                  <a:lnTo>
                    <a:pt x="3047" y="286"/>
                  </a:lnTo>
                  <a:lnTo>
                    <a:pt x="3045" y="287"/>
                  </a:lnTo>
                  <a:lnTo>
                    <a:pt x="3042" y="289"/>
                  </a:lnTo>
                  <a:lnTo>
                    <a:pt x="3041" y="290"/>
                  </a:lnTo>
                  <a:lnTo>
                    <a:pt x="3039" y="292"/>
                  </a:lnTo>
                  <a:lnTo>
                    <a:pt x="3036" y="294"/>
                  </a:lnTo>
                  <a:lnTo>
                    <a:pt x="3032" y="294"/>
                  </a:lnTo>
                  <a:lnTo>
                    <a:pt x="3030" y="293"/>
                  </a:lnTo>
                  <a:lnTo>
                    <a:pt x="3029" y="289"/>
                  </a:lnTo>
                  <a:lnTo>
                    <a:pt x="3029" y="286"/>
                  </a:lnTo>
                  <a:lnTo>
                    <a:pt x="3030" y="284"/>
                  </a:lnTo>
                  <a:lnTo>
                    <a:pt x="3032" y="282"/>
                  </a:lnTo>
                  <a:lnTo>
                    <a:pt x="3032" y="278"/>
                  </a:lnTo>
                  <a:lnTo>
                    <a:pt x="3032" y="276"/>
                  </a:lnTo>
                  <a:lnTo>
                    <a:pt x="3032" y="272"/>
                  </a:lnTo>
                  <a:lnTo>
                    <a:pt x="3031" y="270"/>
                  </a:lnTo>
                  <a:lnTo>
                    <a:pt x="3032" y="267"/>
                  </a:lnTo>
                  <a:lnTo>
                    <a:pt x="3032" y="264"/>
                  </a:lnTo>
                  <a:lnTo>
                    <a:pt x="3033" y="262"/>
                  </a:lnTo>
                  <a:lnTo>
                    <a:pt x="3035" y="259"/>
                  </a:lnTo>
                  <a:lnTo>
                    <a:pt x="3036" y="256"/>
                  </a:lnTo>
                  <a:lnTo>
                    <a:pt x="3038" y="254"/>
                  </a:lnTo>
                  <a:lnTo>
                    <a:pt x="3041" y="252"/>
                  </a:lnTo>
                  <a:lnTo>
                    <a:pt x="3043" y="249"/>
                  </a:lnTo>
                  <a:lnTo>
                    <a:pt x="3043" y="247"/>
                  </a:lnTo>
                  <a:lnTo>
                    <a:pt x="3045" y="245"/>
                  </a:lnTo>
                  <a:lnTo>
                    <a:pt x="3046" y="242"/>
                  </a:lnTo>
                  <a:lnTo>
                    <a:pt x="3048" y="239"/>
                  </a:lnTo>
                  <a:lnTo>
                    <a:pt x="3056" y="229"/>
                  </a:lnTo>
                  <a:lnTo>
                    <a:pt x="3058" y="227"/>
                  </a:lnTo>
                  <a:lnTo>
                    <a:pt x="3061" y="226"/>
                  </a:lnTo>
                  <a:lnTo>
                    <a:pt x="3061" y="224"/>
                  </a:lnTo>
                  <a:lnTo>
                    <a:pt x="3063" y="221"/>
                  </a:lnTo>
                  <a:lnTo>
                    <a:pt x="3067" y="216"/>
                  </a:lnTo>
                  <a:lnTo>
                    <a:pt x="3070" y="211"/>
                  </a:lnTo>
                  <a:lnTo>
                    <a:pt x="3075" y="206"/>
                  </a:lnTo>
                  <a:lnTo>
                    <a:pt x="3076" y="205"/>
                  </a:lnTo>
                  <a:lnTo>
                    <a:pt x="3076" y="203"/>
                  </a:lnTo>
                  <a:lnTo>
                    <a:pt x="3078" y="199"/>
                  </a:lnTo>
                  <a:lnTo>
                    <a:pt x="3080" y="196"/>
                  </a:lnTo>
                  <a:lnTo>
                    <a:pt x="3082" y="193"/>
                  </a:lnTo>
                  <a:lnTo>
                    <a:pt x="3083" y="192"/>
                  </a:lnTo>
                  <a:lnTo>
                    <a:pt x="3084" y="191"/>
                  </a:lnTo>
                  <a:lnTo>
                    <a:pt x="3085" y="190"/>
                  </a:lnTo>
                  <a:lnTo>
                    <a:pt x="3087" y="187"/>
                  </a:lnTo>
                  <a:lnTo>
                    <a:pt x="3092" y="181"/>
                  </a:lnTo>
                  <a:lnTo>
                    <a:pt x="3092" y="178"/>
                  </a:lnTo>
                  <a:lnTo>
                    <a:pt x="3089" y="176"/>
                  </a:lnTo>
                  <a:lnTo>
                    <a:pt x="3086" y="172"/>
                  </a:lnTo>
                  <a:lnTo>
                    <a:pt x="3084" y="170"/>
                  </a:lnTo>
                  <a:lnTo>
                    <a:pt x="3082" y="167"/>
                  </a:lnTo>
                  <a:lnTo>
                    <a:pt x="3081" y="162"/>
                  </a:lnTo>
                  <a:lnTo>
                    <a:pt x="3085" y="157"/>
                  </a:lnTo>
                  <a:lnTo>
                    <a:pt x="3090" y="149"/>
                  </a:lnTo>
                  <a:lnTo>
                    <a:pt x="3094" y="145"/>
                  </a:lnTo>
                  <a:lnTo>
                    <a:pt x="3097" y="140"/>
                  </a:lnTo>
                  <a:lnTo>
                    <a:pt x="3100" y="136"/>
                  </a:lnTo>
                  <a:lnTo>
                    <a:pt x="3100" y="134"/>
                  </a:lnTo>
                  <a:lnTo>
                    <a:pt x="3095" y="123"/>
                  </a:lnTo>
                  <a:lnTo>
                    <a:pt x="3095" y="121"/>
                  </a:lnTo>
                  <a:lnTo>
                    <a:pt x="3093" y="120"/>
                  </a:lnTo>
                  <a:lnTo>
                    <a:pt x="3091" y="120"/>
                  </a:lnTo>
                  <a:lnTo>
                    <a:pt x="3091" y="122"/>
                  </a:lnTo>
                  <a:lnTo>
                    <a:pt x="3091" y="123"/>
                  </a:lnTo>
                  <a:lnTo>
                    <a:pt x="3085" y="127"/>
                  </a:lnTo>
                  <a:lnTo>
                    <a:pt x="3085" y="128"/>
                  </a:lnTo>
                  <a:lnTo>
                    <a:pt x="3083" y="129"/>
                  </a:lnTo>
                  <a:lnTo>
                    <a:pt x="3083" y="134"/>
                  </a:lnTo>
                  <a:lnTo>
                    <a:pt x="3081" y="135"/>
                  </a:lnTo>
                  <a:lnTo>
                    <a:pt x="3080" y="136"/>
                  </a:lnTo>
                  <a:lnTo>
                    <a:pt x="3077" y="139"/>
                  </a:lnTo>
                  <a:cubicBezTo>
                    <a:pt x="3074" y="140"/>
                    <a:pt x="3071" y="140"/>
                    <a:pt x="3069" y="140"/>
                  </a:cubicBezTo>
                  <a:lnTo>
                    <a:pt x="3068" y="139"/>
                  </a:lnTo>
                  <a:lnTo>
                    <a:pt x="3064" y="139"/>
                  </a:lnTo>
                  <a:lnTo>
                    <a:pt x="3062" y="140"/>
                  </a:lnTo>
                  <a:lnTo>
                    <a:pt x="3058" y="139"/>
                  </a:lnTo>
                  <a:lnTo>
                    <a:pt x="3053" y="135"/>
                  </a:lnTo>
                  <a:lnTo>
                    <a:pt x="3052" y="134"/>
                  </a:lnTo>
                  <a:lnTo>
                    <a:pt x="3046" y="132"/>
                  </a:lnTo>
                  <a:lnTo>
                    <a:pt x="3045" y="131"/>
                  </a:lnTo>
                  <a:lnTo>
                    <a:pt x="3042" y="131"/>
                  </a:lnTo>
                  <a:lnTo>
                    <a:pt x="3042" y="133"/>
                  </a:lnTo>
                  <a:lnTo>
                    <a:pt x="3042" y="136"/>
                  </a:lnTo>
                  <a:lnTo>
                    <a:pt x="3042" y="138"/>
                  </a:lnTo>
                  <a:lnTo>
                    <a:pt x="3043" y="140"/>
                  </a:lnTo>
                  <a:lnTo>
                    <a:pt x="3043" y="144"/>
                  </a:lnTo>
                  <a:lnTo>
                    <a:pt x="3042" y="145"/>
                  </a:lnTo>
                  <a:lnTo>
                    <a:pt x="3041" y="147"/>
                  </a:lnTo>
                  <a:lnTo>
                    <a:pt x="3041" y="149"/>
                  </a:lnTo>
                  <a:lnTo>
                    <a:pt x="3040" y="151"/>
                  </a:lnTo>
                  <a:lnTo>
                    <a:pt x="3039" y="153"/>
                  </a:lnTo>
                  <a:lnTo>
                    <a:pt x="3037" y="157"/>
                  </a:lnTo>
                  <a:lnTo>
                    <a:pt x="3037" y="160"/>
                  </a:lnTo>
                  <a:lnTo>
                    <a:pt x="3035" y="162"/>
                  </a:lnTo>
                  <a:lnTo>
                    <a:pt x="3034" y="164"/>
                  </a:lnTo>
                  <a:lnTo>
                    <a:pt x="3032" y="166"/>
                  </a:lnTo>
                  <a:lnTo>
                    <a:pt x="3032" y="168"/>
                  </a:lnTo>
                  <a:lnTo>
                    <a:pt x="3032" y="171"/>
                  </a:lnTo>
                  <a:lnTo>
                    <a:pt x="3032" y="172"/>
                  </a:lnTo>
                  <a:lnTo>
                    <a:pt x="3032" y="176"/>
                  </a:lnTo>
                  <a:lnTo>
                    <a:pt x="3033" y="180"/>
                  </a:lnTo>
                  <a:lnTo>
                    <a:pt x="3032" y="184"/>
                  </a:lnTo>
                  <a:lnTo>
                    <a:pt x="3033" y="184"/>
                  </a:lnTo>
                  <a:lnTo>
                    <a:pt x="3034" y="188"/>
                  </a:lnTo>
                  <a:lnTo>
                    <a:pt x="3034" y="191"/>
                  </a:lnTo>
                  <a:lnTo>
                    <a:pt x="3034" y="192"/>
                  </a:lnTo>
                  <a:lnTo>
                    <a:pt x="3034" y="194"/>
                  </a:lnTo>
                  <a:lnTo>
                    <a:pt x="3034" y="195"/>
                  </a:lnTo>
                  <a:lnTo>
                    <a:pt x="3034" y="196"/>
                  </a:lnTo>
                  <a:lnTo>
                    <a:pt x="3035" y="197"/>
                  </a:lnTo>
                  <a:lnTo>
                    <a:pt x="3034" y="198"/>
                  </a:lnTo>
                  <a:lnTo>
                    <a:pt x="3032" y="199"/>
                  </a:lnTo>
                  <a:lnTo>
                    <a:pt x="3031" y="202"/>
                  </a:lnTo>
                  <a:lnTo>
                    <a:pt x="3029" y="204"/>
                  </a:lnTo>
                  <a:lnTo>
                    <a:pt x="3028" y="206"/>
                  </a:lnTo>
                  <a:lnTo>
                    <a:pt x="3027" y="209"/>
                  </a:lnTo>
                  <a:lnTo>
                    <a:pt x="3026" y="210"/>
                  </a:lnTo>
                  <a:lnTo>
                    <a:pt x="3026" y="211"/>
                  </a:lnTo>
                  <a:cubicBezTo>
                    <a:pt x="3024" y="216"/>
                    <a:pt x="3022" y="217"/>
                    <a:pt x="3017" y="217"/>
                  </a:cubicBezTo>
                  <a:lnTo>
                    <a:pt x="3015" y="217"/>
                  </a:lnTo>
                  <a:lnTo>
                    <a:pt x="3013" y="215"/>
                  </a:lnTo>
                  <a:lnTo>
                    <a:pt x="3012" y="214"/>
                  </a:lnTo>
                  <a:lnTo>
                    <a:pt x="3011" y="213"/>
                  </a:lnTo>
                  <a:lnTo>
                    <a:pt x="3010" y="212"/>
                  </a:lnTo>
                  <a:lnTo>
                    <a:pt x="3009" y="211"/>
                  </a:lnTo>
                  <a:lnTo>
                    <a:pt x="3007" y="210"/>
                  </a:lnTo>
                  <a:lnTo>
                    <a:pt x="3006" y="209"/>
                  </a:lnTo>
                  <a:lnTo>
                    <a:pt x="3005" y="208"/>
                  </a:lnTo>
                  <a:lnTo>
                    <a:pt x="3005" y="207"/>
                  </a:lnTo>
                  <a:lnTo>
                    <a:pt x="3004" y="205"/>
                  </a:lnTo>
                  <a:lnTo>
                    <a:pt x="3003" y="205"/>
                  </a:lnTo>
                  <a:lnTo>
                    <a:pt x="3002" y="203"/>
                  </a:lnTo>
                  <a:lnTo>
                    <a:pt x="3001" y="202"/>
                  </a:lnTo>
                  <a:lnTo>
                    <a:pt x="3001" y="201"/>
                  </a:lnTo>
                  <a:lnTo>
                    <a:pt x="3000" y="200"/>
                  </a:lnTo>
                  <a:lnTo>
                    <a:pt x="2999" y="198"/>
                  </a:lnTo>
                  <a:lnTo>
                    <a:pt x="2999" y="199"/>
                  </a:lnTo>
                  <a:lnTo>
                    <a:pt x="2998" y="197"/>
                  </a:lnTo>
                  <a:lnTo>
                    <a:pt x="2996" y="196"/>
                  </a:lnTo>
                  <a:lnTo>
                    <a:pt x="2996" y="198"/>
                  </a:lnTo>
                  <a:lnTo>
                    <a:pt x="2996" y="199"/>
                  </a:lnTo>
                  <a:lnTo>
                    <a:pt x="2995" y="200"/>
                  </a:lnTo>
                  <a:lnTo>
                    <a:pt x="2995" y="201"/>
                  </a:lnTo>
                  <a:lnTo>
                    <a:pt x="2994" y="202"/>
                  </a:lnTo>
                  <a:lnTo>
                    <a:pt x="2994" y="203"/>
                  </a:lnTo>
                  <a:lnTo>
                    <a:pt x="2994" y="204"/>
                  </a:lnTo>
                  <a:lnTo>
                    <a:pt x="2994" y="205"/>
                  </a:lnTo>
                  <a:lnTo>
                    <a:pt x="2993" y="206"/>
                  </a:lnTo>
                  <a:lnTo>
                    <a:pt x="2993" y="207"/>
                  </a:lnTo>
                  <a:lnTo>
                    <a:pt x="2993" y="208"/>
                  </a:lnTo>
                  <a:lnTo>
                    <a:pt x="2992" y="209"/>
                  </a:lnTo>
                  <a:lnTo>
                    <a:pt x="2992" y="210"/>
                  </a:lnTo>
                  <a:lnTo>
                    <a:pt x="2992" y="211"/>
                  </a:lnTo>
                  <a:lnTo>
                    <a:pt x="2992" y="212"/>
                  </a:lnTo>
                  <a:lnTo>
                    <a:pt x="2992" y="213"/>
                  </a:lnTo>
                  <a:lnTo>
                    <a:pt x="2992" y="214"/>
                  </a:lnTo>
                  <a:lnTo>
                    <a:pt x="2992" y="218"/>
                  </a:lnTo>
                  <a:lnTo>
                    <a:pt x="2992" y="219"/>
                  </a:lnTo>
                  <a:lnTo>
                    <a:pt x="2991" y="221"/>
                  </a:lnTo>
                  <a:lnTo>
                    <a:pt x="2991" y="223"/>
                  </a:lnTo>
                  <a:lnTo>
                    <a:pt x="2990" y="226"/>
                  </a:lnTo>
                  <a:lnTo>
                    <a:pt x="2988" y="228"/>
                  </a:lnTo>
                  <a:lnTo>
                    <a:pt x="2987" y="230"/>
                  </a:lnTo>
                  <a:lnTo>
                    <a:pt x="2987" y="230"/>
                  </a:lnTo>
                  <a:lnTo>
                    <a:pt x="2987" y="231"/>
                  </a:lnTo>
                  <a:lnTo>
                    <a:pt x="2987" y="232"/>
                  </a:lnTo>
                  <a:lnTo>
                    <a:pt x="2987" y="233"/>
                  </a:lnTo>
                  <a:lnTo>
                    <a:pt x="2986" y="234"/>
                  </a:lnTo>
                  <a:lnTo>
                    <a:pt x="2986" y="236"/>
                  </a:lnTo>
                  <a:lnTo>
                    <a:pt x="2985" y="237"/>
                  </a:lnTo>
                  <a:lnTo>
                    <a:pt x="2984" y="238"/>
                  </a:lnTo>
                  <a:lnTo>
                    <a:pt x="2984" y="239"/>
                  </a:lnTo>
                  <a:lnTo>
                    <a:pt x="2984" y="240"/>
                  </a:lnTo>
                  <a:lnTo>
                    <a:pt x="2984" y="241"/>
                  </a:lnTo>
                  <a:lnTo>
                    <a:pt x="2984" y="243"/>
                  </a:lnTo>
                  <a:lnTo>
                    <a:pt x="2984" y="245"/>
                  </a:lnTo>
                  <a:lnTo>
                    <a:pt x="2984" y="247"/>
                  </a:lnTo>
                  <a:lnTo>
                    <a:pt x="2984" y="249"/>
                  </a:lnTo>
                  <a:lnTo>
                    <a:pt x="2984" y="251"/>
                  </a:lnTo>
                  <a:lnTo>
                    <a:pt x="2983" y="253"/>
                  </a:lnTo>
                  <a:lnTo>
                    <a:pt x="2983" y="254"/>
                  </a:lnTo>
                  <a:lnTo>
                    <a:pt x="2983" y="255"/>
                  </a:lnTo>
                  <a:lnTo>
                    <a:pt x="2983" y="258"/>
                  </a:lnTo>
                  <a:cubicBezTo>
                    <a:pt x="2984" y="262"/>
                    <a:pt x="2988" y="262"/>
                    <a:pt x="2990" y="258"/>
                  </a:cubicBezTo>
                  <a:lnTo>
                    <a:pt x="2990" y="257"/>
                  </a:lnTo>
                  <a:cubicBezTo>
                    <a:pt x="2994" y="252"/>
                    <a:pt x="3004" y="250"/>
                    <a:pt x="3004" y="257"/>
                  </a:cubicBezTo>
                  <a:lnTo>
                    <a:pt x="3002" y="260"/>
                  </a:lnTo>
                  <a:lnTo>
                    <a:pt x="3001" y="262"/>
                  </a:lnTo>
                  <a:lnTo>
                    <a:pt x="3001" y="263"/>
                  </a:lnTo>
                  <a:lnTo>
                    <a:pt x="3000" y="266"/>
                  </a:lnTo>
                  <a:lnTo>
                    <a:pt x="3001" y="267"/>
                  </a:lnTo>
                  <a:lnTo>
                    <a:pt x="2999" y="268"/>
                  </a:lnTo>
                  <a:lnTo>
                    <a:pt x="2999" y="270"/>
                  </a:lnTo>
                  <a:lnTo>
                    <a:pt x="2998" y="272"/>
                  </a:lnTo>
                  <a:lnTo>
                    <a:pt x="2998" y="273"/>
                  </a:lnTo>
                  <a:lnTo>
                    <a:pt x="2997" y="275"/>
                  </a:lnTo>
                  <a:lnTo>
                    <a:pt x="2996" y="277"/>
                  </a:lnTo>
                  <a:lnTo>
                    <a:pt x="2996" y="278"/>
                  </a:lnTo>
                  <a:lnTo>
                    <a:pt x="2995" y="281"/>
                  </a:lnTo>
                  <a:lnTo>
                    <a:pt x="2994" y="283"/>
                  </a:lnTo>
                  <a:lnTo>
                    <a:pt x="2993" y="285"/>
                  </a:lnTo>
                  <a:lnTo>
                    <a:pt x="2993" y="287"/>
                  </a:lnTo>
                  <a:lnTo>
                    <a:pt x="2992" y="289"/>
                  </a:lnTo>
                  <a:lnTo>
                    <a:pt x="2991" y="291"/>
                  </a:lnTo>
                  <a:lnTo>
                    <a:pt x="2991" y="292"/>
                  </a:lnTo>
                  <a:lnTo>
                    <a:pt x="2990" y="293"/>
                  </a:lnTo>
                  <a:lnTo>
                    <a:pt x="2990" y="295"/>
                  </a:lnTo>
                  <a:lnTo>
                    <a:pt x="2989" y="296"/>
                  </a:lnTo>
                  <a:lnTo>
                    <a:pt x="2988" y="298"/>
                  </a:lnTo>
                  <a:lnTo>
                    <a:pt x="2987" y="299"/>
                  </a:lnTo>
                  <a:lnTo>
                    <a:pt x="2986" y="301"/>
                  </a:lnTo>
                  <a:lnTo>
                    <a:pt x="2984" y="301"/>
                  </a:lnTo>
                  <a:lnTo>
                    <a:pt x="2983" y="302"/>
                  </a:lnTo>
                  <a:lnTo>
                    <a:pt x="2981" y="303"/>
                  </a:lnTo>
                  <a:lnTo>
                    <a:pt x="2979" y="304"/>
                  </a:lnTo>
                  <a:lnTo>
                    <a:pt x="2977" y="305"/>
                  </a:lnTo>
                  <a:lnTo>
                    <a:pt x="2976" y="306"/>
                  </a:lnTo>
                  <a:lnTo>
                    <a:pt x="2974" y="308"/>
                  </a:lnTo>
                  <a:lnTo>
                    <a:pt x="2973" y="309"/>
                  </a:lnTo>
                  <a:lnTo>
                    <a:pt x="2971" y="310"/>
                  </a:lnTo>
                  <a:lnTo>
                    <a:pt x="2970" y="311"/>
                  </a:lnTo>
                  <a:lnTo>
                    <a:pt x="2967" y="310"/>
                  </a:lnTo>
                  <a:lnTo>
                    <a:pt x="2966" y="309"/>
                  </a:lnTo>
                  <a:lnTo>
                    <a:pt x="2964" y="308"/>
                  </a:lnTo>
                  <a:lnTo>
                    <a:pt x="2963" y="308"/>
                  </a:lnTo>
                  <a:lnTo>
                    <a:pt x="2962" y="307"/>
                  </a:lnTo>
                  <a:lnTo>
                    <a:pt x="2962" y="306"/>
                  </a:lnTo>
                  <a:lnTo>
                    <a:pt x="2961" y="304"/>
                  </a:lnTo>
                  <a:lnTo>
                    <a:pt x="2960" y="303"/>
                  </a:lnTo>
                  <a:lnTo>
                    <a:pt x="2960" y="302"/>
                  </a:lnTo>
                  <a:lnTo>
                    <a:pt x="2959" y="301"/>
                  </a:lnTo>
                  <a:lnTo>
                    <a:pt x="2959" y="300"/>
                  </a:lnTo>
                  <a:lnTo>
                    <a:pt x="2958" y="299"/>
                  </a:lnTo>
                  <a:lnTo>
                    <a:pt x="2958" y="298"/>
                  </a:lnTo>
                  <a:lnTo>
                    <a:pt x="2958" y="296"/>
                  </a:lnTo>
                  <a:lnTo>
                    <a:pt x="2957" y="295"/>
                  </a:lnTo>
                  <a:lnTo>
                    <a:pt x="2957" y="293"/>
                  </a:lnTo>
                  <a:lnTo>
                    <a:pt x="2956" y="292"/>
                  </a:lnTo>
                  <a:lnTo>
                    <a:pt x="2956" y="291"/>
                  </a:lnTo>
                  <a:lnTo>
                    <a:pt x="2956" y="289"/>
                  </a:lnTo>
                  <a:lnTo>
                    <a:pt x="2956" y="286"/>
                  </a:lnTo>
                  <a:lnTo>
                    <a:pt x="2955" y="285"/>
                  </a:lnTo>
                  <a:lnTo>
                    <a:pt x="2955" y="283"/>
                  </a:lnTo>
                  <a:lnTo>
                    <a:pt x="2954" y="283"/>
                  </a:lnTo>
                  <a:lnTo>
                    <a:pt x="2954" y="281"/>
                  </a:lnTo>
                  <a:lnTo>
                    <a:pt x="2954" y="278"/>
                  </a:lnTo>
                  <a:lnTo>
                    <a:pt x="2953" y="278"/>
                  </a:lnTo>
                  <a:lnTo>
                    <a:pt x="2953" y="276"/>
                  </a:lnTo>
                  <a:lnTo>
                    <a:pt x="2952" y="276"/>
                  </a:lnTo>
                  <a:lnTo>
                    <a:pt x="2953" y="274"/>
                  </a:lnTo>
                  <a:lnTo>
                    <a:pt x="2952" y="273"/>
                  </a:lnTo>
                  <a:lnTo>
                    <a:pt x="2952" y="271"/>
                  </a:lnTo>
                  <a:lnTo>
                    <a:pt x="2952" y="269"/>
                  </a:lnTo>
                  <a:lnTo>
                    <a:pt x="2952" y="267"/>
                  </a:lnTo>
                  <a:lnTo>
                    <a:pt x="2952" y="265"/>
                  </a:lnTo>
                  <a:lnTo>
                    <a:pt x="2951" y="263"/>
                  </a:lnTo>
                  <a:lnTo>
                    <a:pt x="2951" y="261"/>
                  </a:lnTo>
                  <a:lnTo>
                    <a:pt x="2951" y="260"/>
                  </a:lnTo>
                  <a:lnTo>
                    <a:pt x="2951" y="257"/>
                  </a:lnTo>
                  <a:lnTo>
                    <a:pt x="2950" y="257"/>
                  </a:lnTo>
                  <a:lnTo>
                    <a:pt x="2950" y="256"/>
                  </a:lnTo>
                  <a:lnTo>
                    <a:pt x="2951" y="252"/>
                  </a:lnTo>
                  <a:lnTo>
                    <a:pt x="2951" y="248"/>
                  </a:lnTo>
                  <a:lnTo>
                    <a:pt x="2951" y="245"/>
                  </a:lnTo>
                  <a:lnTo>
                    <a:pt x="2951" y="241"/>
                  </a:lnTo>
                  <a:lnTo>
                    <a:pt x="2952" y="239"/>
                  </a:lnTo>
                  <a:lnTo>
                    <a:pt x="2952" y="236"/>
                  </a:lnTo>
                  <a:lnTo>
                    <a:pt x="2952" y="233"/>
                  </a:lnTo>
                  <a:lnTo>
                    <a:pt x="2952" y="231"/>
                  </a:lnTo>
                  <a:lnTo>
                    <a:pt x="2952" y="229"/>
                  </a:lnTo>
                  <a:lnTo>
                    <a:pt x="2953" y="226"/>
                  </a:lnTo>
                  <a:lnTo>
                    <a:pt x="2953" y="224"/>
                  </a:lnTo>
                  <a:lnTo>
                    <a:pt x="2953" y="220"/>
                  </a:lnTo>
                  <a:lnTo>
                    <a:pt x="2954" y="216"/>
                  </a:lnTo>
                  <a:lnTo>
                    <a:pt x="2954" y="214"/>
                  </a:lnTo>
                  <a:lnTo>
                    <a:pt x="2955" y="212"/>
                  </a:lnTo>
                  <a:lnTo>
                    <a:pt x="2955" y="209"/>
                  </a:lnTo>
                  <a:lnTo>
                    <a:pt x="2956" y="207"/>
                  </a:lnTo>
                  <a:lnTo>
                    <a:pt x="2956" y="206"/>
                  </a:lnTo>
                  <a:lnTo>
                    <a:pt x="2956" y="197"/>
                  </a:lnTo>
                  <a:lnTo>
                    <a:pt x="2956" y="193"/>
                  </a:lnTo>
                  <a:lnTo>
                    <a:pt x="2956" y="188"/>
                  </a:lnTo>
                  <a:lnTo>
                    <a:pt x="2957" y="182"/>
                  </a:lnTo>
                  <a:lnTo>
                    <a:pt x="2957" y="180"/>
                  </a:lnTo>
                  <a:lnTo>
                    <a:pt x="2957" y="178"/>
                  </a:lnTo>
                  <a:lnTo>
                    <a:pt x="2958" y="178"/>
                  </a:lnTo>
                  <a:lnTo>
                    <a:pt x="2958" y="175"/>
                  </a:lnTo>
                  <a:lnTo>
                    <a:pt x="2959" y="175"/>
                  </a:lnTo>
                  <a:lnTo>
                    <a:pt x="2959" y="173"/>
                  </a:lnTo>
                  <a:lnTo>
                    <a:pt x="2959" y="170"/>
                  </a:lnTo>
                  <a:lnTo>
                    <a:pt x="2959" y="167"/>
                  </a:lnTo>
                  <a:lnTo>
                    <a:pt x="2959" y="166"/>
                  </a:lnTo>
                  <a:lnTo>
                    <a:pt x="2960" y="164"/>
                  </a:lnTo>
                  <a:cubicBezTo>
                    <a:pt x="2960" y="163"/>
                    <a:pt x="2959" y="163"/>
                    <a:pt x="2959" y="162"/>
                  </a:cubicBezTo>
                  <a:lnTo>
                    <a:pt x="2960" y="159"/>
                  </a:lnTo>
                  <a:lnTo>
                    <a:pt x="2960" y="155"/>
                  </a:lnTo>
                  <a:lnTo>
                    <a:pt x="2960" y="153"/>
                  </a:lnTo>
                  <a:lnTo>
                    <a:pt x="2959" y="152"/>
                  </a:lnTo>
                  <a:cubicBezTo>
                    <a:pt x="2959" y="153"/>
                    <a:pt x="2959" y="152"/>
                    <a:pt x="2959" y="151"/>
                  </a:cubicBezTo>
                  <a:lnTo>
                    <a:pt x="2959" y="150"/>
                  </a:lnTo>
                  <a:lnTo>
                    <a:pt x="2959" y="149"/>
                  </a:lnTo>
                  <a:cubicBezTo>
                    <a:pt x="2959" y="148"/>
                    <a:pt x="2959" y="148"/>
                    <a:pt x="2960" y="147"/>
                  </a:cubicBezTo>
                  <a:lnTo>
                    <a:pt x="2962" y="147"/>
                  </a:lnTo>
                  <a:lnTo>
                    <a:pt x="2962" y="146"/>
                  </a:lnTo>
                  <a:lnTo>
                    <a:pt x="2963" y="145"/>
                  </a:lnTo>
                  <a:lnTo>
                    <a:pt x="2964" y="144"/>
                  </a:lnTo>
                  <a:lnTo>
                    <a:pt x="2964" y="142"/>
                  </a:lnTo>
                  <a:lnTo>
                    <a:pt x="2964" y="140"/>
                  </a:lnTo>
                  <a:lnTo>
                    <a:pt x="2964" y="139"/>
                  </a:lnTo>
                  <a:lnTo>
                    <a:pt x="2964" y="138"/>
                  </a:lnTo>
                  <a:lnTo>
                    <a:pt x="2964" y="137"/>
                  </a:lnTo>
                  <a:lnTo>
                    <a:pt x="2964" y="137"/>
                  </a:lnTo>
                  <a:lnTo>
                    <a:pt x="2965" y="135"/>
                  </a:lnTo>
                  <a:lnTo>
                    <a:pt x="2965" y="134"/>
                  </a:lnTo>
                  <a:lnTo>
                    <a:pt x="2965" y="133"/>
                  </a:lnTo>
                  <a:lnTo>
                    <a:pt x="2966" y="131"/>
                  </a:lnTo>
                  <a:lnTo>
                    <a:pt x="2967" y="130"/>
                  </a:lnTo>
                  <a:lnTo>
                    <a:pt x="2968" y="129"/>
                  </a:lnTo>
                  <a:lnTo>
                    <a:pt x="2969" y="128"/>
                  </a:lnTo>
                  <a:lnTo>
                    <a:pt x="2971" y="128"/>
                  </a:lnTo>
                  <a:lnTo>
                    <a:pt x="2971" y="127"/>
                  </a:lnTo>
                  <a:lnTo>
                    <a:pt x="2974" y="126"/>
                  </a:lnTo>
                  <a:lnTo>
                    <a:pt x="2977" y="126"/>
                  </a:lnTo>
                  <a:lnTo>
                    <a:pt x="2978" y="126"/>
                  </a:lnTo>
                  <a:lnTo>
                    <a:pt x="2980" y="127"/>
                  </a:lnTo>
                  <a:lnTo>
                    <a:pt x="2981" y="128"/>
                  </a:lnTo>
                  <a:lnTo>
                    <a:pt x="2981" y="128"/>
                  </a:lnTo>
                  <a:lnTo>
                    <a:pt x="2983" y="129"/>
                  </a:lnTo>
                  <a:lnTo>
                    <a:pt x="2983" y="129"/>
                  </a:lnTo>
                  <a:lnTo>
                    <a:pt x="2984" y="130"/>
                  </a:lnTo>
                  <a:lnTo>
                    <a:pt x="2985" y="131"/>
                  </a:lnTo>
                  <a:lnTo>
                    <a:pt x="2985" y="135"/>
                  </a:lnTo>
                  <a:lnTo>
                    <a:pt x="2986" y="137"/>
                  </a:lnTo>
                  <a:lnTo>
                    <a:pt x="2986" y="141"/>
                  </a:lnTo>
                  <a:lnTo>
                    <a:pt x="2986" y="142"/>
                  </a:lnTo>
                  <a:lnTo>
                    <a:pt x="2987" y="150"/>
                  </a:lnTo>
                  <a:lnTo>
                    <a:pt x="2988" y="151"/>
                  </a:lnTo>
                  <a:lnTo>
                    <a:pt x="2988" y="152"/>
                  </a:lnTo>
                  <a:lnTo>
                    <a:pt x="2988" y="154"/>
                  </a:lnTo>
                  <a:lnTo>
                    <a:pt x="2988" y="155"/>
                  </a:lnTo>
                  <a:lnTo>
                    <a:pt x="2988" y="158"/>
                  </a:lnTo>
                  <a:lnTo>
                    <a:pt x="2988" y="160"/>
                  </a:lnTo>
                  <a:lnTo>
                    <a:pt x="2988" y="161"/>
                  </a:lnTo>
                  <a:lnTo>
                    <a:pt x="2988" y="162"/>
                  </a:lnTo>
                  <a:lnTo>
                    <a:pt x="2988" y="163"/>
                  </a:lnTo>
                  <a:lnTo>
                    <a:pt x="2989" y="164"/>
                  </a:lnTo>
                  <a:lnTo>
                    <a:pt x="2990" y="165"/>
                  </a:lnTo>
                  <a:lnTo>
                    <a:pt x="2990" y="166"/>
                  </a:lnTo>
                  <a:lnTo>
                    <a:pt x="2991" y="168"/>
                  </a:lnTo>
                  <a:lnTo>
                    <a:pt x="2991" y="169"/>
                  </a:lnTo>
                  <a:lnTo>
                    <a:pt x="2992" y="169"/>
                  </a:lnTo>
                  <a:lnTo>
                    <a:pt x="2993" y="171"/>
                  </a:lnTo>
                  <a:lnTo>
                    <a:pt x="2994" y="172"/>
                  </a:lnTo>
                  <a:lnTo>
                    <a:pt x="2995" y="172"/>
                  </a:lnTo>
                  <a:lnTo>
                    <a:pt x="2997" y="171"/>
                  </a:lnTo>
                  <a:lnTo>
                    <a:pt x="2999" y="171"/>
                  </a:lnTo>
                  <a:lnTo>
                    <a:pt x="2999" y="170"/>
                  </a:lnTo>
                  <a:lnTo>
                    <a:pt x="3000" y="169"/>
                  </a:lnTo>
                  <a:lnTo>
                    <a:pt x="3000" y="169"/>
                  </a:lnTo>
                  <a:lnTo>
                    <a:pt x="3001" y="168"/>
                  </a:lnTo>
                  <a:lnTo>
                    <a:pt x="3001" y="167"/>
                  </a:lnTo>
                  <a:lnTo>
                    <a:pt x="3001" y="166"/>
                  </a:lnTo>
                  <a:lnTo>
                    <a:pt x="3002" y="166"/>
                  </a:lnTo>
                  <a:lnTo>
                    <a:pt x="3002" y="165"/>
                  </a:lnTo>
                  <a:lnTo>
                    <a:pt x="3002" y="164"/>
                  </a:lnTo>
                  <a:lnTo>
                    <a:pt x="3003" y="163"/>
                  </a:lnTo>
                  <a:lnTo>
                    <a:pt x="3003" y="162"/>
                  </a:lnTo>
                  <a:lnTo>
                    <a:pt x="3003" y="162"/>
                  </a:lnTo>
                  <a:lnTo>
                    <a:pt x="3004" y="161"/>
                  </a:lnTo>
                  <a:lnTo>
                    <a:pt x="3004" y="160"/>
                  </a:lnTo>
                  <a:lnTo>
                    <a:pt x="3004" y="159"/>
                  </a:lnTo>
                  <a:lnTo>
                    <a:pt x="3004" y="158"/>
                  </a:lnTo>
                  <a:lnTo>
                    <a:pt x="3005" y="157"/>
                  </a:lnTo>
                  <a:lnTo>
                    <a:pt x="3005" y="156"/>
                  </a:lnTo>
                  <a:lnTo>
                    <a:pt x="3006" y="154"/>
                  </a:lnTo>
                  <a:lnTo>
                    <a:pt x="3006" y="153"/>
                  </a:lnTo>
                  <a:lnTo>
                    <a:pt x="3007" y="152"/>
                  </a:lnTo>
                  <a:lnTo>
                    <a:pt x="3007" y="149"/>
                  </a:lnTo>
                  <a:lnTo>
                    <a:pt x="3008" y="148"/>
                  </a:lnTo>
                  <a:lnTo>
                    <a:pt x="3008" y="147"/>
                  </a:lnTo>
                  <a:lnTo>
                    <a:pt x="3007" y="144"/>
                  </a:lnTo>
                  <a:lnTo>
                    <a:pt x="3007" y="142"/>
                  </a:lnTo>
                  <a:lnTo>
                    <a:pt x="3007" y="140"/>
                  </a:lnTo>
                  <a:lnTo>
                    <a:pt x="3007" y="137"/>
                  </a:lnTo>
                  <a:lnTo>
                    <a:pt x="3006" y="134"/>
                  </a:lnTo>
                  <a:lnTo>
                    <a:pt x="3006" y="131"/>
                  </a:lnTo>
                  <a:lnTo>
                    <a:pt x="3006" y="128"/>
                  </a:lnTo>
                  <a:lnTo>
                    <a:pt x="3006" y="121"/>
                  </a:lnTo>
                  <a:lnTo>
                    <a:pt x="3006" y="119"/>
                  </a:lnTo>
                  <a:lnTo>
                    <a:pt x="3006" y="118"/>
                  </a:lnTo>
                  <a:lnTo>
                    <a:pt x="3006" y="116"/>
                  </a:lnTo>
                  <a:lnTo>
                    <a:pt x="3006" y="116"/>
                  </a:lnTo>
                  <a:lnTo>
                    <a:pt x="3007" y="112"/>
                  </a:lnTo>
                  <a:lnTo>
                    <a:pt x="3006" y="112"/>
                  </a:lnTo>
                  <a:lnTo>
                    <a:pt x="3007" y="110"/>
                  </a:lnTo>
                  <a:lnTo>
                    <a:pt x="3007" y="109"/>
                  </a:lnTo>
                  <a:lnTo>
                    <a:pt x="3007" y="108"/>
                  </a:lnTo>
                  <a:lnTo>
                    <a:pt x="3007" y="107"/>
                  </a:lnTo>
                  <a:lnTo>
                    <a:pt x="3008" y="106"/>
                  </a:lnTo>
                  <a:lnTo>
                    <a:pt x="3008" y="104"/>
                  </a:lnTo>
                  <a:lnTo>
                    <a:pt x="3008" y="103"/>
                  </a:lnTo>
                  <a:lnTo>
                    <a:pt x="3008" y="101"/>
                  </a:lnTo>
                  <a:lnTo>
                    <a:pt x="3008" y="99"/>
                  </a:lnTo>
                  <a:lnTo>
                    <a:pt x="3008" y="98"/>
                  </a:lnTo>
                  <a:lnTo>
                    <a:pt x="3008" y="98"/>
                  </a:lnTo>
                  <a:lnTo>
                    <a:pt x="3009" y="96"/>
                  </a:lnTo>
                  <a:lnTo>
                    <a:pt x="3009" y="95"/>
                  </a:lnTo>
                  <a:lnTo>
                    <a:pt x="3009" y="93"/>
                  </a:lnTo>
                  <a:lnTo>
                    <a:pt x="3008" y="92"/>
                  </a:lnTo>
                  <a:lnTo>
                    <a:pt x="3008" y="91"/>
                  </a:lnTo>
                  <a:lnTo>
                    <a:pt x="3007" y="89"/>
                  </a:lnTo>
                  <a:lnTo>
                    <a:pt x="3005" y="90"/>
                  </a:lnTo>
                  <a:lnTo>
                    <a:pt x="3000" y="89"/>
                  </a:lnTo>
                  <a:lnTo>
                    <a:pt x="2998" y="91"/>
                  </a:lnTo>
                  <a:lnTo>
                    <a:pt x="2995" y="90"/>
                  </a:lnTo>
                  <a:lnTo>
                    <a:pt x="2995" y="90"/>
                  </a:lnTo>
                  <a:lnTo>
                    <a:pt x="2993" y="91"/>
                  </a:lnTo>
                  <a:lnTo>
                    <a:pt x="2988" y="92"/>
                  </a:lnTo>
                  <a:lnTo>
                    <a:pt x="2984" y="92"/>
                  </a:lnTo>
                  <a:lnTo>
                    <a:pt x="2979" y="91"/>
                  </a:lnTo>
                  <a:lnTo>
                    <a:pt x="2976" y="92"/>
                  </a:lnTo>
                  <a:lnTo>
                    <a:pt x="2971" y="91"/>
                  </a:lnTo>
                  <a:lnTo>
                    <a:pt x="2968" y="90"/>
                  </a:lnTo>
                  <a:lnTo>
                    <a:pt x="2965" y="87"/>
                  </a:lnTo>
                  <a:close/>
                </a:path>
                <a:path w="3273" h="355">
                  <a:moveTo>
                    <a:pt x="2712" y="322"/>
                  </a:moveTo>
                  <a:lnTo>
                    <a:pt x="2711" y="322"/>
                  </a:lnTo>
                  <a:lnTo>
                    <a:pt x="2710" y="321"/>
                  </a:lnTo>
                  <a:lnTo>
                    <a:pt x="2709" y="321"/>
                  </a:lnTo>
                  <a:lnTo>
                    <a:pt x="2708" y="320"/>
                  </a:lnTo>
                  <a:lnTo>
                    <a:pt x="2708" y="319"/>
                  </a:lnTo>
                  <a:lnTo>
                    <a:pt x="2708" y="318"/>
                  </a:lnTo>
                  <a:lnTo>
                    <a:pt x="2709" y="317"/>
                  </a:lnTo>
                  <a:lnTo>
                    <a:pt x="2709" y="316"/>
                  </a:lnTo>
                  <a:lnTo>
                    <a:pt x="2710" y="316"/>
                  </a:lnTo>
                  <a:lnTo>
                    <a:pt x="2710" y="314"/>
                  </a:lnTo>
                  <a:lnTo>
                    <a:pt x="2712" y="313"/>
                  </a:lnTo>
                  <a:lnTo>
                    <a:pt x="2714" y="311"/>
                  </a:lnTo>
                  <a:lnTo>
                    <a:pt x="2715" y="310"/>
                  </a:lnTo>
                  <a:lnTo>
                    <a:pt x="2716" y="309"/>
                  </a:lnTo>
                  <a:lnTo>
                    <a:pt x="2717" y="308"/>
                  </a:lnTo>
                  <a:lnTo>
                    <a:pt x="2719" y="308"/>
                  </a:lnTo>
                  <a:lnTo>
                    <a:pt x="2720" y="307"/>
                  </a:lnTo>
                  <a:lnTo>
                    <a:pt x="2721" y="306"/>
                  </a:lnTo>
                  <a:lnTo>
                    <a:pt x="2723" y="305"/>
                  </a:lnTo>
                  <a:lnTo>
                    <a:pt x="2725" y="304"/>
                  </a:lnTo>
                  <a:lnTo>
                    <a:pt x="2727" y="303"/>
                  </a:lnTo>
                  <a:lnTo>
                    <a:pt x="2729" y="303"/>
                  </a:lnTo>
                  <a:lnTo>
                    <a:pt x="2733" y="303"/>
                  </a:lnTo>
                  <a:lnTo>
                    <a:pt x="2733" y="302"/>
                  </a:lnTo>
                  <a:lnTo>
                    <a:pt x="2735" y="301"/>
                  </a:lnTo>
                  <a:lnTo>
                    <a:pt x="2736" y="301"/>
                  </a:lnTo>
                  <a:lnTo>
                    <a:pt x="2742" y="300"/>
                  </a:lnTo>
                  <a:lnTo>
                    <a:pt x="2745" y="300"/>
                  </a:lnTo>
                  <a:lnTo>
                    <a:pt x="2746" y="299"/>
                  </a:lnTo>
                  <a:lnTo>
                    <a:pt x="2750" y="298"/>
                  </a:lnTo>
                  <a:lnTo>
                    <a:pt x="2756" y="298"/>
                  </a:lnTo>
                  <a:lnTo>
                    <a:pt x="2757" y="298"/>
                  </a:lnTo>
                  <a:lnTo>
                    <a:pt x="2759" y="296"/>
                  </a:lnTo>
                  <a:lnTo>
                    <a:pt x="2760" y="296"/>
                  </a:lnTo>
                  <a:lnTo>
                    <a:pt x="2762" y="296"/>
                  </a:lnTo>
                  <a:lnTo>
                    <a:pt x="2763" y="296"/>
                  </a:lnTo>
                  <a:lnTo>
                    <a:pt x="2764" y="296"/>
                  </a:lnTo>
                  <a:lnTo>
                    <a:pt x="2765" y="295"/>
                  </a:lnTo>
                  <a:lnTo>
                    <a:pt x="2768" y="296"/>
                  </a:lnTo>
                  <a:lnTo>
                    <a:pt x="2768" y="298"/>
                  </a:lnTo>
                  <a:lnTo>
                    <a:pt x="2768" y="301"/>
                  </a:lnTo>
                  <a:lnTo>
                    <a:pt x="2767" y="304"/>
                  </a:lnTo>
                  <a:lnTo>
                    <a:pt x="2768" y="306"/>
                  </a:lnTo>
                  <a:lnTo>
                    <a:pt x="2767" y="308"/>
                  </a:lnTo>
                  <a:lnTo>
                    <a:pt x="2766" y="309"/>
                  </a:lnTo>
                  <a:lnTo>
                    <a:pt x="2766" y="310"/>
                  </a:lnTo>
                  <a:lnTo>
                    <a:pt x="2766" y="311"/>
                  </a:lnTo>
                  <a:lnTo>
                    <a:pt x="2766" y="313"/>
                  </a:lnTo>
                  <a:lnTo>
                    <a:pt x="2766" y="314"/>
                  </a:lnTo>
                  <a:lnTo>
                    <a:pt x="2765" y="314"/>
                  </a:lnTo>
                  <a:lnTo>
                    <a:pt x="2765" y="316"/>
                  </a:lnTo>
                  <a:lnTo>
                    <a:pt x="2765" y="316"/>
                  </a:lnTo>
                  <a:lnTo>
                    <a:pt x="2764" y="317"/>
                  </a:lnTo>
                  <a:lnTo>
                    <a:pt x="2764" y="318"/>
                  </a:lnTo>
                  <a:lnTo>
                    <a:pt x="2762" y="319"/>
                  </a:lnTo>
                  <a:lnTo>
                    <a:pt x="2761" y="320"/>
                  </a:lnTo>
                  <a:lnTo>
                    <a:pt x="2760" y="321"/>
                  </a:lnTo>
                  <a:lnTo>
                    <a:pt x="2759" y="321"/>
                  </a:lnTo>
                  <a:lnTo>
                    <a:pt x="2758" y="322"/>
                  </a:lnTo>
                  <a:lnTo>
                    <a:pt x="2756" y="322"/>
                  </a:lnTo>
                  <a:lnTo>
                    <a:pt x="2756" y="323"/>
                  </a:lnTo>
                  <a:lnTo>
                    <a:pt x="2755" y="323"/>
                  </a:lnTo>
                  <a:lnTo>
                    <a:pt x="2754" y="323"/>
                  </a:lnTo>
                  <a:lnTo>
                    <a:pt x="2753" y="323"/>
                  </a:lnTo>
                  <a:lnTo>
                    <a:pt x="2753" y="323"/>
                  </a:lnTo>
                  <a:lnTo>
                    <a:pt x="2752" y="323"/>
                  </a:lnTo>
                  <a:lnTo>
                    <a:pt x="2749" y="323"/>
                  </a:lnTo>
                  <a:lnTo>
                    <a:pt x="2749" y="323"/>
                  </a:lnTo>
                  <a:lnTo>
                    <a:pt x="2747" y="323"/>
                  </a:lnTo>
                  <a:lnTo>
                    <a:pt x="2746" y="323"/>
                  </a:lnTo>
                  <a:lnTo>
                    <a:pt x="2745" y="323"/>
                  </a:lnTo>
                  <a:lnTo>
                    <a:pt x="2745" y="323"/>
                  </a:lnTo>
                  <a:lnTo>
                    <a:pt x="2744" y="323"/>
                  </a:lnTo>
                  <a:lnTo>
                    <a:pt x="2744" y="323"/>
                  </a:lnTo>
                  <a:lnTo>
                    <a:pt x="2743" y="323"/>
                  </a:lnTo>
                  <a:lnTo>
                    <a:pt x="2742" y="323"/>
                  </a:lnTo>
                  <a:lnTo>
                    <a:pt x="2741" y="323"/>
                  </a:lnTo>
                  <a:lnTo>
                    <a:pt x="2740" y="323"/>
                  </a:lnTo>
                  <a:lnTo>
                    <a:pt x="2740" y="323"/>
                  </a:lnTo>
                  <a:lnTo>
                    <a:pt x="2738" y="323"/>
                  </a:lnTo>
                  <a:lnTo>
                    <a:pt x="2737" y="323"/>
                  </a:lnTo>
                  <a:lnTo>
                    <a:pt x="2737" y="323"/>
                  </a:lnTo>
                  <a:lnTo>
                    <a:pt x="2736" y="323"/>
                  </a:lnTo>
                  <a:lnTo>
                    <a:pt x="2736" y="323"/>
                  </a:lnTo>
                  <a:lnTo>
                    <a:pt x="2735" y="323"/>
                  </a:lnTo>
                  <a:lnTo>
                    <a:pt x="2735" y="323"/>
                  </a:lnTo>
                  <a:lnTo>
                    <a:pt x="2734" y="323"/>
                  </a:lnTo>
                  <a:lnTo>
                    <a:pt x="2733" y="323"/>
                  </a:lnTo>
                  <a:lnTo>
                    <a:pt x="2732" y="323"/>
                  </a:lnTo>
                  <a:lnTo>
                    <a:pt x="2732" y="322"/>
                  </a:lnTo>
                  <a:lnTo>
                    <a:pt x="2732" y="322"/>
                  </a:lnTo>
                  <a:lnTo>
                    <a:pt x="2731" y="322"/>
                  </a:lnTo>
                  <a:lnTo>
                    <a:pt x="2730" y="322"/>
                  </a:lnTo>
                  <a:lnTo>
                    <a:pt x="2729" y="322"/>
                  </a:lnTo>
                  <a:lnTo>
                    <a:pt x="2729" y="322"/>
                  </a:lnTo>
                  <a:lnTo>
                    <a:pt x="2727" y="323"/>
                  </a:lnTo>
                  <a:lnTo>
                    <a:pt x="2726" y="323"/>
                  </a:lnTo>
                  <a:lnTo>
                    <a:pt x="2724" y="323"/>
                  </a:lnTo>
                  <a:lnTo>
                    <a:pt x="2724" y="323"/>
                  </a:lnTo>
                  <a:lnTo>
                    <a:pt x="2723" y="323"/>
                  </a:lnTo>
                  <a:lnTo>
                    <a:pt x="2722" y="323"/>
                  </a:lnTo>
                  <a:lnTo>
                    <a:pt x="2722" y="323"/>
                  </a:lnTo>
                  <a:lnTo>
                    <a:pt x="2721" y="323"/>
                  </a:lnTo>
                  <a:lnTo>
                    <a:pt x="2721" y="323"/>
                  </a:lnTo>
                  <a:lnTo>
                    <a:pt x="2721" y="322"/>
                  </a:lnTo>
                  <a:lnTo>
                    <a:pt x="2720" y="322"/>
                  </a:lnTo>
                  <a:lnTo>
                    <a:pt x="2715" y="323"/>
                  </a:lnTo>
                  <a:lnTo>
                    <a:pt x="2715" y="323"/>
                  </a:lnTo>
                  <a:lnTo>
                    <a:pt x="2714" y="323"/>
                  </a:lnTo>
                  <a:lnTo>
                    <a:pt x="2714" y="323"/>
                  </a:lnTo>
                  <a:lnTo>
                    <a:pt x="2712" y="322"/>
                  </a:lnTo>
                  <a:close/>
                  <a:moveTo>
                    <a:pt x="2732" y="223"/>
                  </a:moveTo>
                  <a:lnTo>
                    <a:pt x="2733" y="222"/>
                  </a:lnTo>
                  <a:lnTo>
                    <a:pt x="2734" y="221"/>
                  </a:lnTo>
                  <a:lnTo>
                    <a:pt x="2735" y="220"/>
                  </a:lnTo>
                  <a:lnTo>
                    <a:pt x="2738" y="218"/>
                  </a:lnTo>
                  <a:lnTo>
                    <a:pt x="2743" y="217"/>
                  </a:lnTo>
                  <a:lnTo>
                    <a:pt x="2746" y="216"/>
                  </a:lnTo>
                  <a:lnTo>
                    <a:pt x="2749" y="215"/>
                  </a:lnTo>
                  <a:lnTo>
                    <a:pt x="2752" y="213"/>
                  </a:lnTo>
                  <a:lnTo>
                    <a:pt x="2754" y="211"/>
                  </a:lnTo>
                  <a:lnTo>
                    <a:pt x="2757" y="210"/>
                  </a:lnTo>
                  <a:lnTo>
                    <a:pt x="2760" y="208"/>
                  </a:lnTo>
                  <a:lnTo>
                    <a:pt x="2762" y="207"/>
                  </a:lnTo>
                  <a:lnTo>
                    <a:pt x="2764" y="206"/>
                  </a:lnTo>
                  <a:lnTo>
                    <a:pt x="2765" y="205"/>
                  </a:lnTo>
                  <a:lnTo>
                    <a:pt x="2765" y="204"/>
                  </a:lnTo>
                  <a:lnTo>
                    <a:pt x="2766" y="204"/>
                  </a:lnTo>
                  <a:lnTo>
                    <a:pt x="2769" y="203"/>
                  </a:lnTo>
                  <a:lnTo>
                    <a:pt x="2771" y="202"/>
                  </a:lnTo>
                  <a:lnTo>
                    <a:pt x="2772" y="202"/>
                  </a:lnTo>
                  <a:lnTo>
                    <a:pt x="2773" y="202"/>
                  </a:lnTo>
                  <a:lnTo>
                    <a:pt x="2776" y="201"/>
                  </a:lnTo>
                  <a:lnTo>
                    <a:pt x="2777" y="200"/>
                  </a:lnTo>
                  <a:lnTo>
                    <a:pt x="2779" y="200"/>
                  </a:lnTo>
                  <a:lnTo>
                    <a:pt x="2781" y="200"/>
                  </a:lnTo>
                  <a:lnTo>
                    <a:pt x="2783" y="200"/>
                  </a:lnTo>
                  <a:lnTo>
                    <a:pt x="2785" y="202"/>
                  </a:lnTo>
                  <a:lnTo>
                    <a:pt x="2787" y="203"/>
                  </a:lnTo>
                  <a:lnTo>
                    <a:pt x="2789" y="204"/>
                  </a:lnTo>
                  <a:lnTo>
                    <a:pt x="2790" y="205"/>
                  </a:lnTo>
                  <a:lnTo>
                    <a:pt x="2790" y="205"/>
                  </a:lnTo>
                  <a:lnTo>
                    <a:pt x="2792" y="208"/>
                  </a:lnTo>
                  <a:lnTo>
                    <a:pt x="2792" y="211"/>
                  </a:lnTo>
                  <a:lnTo>
                    <a:pt x="2792" y="213"/>
                  </a:lnTo>
                  <a:lnTo>
                    <a:pt x="2792" y="215"/>
                  </a:lnTo>
                  <a:lnTo>
                    <a:pt x="2791" y="216"/>
                  </a:lnTo>
                  <a:lnTo>
                    <a:pt x="2790" y="218"/>
                  </a:lnTo>
                  <a:lnTo>
                    <a:pt x="2789" y="220"/>
                  </a:lnTo>
                  <a:lnTo>
                    <a:pt x="2789" y="222"/>
                  </a:lnTo>
                  <a:lnTo>
                    <a:pt x="2787" y="224"/>
                  </a:lnTo>
                  <a:lnTo>
                    <a:pt x="2787" y="226"/>
                  </a:lnTo>
                  <a:lnTo>
                    <a:pt x="2785" y="228"/>
                  </a:lnTo>
                  <a:lnTo>
                    <a:pt x="2785" y="230"/>
                  </a:lnTo>
                  <a:lnTo>
                    <a:pt x="2785" y="231"/>
                  </a:lnTo>
                  <a:lnTo>
                    <a:pt x="2784" y="234"/>
                  </a:lnTo>
                  <a:lnTo>
                    <a:pt x="2784" y="235"/>
                  </a:lnTo>
                  <a:lnTo>
                    <a:pt x="2784" y="241"/>
                  </a:lnTo>
                  <a:lnTo>
                    <a:pt x="2784" y="245"/>
                  </a:lnTo>
                  <a:lnTo>
                    <a:pt x="2784" y="245"/>
                  </a:lnTo>
                  <a:lnTo>
                    <a:pt x="2784" y="245"/>
                  </a:lnTo>
                  <a:lnTo>
                    <a:pt x="2784" y="246"/>
                  </a:lnTo>
                  <a:lnTo>
                    <a:pt x="2784" y="247"/>
                  </a:lnTo>
                  <a:lnTo>
                    <a:pt x="2784" y="247"/>
                  </a:lnTo>
                  <a:lnTo>
                    <a:pt x="2784" y="253"/>
                  </a:lnTo>
                  <a:lnTo>
                    <a:pt x="2786" y="255"/>
                  </a:lnTo>
                  <a:lnTo>
                    <a:pt x="2787" y="256"/>
                  </a:lnTo>
                  <a:lnTo>
                    <a:pt x="2788" y="258"/>
                  </a:lnTo>
                  <a:lnTo>
                    <a:pt x="2789" y="261"/>
                  </a:lnTo>
                  <a:lnTo>
                    <a:pt x="2789" y="262"/>
                  </a:lnTo>
                  <a:lnTo>
                    <a:pt x="2790" y="264"/>
                  </a:lnTo>
                  <a:lnTo>
                    <a:pt x="2792" y="265"/>
                  </a:lnTo>
                  <a:lnTo>
                    <a:pt x="2792" y="267"/>
                  </a:lnTo>
                  <a:lnTo>
                    <a:pt x="2793" y="270"/>
                  </a:lnTo>
                  <a:lnTo>
                    <a:pt x="2794" y="272"/>
                  </a:lnTo>
                  <a:lnTo>
                    <a:pt x="2795" y="273"/>
                  </a:lnTo>
                  <a:lnTo>
                    <a:pt x="2799" y="273"/>
                  </a:lnTo>
                  <a:lnTo>
                    <a:pt x="2802" y="275"/>
                  </a:lnTo>
                  <a:lnTo>
                    <a:pt x="2805" y="276"/>
                  </a:lnTo>
                  <a:lnTo>
                    <a:pt x="2807" y="276"/>
                  </a:lnTo>
                  <a:lnTo>
                    <a:pt x="2808" y="277"/>
                  </a:lnTo>
                  <a:lnTo>
                    <a:pt x="2809" y="278"/>
                  </a:lnTo>
                  <a:lnTo>
                    <a:pt x="2810" y="279"/>
                  </a:lnTo>
                  <a:lnTo>
                    <a:pt x="2811" y="280"/>
                  </a:lnTo>
                  <a:lnTo>
                    <a:pt x="2812" y="282"/>
                  </a:lnTo>
                  <a:lnTo>
                    <a:pt x="2812" y="283"/>
                  </a:lnTo>
                  <a:lnTo>
                    <a:pt x="2812" y="284"/>
                  </a:lnTo>
                  <a:lnTo>
                    <a:pt x="2812" y="284"/>
                  </a:lnTo>
                  <a:lnTo>
                    <a:pt x="2812" y="285"/>
                  </a:lnTo>
                  <a:lnTo>
                    <a:pt x="2812" y="286"/>
                  </a:lnTo>
                  <a:lnTo>
                    <a:pt x="2812" y="287"/>
                  </a:lnTo>
                  <a:lnTo>
                    <a:pt x="2811" y="288"/>
                  </a:lnTo>
                  <a:lnTo>
                    <a:pt x="2810" y="290"/>
                  </a:lnTo>
                  <a:lnTo>
                    <a:pt x="2810" y="291"/>
                  </a:lnTo>
                  <a:lnTo>
                    <a:pt x="2808" y="291"/>
                  </a:lnTo>
                  <a:lnTo>
                    <a:pt x="2804" y="291"/>
                  </a:lnTo>
                  <a:lnTo>
                    <a:pt x="2802" y="291"/>
                  </a:lnTo>
                  <a:lnTo>
                    <a:pt x="2800" y="291"/>
                  </a:lnTo>
                  <a:lnTo>
                    <a:pt x="2800" y="291"/>
                  </a:lnTo>
                  <a:lnTo>
                    <a:pt x="2798" y="291"/>
                  </a:lnTo>
                  <a:lnTo>
                    <a:pt x="2797" y="292"/>
                  </a:lnTo>
                  <a:lnTo>
                    <a:pt x="2795" y="293"/>
                  </a:lnTo>
                  <a:lnTo>
                    <a:pt x="2795" y="295"/>
                  </a:lnTo>
                  <a:lnTo>
                    <a:pt x="2793" y="298"/>
                  </a:lnTo>
                  <a:lnTo>
                    <a:pt x="2791" y="300"/>
                  </a:lnTo>
                  <a:lnTo>
                    <a:pt x="2790" y="301"/>
                  </a:lnTo>
                  <a:lnTo>
                    <a:pt x="2789" y="301"/>
                  </a:lnTo>
                  <a:lnTo>
                    <a:pt x="2790" y="306"/>
                  </a:lnTo>
                  <a:lnTo>
                    <a:pt x="2790" y="309"/>
                  </a:lnTo>
                  <a:lnTo>
                    <a:pt x="2790" y="310"/>
                  </a:lnTo>
                  <a:lnTo>
                    <a:pt x="2790" y="311"/>
                  </a:lnTo>
                  <a:lnTo>
                    <a:pt x="2790" y="311"/>
                  </a:lnTo>
                  <a:lnTo>
                    <a:pt x="2789" y="326"/>
                  </a:lnTo>
                  <a:lnTo>
                    <a:pt x="2789" y="327"/>
                  </a:lnTo>
                  <a:lnTo>
                    <a:pt x="2788" y="329"/>
                  </a:lnTo>
                  <a:lnTo>
                    <a:pt x="2788" y="331"/>
                  </a:lnTo>
                  <a:lnTo>
                    <a:pt x="2787" y="333"/>
                  </a:lnTo>
                  <a:lnTo>
                    <a:pt x="2786" y="334"/>
                  </a:lnTo>
                  <a:lnTo>
                    <a:pt x="2786" y="335"/>
                  </a:lnTo>
                  <a:lnTo>
                    <a:pt x="2784" y="337"/>
                  </a:lnTo>
                  <a:lnTo>
                    <a:pt x="2782" y="338"/>
                  </a:lnTo>
                  <a:lnTo>
                    <a:pt x="2780" y="339"/>
                  </a:lnTo>
                  <a:lnTo>
                    <a:pt x="2779" y="340"/>
                  </a:lnTo>
                  <a:lnTo>
                    <a:pt x="2778" y="340"/>
                  </a:lnTo>
                  <a:lnTo>
                    <a:pt x="2777" y="341"/>
                  </a:lnTo>
                  <a:lnTo>
                    <a:pt x="2776" y="342"/>
                  </a:lnTo>
                  <a:lnTo>
                    <a:pt x="2776" y="343"/>
                  </a:lnTo>
                  <a:lnTo>
                    <a:pt x="2774" y="343"/>
                  </a:lnTo>
                  <a:lnTo>
                    <a:pt x="2774" y="344"/>
                  </a:lnTo>
                  <a:lnTo>
                    <a:pt x="2772" y="344"/>
                  </a:lnTo>
                  <a:lnTo>
                    <a:pt x="2772" y="344"/>
                  </a:lnTo>
                  <a:lnTo>
                    <a:pt x="2771" y="345"/>
                  </a:lnTo>
                  <a:lnTo>
                    <a:pt x="2770" y="345"/>
                  </a:lnTo>
                  <a:lnTo>
                    <a:pt x="2768" y="345"/>
                  </a:lnTo>
                  <a:lnTo>
                    <a:pt x="2766" y="346"/>
                  </a:lnTo>
                  <a:lnTo>
                    <a:pt x="2766" y="346"/>
                  </a:lnTo>
                  <a:lnTo>
                    <a:pt x="2765" y="346"/>
                  </a:lnTo>
                  <a:lnTo>
                    <a:pt x="2764" y="347"/>
                  </a:lnTo>
                  <a:lnTo>
                    <a:pt x="2762" y="347"/>
                  </a:lnTo>
                  <a:lnTo>
                    <a:pt x="2760" y="347"/>
                  </a:lnTo>
                  <a:lnTo>
                    <a:pt x="2756" y="347"/>
                  </a:lnTo>
                  <a:lnTo>
                    <a:pt x="2753" y="347"/>
                  </a:lnTo>
                  <a:lnTo>
                    <a:pt x="2751" y="347"/>
                  </a:lnTo>
                  <a:lnTo>
                    <a:pt x="2749" y="346"/>
                  </a:lnTo>
                  <a:lnTo>
                    <a:pt x="2747" y="346"/>
                  </a:lnTo>
                  <a:lnTo>
                    <a:pt x="2746" y="344"/>
                  </a:lnTo>
                  <a:lnTo>
                    <a:pt x="2745" y="343"/>
                  </a:lnTo>
                  <a:lnTo>
                    <a:pt x="2744" y="342"/>
                  </a:lnTo>
                  <a:lnTo>
                    <a:pt x="2743" y="342"/>
                  </a:lnTo>
                  <a:lnTo>
                    <a:pt x="2742" y="341"/>
                  </a:lnTo>
                  <a:lnTo>
                    <a:pt x="2740" y="341"/>
                  </a:lnTo>
                  <a:lnTo>
                    <a:pt x="2738" y="341"/>
                  </a:lnTo>
                  <a:lnTo>
                    <a:pt x="2736" y="340"/>
                  </a:lnTo>
                  <a:lnTo>
                    <a:pt x="2734" y="339"/>
                  </a:lnTo>
                  <a:lnTo>
                    <a:pt x="2732" y="339"/>
                  </a:lnTo>
                  <a:lnTo>
                    <a:pt x="2729" y="338"/>
                  </a:lnTo>
                  <a:lnTo>
                    <a:pt x="2727" y="337"/>
                  </a:lnTo>
                  <a:lnTo>
                    <a:pt x="2725" y="337"/>
                  </a:lnTo>
                  <a:lnTo>
                    <a:pt x="2722" y="336"/>
                  </a:lnTo>
                  <a:lnTo>
                    <a:pt x="2721" y="336"/>
                  </a:lnTo>
                  <a:lnTo>
                    <a:pt x="2720" y="335"/>
                  </a:lnTo>
                  <a:lnTo>
                    <a:pt x="2718" y="335"/>
                  </a:lnTo>
                  <a:lnTo>
                    <a:pt x="2716" y="334"/>
                  </a:lnTo>
                  <a:lnTo>
                    <a:pt x="2715" y="334"/>
                  </a:lnTo>
                  <a:lnTo>
                    <a:pt x="2714" y="333"/>
                  </a:lnTo>
                  <a:lnTo>
                    <a:pt x="2712" y="333"/>
                  </a:lnTo>
                  <a:lnTo>
                    <a:pt x="2710" y="332"/>
                  </a:lnTo>
                  <a:lnTo>
                    <a:pt x="2709" y="332"/>
                  </a:lnTo>
                  <a:lnTo>
                    <a:pt x="2707" y="331"/>
                  </a:lnTo>
                  <a:lnTo>
                    <a:pt x="2706" y="331"/>
                  </a:lnTo>
                  <a:lnTo>
                    <a:pt x="2704" y="331"/>
                  </a:lnTo>
                  <a:lnTo>
                    <a:pt x="2703" y="330"/>
                  </a:lnTo>
                  <a:lnTo>
                    <a:pt x="2701" y="329"/>
                  </a:lnTo>
                  <a:lnTo>
                    <a:pt x="2700" y="328"/>
                  </a:lnTo>
                  <a:lnTo>
                    <a:pt x="2697" y="327"/>
                  </a:lnTo>
                  <a:lnTo>
                    <a:pt x="2695" y="325"/>
                  </a:lnTo>
                  <a:lnTo>
                    <a:pt x="2694" y="324"/>
                  </a:lnTo>
                  <a:lnTo>
                    <a:pt x="2694" y="323"/>
                  </a:lnTo>
                  <a:lnTo>
                    <a:pt x="2693" y="323"/>
                  </a:lnTo>
                  <a:lnTo>
                    <a:pt x="2693" y="321"/>
                  </a:lnTo>
                  <a:lnTo>
                    <a:pt x="2690" y="318"/>
                  </a:lnTo>
                  <a:lnTo>
                    <a:pt x="2689" y="316"/>
                  </a:lnTo>
                  <a:lnTo>
                    <a:pt x="2687" y="314"/>
                  </a:lnTo>
                  <a:lnTo>
                    <a:pt x="2687" y="313"/>
                  </a:lnTo>
                  <a:lnTo>
                    <a:pt x="2687" y="310"/>
                  </a:lnTo>
                  <a:lnTo>
                    <a:pt x="2688" y="309"/>
                  </a:lnTo>
                  <a:lnTo>
                    <a:pt x="2688" y="307"/>
                  </a:lnTo>
                  <a:lnTo>
                    <a:pt x="2688" y="307"/>
                  </a:lnTo>
                  <a:lnTo>
                    <a:pt x="2688" y="306"/>
                  </a:lnTo>
                  <a:lnTo>
                    <a:pt x="2688" y="305"/>
                  </a:lnTo>
                  <a:lnTo>
                    <a:pt x="2688" y="305"/>
                  </a:lnTo>
                  <a:lnTo>
                    <a:pt x="2687" y="304"/>
                  </a:lnTo>
                  <a:lnTo>
                    <a:pt x="2687" y="304"/>
                  </a:lnTo>
                  <a:lnTo>
                    <a:pt x="2687" y="303"/>
                  </a:lnTo>
                  <a:lnTo>
                    <a:pt x="2686" y="301"/>
                  </a:lnTo>
                  <a:lnTo>
                    <a:pt x="2687" y="299"/>
                  </a:lnTo>
                  <a:lnTo>
                    <a:pt x="2687" y="298"/>
                  </a:lnTo>
                  <a:lnTo>
                    <a:pt x="2687" y="297"/>
                  </a:lnTo>
                  <a:lnTo>
                    <a:pt x="2688" y="296"/>
                  </a:lnTo>
                  <a:lnTo>
                    <a:pt x="2690" y="294"/>
                  </a:lnTo>
                  <a:lnTo>
                    <a:pt x="2691" y="293"/>
                  </a:lnTo>
                  <a:lnTo>
                    <a:pt x="2693" y="291"/>
                  </a:lnTo>
                  <a:lnTo>
                    <a:pt x="2697" y="288"/>
                  </a:lnTo>
                  <a:lnTo>
                    <a:pt x="2698" y="288"/>
                  </a:lnTo>
                  <a:lnTo>
                    <a:pt x="2700" y="287"/>
                  </a:lnTo>
                  <a:lnTo>
                    <a:pt x="2702" y="286"/>
                  </a:lnTo>
                  <a:lnTo>
                    <a:pt x="2703" y="285"/>
                  </a:lnTo>
                  <a:lnTo>
                    <a:pt x="2705" y="284"/>
                  </a:lnTo>
                  <a:lnTo>
                    <a:pt x="2707" y="284"/>
                  </a:lnTo>
                  <a:lnTo>
                    <a:pt x="2709" y="284"/>
                  </a:lnTo>
                  <a:lnTo>
                    <a:pt x="2710" y="283"/>
                  </a:lnTo>
                  <a:lnTo>
                    <a:pt x="2712" y="283"/>
                  </a:lnTo>
                  <a:lnTo>
                    <a:pt x="2714" y="283"/>
                  </a:lnTo>
                  <a:lnTo>
                    <a:pt x="2714" y="283"/>
                  </a:lnTo>
                  <a:lnTo>
                    <a:pt x="2716" y="282"/>
                  </a:lnTo>
                  <a:lnTo>
                    <a:pt x="2726" y="282"/>
                  </a:lnTo>
                  <a:lnTo>
                    <a:pt x="2727" y="282"/>
                  </a:lnTo>
                  <a:lnTo>
                    <a:pt x="2730" y="282"/>
                  </a:lnTo>
                  <a:lnTo>
                    <a:pt x="2730" y="281"/>
                  </a:lnTo>
                  <a:lnTo>
                    <a:pt x="2731" y="281"/>
                  </a:lnTo>
                  <a:lnTo>
                    <a:pt x="2732" y="281"/>
                  </a:lnTo>
                  <a:lnTo>
                    <a:pt x="2733" y="280"/>
                  </a:lnTo>
                  <a:lnTo>
                    <a:pt x="2733" y="280"/>
                  </a:lnTo>
                  <a:lnTo>
                    <a:pt x="2734" y="280"/>
                  </a:lnTo>
                  <a:lnTo>
                    <a:pt x="2735" y="279"/>
                  </a:lnTo>
                  <a:lnTo>
                    <a:pt x="2736" y="279"/>
                  </a:lnTo>
                  <a:lnTo>
                    <a:pt x="2737" y="278"/>
                  </a:lnTo>
                  <a:lnTo>
                    <a:pt x="2739" y="277"/>
                  </a:lnTo>
                  <a:lnTo>
                    <a:pt x="2740" y="277"/>
                  </a:lnTo>
                  <a:lnTo>
                    <a:pt x="2740" y="277"/>
                  </a:lnTo>
                  <a:lnTo>
                    <a:pt x="2741" y="277"/>
                  </a:lnTo>
                  <a:lnTo>
                    <a:pt x="2741" y="276"/>
                  </a:lnTo>
                  <a:lnTo>
                    <a:pt x="2745" y="276"/>
                  </a:lnTo>
                  <a:lnTo>
                    <a:pt x="2745" y="276"/>
                  </a:lnTo>
                  <a:lnTo>
                    <a:pt x="2747" y="276"/>
                  </a:lnTo>
                  <a:lnTo>
                    <a:pt x="2749" y="275"/>
                  </a:lnTo>
                  <a:lnTo>
                    <a:pt x="2749" y="275"/>
                  </a:lnTo>
                  <a:lnTo>
                    <a:pt x="2753" y="275"/>
                  </a:lnTo>
                  <a:lnTo>
                    <a:pt x="2754" y="275"/>
                  </a:lnTo>
                  <a:lnTo>
                    <a:pt x="2758" y="274"/>
                  </a:lnTo>
                  <a:lnTo>
                    <a:pt x="2759" y="274"/>
                  </a:lnTo>
                  <a:lnTo>
                    <a:pt x="2762" y="273"/>
                  </a:lnTo>
                  <a:lnTo>
                    <a:pt x="2763" y="273"/>
                  </a:lnTo>
                  <a:lnTo>
                    <a:pt x="2764" y="272"/>
                  </a:lnTo>
                  <a:lnTo>
                    <a:pt x="2765" y="272"/>
                  </a:lnTo>
                  <a:lnTo>
                    <a:pt x="2764" y="271"/>
                  </a:lnTo>
                  <a:lnTo>
                    <a:pt x="2765" y="271"/>
                  </a:lnTo>
                  <a:lnTo>
                    <a:pt x="2765" y="270"/>
                  </a:lnTo>
                  <a:lnTo>
                    <a:pt x="2765" y="269"/>
                  </a:lnTo>
                  <a:lnTo>
                    <a:pt x="2764" y="268"/>
                  </a:lnTo>
                  <a:lnTo>
                    <a:pt x="2764" y="267"/>
                  </a:lnTo>
                  <a:lnTo>
                    <a:pt x="2763" y="265"/>
                  </a:lnTo>
                  <a:lnTo>
                    <a:pt x="2763" y="264"/>
                  </a:lnTo>
                  <a:lnTo>
                    <a:pt x="2763" y="264"/>
                  </a:lnTo>
                  <a:lnTo>
                    <a:pt x="2762" y="263"/>
                  </a:lnTo>
                  <a:lnTo>
                    <a:pt x="2761" y="262"/>
                  </a:lnTo>
                  <a:lnTo>
                    <a:pt x="2760" y="262"/>
                  </a:lnTo>
                  <a:lnTo>
                    <a:pt x="2758" y="260"/>
                  </a:lnTo>
                  <a:lnTo>
                    <a:pt x="2757" y="258"/>
                  </a:lnTo>
                  <a:lnTo>
                    <a:pt x="2756" y="257"/>
                  </a:lnTo>
                  <a:lnTo>
                    <a:pt x="2755" y="256"/>
                  </a:lnTo>
                  <a:lnTo>
                    <a:pt x="2755" y="254"/>
                  </a:lnTo>
                  <a:lnTo>
                    <a:pt x="2755" y="253"/>
                  </a:lnTo>
                  <a:lnTo>
                    <a:pt x="2756" y="250"/>
                  </a:lnTo>
                  <a:lnTo>
                    <a:pt x="2756" y="250"/>
                  </a:lnTo>
                  <a:lnTo>
                    <a:pt x="2757" y="247"/>
                  </a:lnTo>
                  <a:lnTo>
                    <a:pt x="2756" y="246"/>
                  </a:lnTo>
                  <a:lnTo>
                    <a:pt x="2756" y="245"/>
                  </a:lnTo>
                  <a:lnTo>
                    <a:pt x="2757" y="243"/>
                  </a:lnTo>
                  <a:lnTo>
                    <a:pt x="2758" y="241"/>
                  </a:lnTo>
                  <a:lnTo>
                    <a:pt x="2760" y="237"/>
                  </a:lnTo>
                  <a:lnTo>
                    <a:pt x="2760" y="237"/>
                  </a:lnTo>
                  <a:lnTo>
                    <a:pt x="2760" y="234"/>
                  </a:lnTo>
                  <a:lnTo>
                    <a:pt x="2761" y="234"/>
                  </a:lnTo>
                  <a:lnTo>
                    <a:pt x="2761" y="232"/>
                  </a:lnTo>
                  <a:lnTo>
                    <a:pt x="2760" y="232"/>
                  </a:lnTo>
                  <a:lnTo>
                    <a:pt x="2758" y="232"/>
                  </a:lnTo>
                  <a:lnTo>
                    <a:pt x="2757" y="233"/>
                  </a:lnTo>
                  <a:lnTo>
                    <a:pt x="2756" y="234"/>
                  </a:lnTo>
                  <a:lnTo>
                    <a:pt x="2755" y="235"/>
                  </a:lnTo>
                  <a:lnTo>
                    <a:pt x="2754" y="236"/>
                  </a:lnTo>
                  <a:lnTo>
                    <a:pt x="2753" y="237"/>
                  </a:lnTo>
                  <a:lnTo>
                    <a:pt x="2752" y="237"/>
                  </a:lnTo>
                  <a:lnTo>
                    <a:pt x="2751" y="238"/>
                  </a:lnTo>
                  <a:lnTo>
                    <a:pt x="2751" y="239"/>
                  </a:lnTo>
                  <a:lnTo>
                    <a:pt x="2750" y="239"/>
                  </a:lnTo>
                  <a:lnTo>
                    <a:pt x="2748" y="240"/>
                  </a:lnTo>
                  <a:lnTo>
                    <a:pt x="2746" y="241"/>
                  </a:lnTo>
                  <a:lnTo>
                    <a:pt x="2744" y="241"/>
                  </a:lnTo>
                  <a:lnTo>
                    <a:pt x="2743" y="241"/>
                  </a:lnTo>
                  <a:lnTo>
                    <a:pt x="2742" y="240"/>
                  </a:lnTo>
                  <a:lnTo>
                    <a:pt x="2741" y="240"/>
                  </a:lnTo>
                  <a:lnTo>
                    <a:pt x="2739" y="239"/>
                  </a:lnTo>
                  <a:lnTo>
                    <a:pt x="2738" y="238"/>
                  </a:lnTo>
                  <a:lnTo>
                    <a:pt x="2737" y="238"/>
                  </a:lnTo>
                  <a:lnTo>
                    <a:pt x="2735" y="237"/>
                  </a:lnTo>
                  <a:lnTo>
                    <a:pt x="2735" y="236"/>
                  </a:lnTo>
                  <a:lnTo>
                    <a:pt x="2733" y="235"/>
                  </a:lnTo>
                  <a:lnTo>
                    <a:pt x="2733" y="234"/>
                  </a:lnTo>
                  <a:lnTo>
                    <a:pt x="2732" y="233"/>
                  </a:lnTo>
                  <a:lnTo>
                    <a:pt x="2731" y="232"/>
                  </a:lnTo>
                  <a:lnTo>
                    <a:pt x="2731" y="230"/>
                  </a:lnTo>
                  <a:lnTo>
                    <a:pt x="2731" y="229"/>
                  </a:lnTo>
                  <a:lnTo>
                    <a:pt x="2731" y="229"/>
                  </a:lnTo>
                  <a:lnTo>
                    <a:pt x="2732" y="228"/>
                  </a:lnTo>
                  <a:lnTo>
                    <a:pt x="2732" y="226"/>
                  </a:lnTo>
                  <a:lnTo>
                    <a:pt x="2732" y="225"/>
                  </a:lnTo>
                  <a:lnTo>
                    <a:pt x="2732" y="223"/>
                  </a:lnTo>
                  <a:close/>
                </a:path>
                <a:path w="3273" h="355">
                  <a:moveTo>
                    <a:pt x="2785" y="115"/>
                  </a:moveTo>
                  <a:lnTo>
                    <a:pt x="2786" y="114"/>
                  </a:lnTo>
                  <a:lnTo>
                    <a:pt x="2787" y="113"/>
                  </a:lnTo>
                  <a:lnTo>
                    <a:pt x="2788" y="112"/>
                  </a:lnTo>
                  <a:lnTo>
                    <a:pt x="2791" y="111"/>
                  </a:lnTo>
                  <a:lnTo>
                    <a:pt x="2791" y="110"/>
                  </a:lnTo>
                  <a:lnTo>
                    <a:pt x="2792" y="110"/>
                  </a:lnTo>
                  <a:lnTo>
                    <a:pt x="2794" y="108"/>
                  </a:lnTo>
                  <a:lnTo>
                    <a:pt x="2795" y="107"/>
                  </a:lnTo>
                  <a:lnTo>
                    <a:pt x="2795" y="107"/>
                  </a:lnTo>
                  <a:lnTo>
                    <a:pt x="2798" y="103"/>
                  </a:lnTo>
                  <a:lnTo>
                    <a:pt x="2799" y="102"/>
                  </a:lnTo>
                  <a:lnTo>
                    <a:pt x="2800" y="101"/>
                  </a:lnTo>
                  <a:lnTo>
                    <a:pt x="2801" y="100"/>
                  </a:lnTo>
                  <a:lnTo>
                    <a:pt x="2802" y="100"/>
                  </a:lnTo>
                  <a:lnTo>
                    <a:pt x="2803" y="98"/>
                  </a:lnTo>
                  <a:lnTo>
                    <a:pt x="2805" y="95"/>
                  </a:lnTo>
                  <a:lnTo>
                    <a:pt x="2808" y="91"/>
                  </a:lnTo>
                  <a:lnTo>
                    <a:pt x="2812" y="88"/>
                  </a:lnTo>
                  <a:lnTo>
                    <a:pt x="2812" y="87"/>
                  </a:lnTo>
                  <a:lnTo>
                    <a:pt x="2813" y="87"/>
                  </a:lnTo>
                  <a:lnTo>
                    <a:pt x="2816" y="86"/>
                  </a:lnTo>
                  <a:lnTo>
                    <a:pt x="2818" y="84"/>
                  </a:lnTo>
                  <a:lnTo>
                    <a:pt x="2822" y="82"/>
                  </a:lnTo>
                  <a:lnTo>
                    <a:pt x="2824" y="81"/>
                  </a:lnTo>
                  <a:lnTo>
                    <a:pt x="2827" y="81"/>
                  </a:lnTo>
                  <a:lnTo>
                    <a:pt x="2828" y="80"/>
                  </a:lnTo>
                  <a:lnTo>
                    <a:pt x="2830" y="80"/>
                  </a:lnTo>
                  <a:lnTo>
                    <a:pt x="2832" y="81"/>
                  </a:lnTo>
                  <a:lnTo>
                    <a:pt x="2833" y="82"/>
                  </a:lnTo>
                  <a:lnTo>
                    <a:pt x="2833" y="83"/>
                  </a:lnTo>
                  <a:lnTo>
                    <a:pt x="2833" y="85"/>
                  </a:lnTo>
                  <a:lnTo>
                    <a:pt x="2833" y="90"/>
                  </a:lnTo>
                  <a:lnTo>
                    <a:pt x="2832" y="92"/>
                  </a:lnTo>
                  <a:lnTo>
                    <a:pt x="2830" y="98"/>
                  </a:lnTo>
                  <a:lnTo>
                    <a:pt x="2829" y="103"/>
                  </a:lnTo>
                  <a:lnTo>
                    <a:pt x="2829" y="104"/>
                  </a:lnTo>
                  <a:lnTo>
                    <a:pt x="2828" y="105"/>
                  </a:lnTo>
                  <a:lnTo>
                    <a:pt x="2826" y="108"/>
                  </a:lnTo>
                  <a:lnTo>
                    <a:pt x="2826" y="110"/>
                  </a:lnTo>
                  <a:lnTo>
                    <a:pt x="2825" y="111"/>
                  </a:lnTo>
                  <a:lnTo>
                    <a:pt x="2824" y="113"/>
                  </a:lnTo>
                  <a:lnTo>
                    <a:pt x="2824" y="114"/>
                  </a:lnTo>
                  <a:lnTo>
                    <a:pt x="2823" y="115"/>
                  </a:lnTo>
                  <a:lnTo>
                    <a:pt x="2823" y="117"/>
                  </a:lnTo>
                  <a:lnTo>
                    <a:pt x="2822" y="119"/>
                  </a:lnTo>
                  <a:lnTo>
                    <a:pt x="2821" y="120"/>
                  </a:lnTo>
                  <a:lnTo>
                    <a:pt x="2821" y="121"/>
                  </a:lnTo>
                  <a:lnTo>
                    <a:pt x="2820" y="121"/>
                  </a:lnTo>
                  <a:lnTo>
                    <a:pt x="2820" y="123"/>
                  </a:lnTo>
                  <a:lnTo>
                    <a:pt x="2818" y="127"/>
                  </a:lnTo>
                  <a:lnTo>
                    <a:pt x="2817" y="127"/>
                  </a:lnTo>
                  <a:lnTo>
                    <a:pt x="2817" y="129"/>
                  </a:lnTo>
                  <a:lnTo>
                    <a:pt x="2815" y="129"/>
                  </a:lnTo>
                  <a:lnTo>
                    <a:pt x="2814" y="131"/>
                  </a:lnTo>
                  <a:lnTo>
                    <a:pt x="2811" y="135"/>
                  </a:lnTo>
                  <a:lnTo>
                    <a:pt x="2807" y="135"/>
                  </a:lnTo>
                  <a:lnTo>
                    <a:pt x="2806" y="134"/>
                  </a:lnTo>
                  <a:lnTo>
                    <a:pt x="2798" y="134"/>
                  </a:lnTo>
                  <a:lnTo>
                    <a:pt x="2795" y="132"/>
                  </a:lnTo>
                  <a:lnTo>
                    <a:pt x="2791" y="131"/>
                  </a:lnTo>
                  <a:lnTo>
                    <a:pt x="2789" y="130"/>
                  </a:lnTo>
                  <a:lnTo>
                    <a:pt x="2788" y="129"/>
                  </a:lnTo>
                  <a:lnTo>
                    <a:pt x="2788" y="126"/>
                  </a:lnTo>
                  <a:lnTo>
                    <a:pt x="2787" y="124"/>
                  </a:lnTo>
                  <a:lnTo>
                    <a:pt x="2786" y="121"/>
                  </a:lnTo>
                  <a:lnTo>
                    <a:pt x="2785" y="118"/>
                  </a:lnTo>
                  <a:lnTo>
                    <a:pt x="2785" y="115"/>
                  </a:lnTo>
                  <a:lnTo>
                    <a:pt x="2785" y="115"/>
                  </a:lnTo>
                  <a:close/>
                  <a:moveTo>
                    <a:pt x="2750" y="91"/>
                  </a:moveTo>
                  <a:lnTo>
                    <a:pt x="2749" y="93"/>
                  </a:lnTo>
                  <a:lnTo>
                    <a:pt x="2749" y="96"/>
                  </a:lnTo>
                  <a:lnTo>
                    <a:pt x="2749" y="100"/>
                  </a:lnTo>
                  <a:lnTo>
                    <a:pt x="2749" y="104"/>
                  </a:lnTo>
                  <a:lnTo>
                    <a:pt x="2749" y="107"/>
                  </a:lnTo>
                  <a:lnTo>
                    <a:pt x="2749" y="110"/>
                  </a:lnTo>
                  <a:lnTo>
                    <a:pt x="2748" y="112"/>
                  </a:lnTo>
                  <a:lnTo>
                    <a:pt x="2748" y="113"/>
                  </a:lnTo>
                  <a:lnTo>
                    <a:pt x="2747" y="115"/>
                  </a:lnTo>
                  <a:lnTo>
                    <a:pt x="2745" y="117"/>
                  </a:lnTo>
                  <a:lnTo>
                    <a:pt x="2743" y="119"/>
                  </a:lnTo>
                  <a:lnTo>
                    <a:pt x="2741" y="121"/>
                  </a:lnTo>
                  <a:lnTo>
                    <a:pt x="2740" y="122"/>
                  </a:lnTo>
                  <a:lnTo>
                    <a:pt x="2739" y="125"/>
                  </a:lnTo>
                  <a:lnTo>
                    <a:pt x="2739" y="128"/>
                  </a:lnTo>
                  <a:lnTo>
                    <a:pt x="2738" y="130"/>
                  </a:lnTo>
                  <a:lnTo>
                    <a:pt x="2738" y="131"/>
                  </a:lnTo>
                  <a:lnTo>
                    <a:pt x="2738" y="132"/>
                  </a:lnTo>
                  <a:lnTo>
                    <a:pt x="2738" y="136"/>
                  </a:lnTo>
                  <a:lnTo>
                    <a:pt x="2738" y="138"/>
                  </a:lnTo>
                  <a:lnTo>
                    <a:pt x="2739" y="139"/>
                  </a:lnTo>
                  <a:lnTo>
                    <a:pt x="2741" y="139"/>
                  </a:lnTo>
                  <a:lnTo>
                    <a:pt x="2741" y="138"/>
                  </a:lnTo>
                  <a:lnTo>
                    <a:pt x="2743" y="136"/>
                  </a:lnTo>
                  <a:lnTo>
                    <a:pt x="2744" y="134"/>
                  </a:lnTo>
                  <a:lnTo>
                    <a:pt x="2746" y="131"/>
                  </a:lnTo>
                  <a:lnTo>
                    <a:pt x="2747" y="130"/>
                  </a:lnTo>
                  <a:lnTo>
                    <a:pt x="2748" y="128"/>
                  </a:lnTo>
                  <a:lnTo>
                    <a:pt x="2749" y="127"/>
                  </a:lnTo>
                  <a:lnTo>
                    <a:pt x="2750" y="124"/>
                  </a:lnTo>
                  <a:lnTo>
                    <a:pt x="2751" y="122"/>
                  </a:lnTo>
                  <a:lnTo>
                    <a:pt x="2752" y="120"/>
                  </a:lnTo>
                  <a:lnTo>
                    <a:pt x="2753" y="118"/>
                  </a:lnTo>
                  <a:lnTo>
                    <a:pt x="2754" y="116"/>
                  </a:lnTo>
                  <a:lnTo>
                    <a:pt x="2754" y="114"/>
                  </a:lnTo>
                  <a:lnTo>
                    <a:pt x="2754" y="112"/>
                  </a:lnTo>
                  <a:lnTo>
                    <a:pt x="2753" y="111"/>
                  </a:lnTo>
                  <a:lnTo>
                    <a:pt x="2754" y="109"/>
                  </a:lnTo>
                  <a:lnTo>
                    <a:pt x="2755" y="108"/>
                  </a:lnTo>
                  <a:lnTo>
                    <a:pt x="2755" y="106"/>
                  </a:lnTo>
                  <a:lnTo>
                    <a:pt x="2756" y="105"/>
                  </a:lnTo>
                  <a:lnTo>
                    <a:pt x="2756" y="102"/>
                  </a:lnTo>
                  <a:lnTo>
                    <a:pt x="2756" y="101"/>
                  </a:lnTo>
                  <a:lnTo>
                    <a:pt x="2756" y="99"/>
                  </a:lnTo>
                  <a:lnTo>
                    <a:pt x="2757" y="97"/>
                  </a:lnTo>
                  <a:lnTo>
                    <a:pt x="2757" y="95"/>
                  </a:lnTo>
                  <a:lnTo>
                    <a:pt x="2757" y="94"/>
                  </a:lnTo>
                  <a:lnTo>
                    <a:pt x="2757" y="92"/>
                  </a:lnTo>
                  <a:lnTo>
                    <a:pt x="2758" y="89"/>
                  </a:lnTo>
                  <a:lnTo>
                    <a:pt x="2758" y="88"/>
                  </a:lnTo>
                  <a:lnTo>
                    <a:pt x="2758" y="87"/>
                  </a:lnTo>
                  <a:lnTo>
                    <a:pt x="2758" y="85"/>
                  </a:lnTo>
                  <a:lnTo>
                    <a:pt x="2757" y="85"/>
                  </a:lnTo>
                  <a:lnTo>
                    <a:pt x="2756" y="84"/>
                  </a:lnTo>
                  <a:lnTo>
                    <a:pt x="2755" y="85"/>
                  </a:lnTo>
                  <a:lnTo>
                    <a:pt x="2753" y="86"/>
                  </a:lnTo>
                  <a:lnTo>
                    <a:pt x="2752" y="87"/>
                  </a:lnTo>
                  <a:lnTo>
                    <a:pt x="2751" y="87"/>
                  </a:lnTo>
                  <a:lnTo>
                    <a:pt x="2751" y="89"/>
                  </a:lnTo>
                  <a:lnTo>
                    <a:pt x="2750" y="91"/>
                  </a:lnTo>
                  <a:close/>
                  <a:moveTo>
                    <a:pt x="2754" y="138"/>
                  </a:moveTo>
                  <a:lnTo>
                    <a:pt x="2753" y="140"/>
                  </a:lnTo>
                  <a:lnTo>
                    <a:pt x="2752" y="141"/>
                  </a:lnTo>
                  <a:lnTo>
                    <a:pt x="2751" y="143"/>
                  </a:lnTo>
                  <a:lnTo>
                    <a:pt x="2750" y="144"/>
                  </a:lnTo>
                  <a:lnTo>
                    <a:pt x="2750" y="146"/>
                  </a:lnTo>
                  <a:lnTo>
                    <a:pt x="2749" y="147"/>
                  </a:lnTo>
                  <a:lnTo>
                    <a:pt x="2749" y="149"/>
                  </a:lnTo>
                  <a:lnTo>
                    <a:pt x="2748" y="151"/>
                  </a:lnTo>
                  <a:lnTo>
                    <a:pt x="2747" y="152"/>
                  </a:lnTo>
                  <a:lnTo>
                    <a:pt x="2746" y="153"/>
                  </a:lnTo>
                  <a:lnTo>
                    <a:pt x="2745" y="154"/>
                  </a:lnTo>
                  <a:lnTo>
                    <a:pt x="2744" y="154"/>
                  </a:lnTo>
                  <a:lnTo>
                    <a:pt x="2744" y="155"/>
                  </a:lnTo>
                  <a:lnTo>
                    <a:pt x="2743" y="157"/>
                  </a:lnTo>
                  <a:lnTo>
                    <a:pt x="2743" y="157"/>
                  </a:lnTo>
                  <a:lnTo>
                    <a:pt x="2742" y="158"/>
                  </a:lnTo>
                  <a:lnTo>
                    <a:pt x="2742" y="159"/>
                  </a:lnTo>
                  <a:lnTo>
                    <a:pt x="2741" y="160"/>
                  </a:lnTo>
                  <a:lnTo>
                    <a:pt x="2741" y="160"/>
                  </a:lnTo>
                  <a:lnTo>
                    <a:pt x="2741" y="164"/>
                  </a:lnTo>
                  <a:lnTo>
                    <a:pt x="2741" y="164"/>
                  </a:lnTo>
                  <a:lnTo>
                    <a:pt x="2744" y="164"/>
                  </a:lnTo>
                  <a:lnTo>
                    <a:pt x="2745" y="164"/>
                  </a:lnTo>
                  <a:lnTo>
                    <a:pt x="2746" y="163"/>
                  </a:lnTo>
                  <a:lnTo>
                    <a:pt x="2747" y="163"/>
                  </a:lnTo>
                  <a:lnTo>
                    <a:pt x="2749" y="163"/>
                  </a:lnTo>
                  <a:lnTo>
                    <a:pt x="2750" y="162"/>
                  </a:lnTo>
                  <a:lnTo>
                    <a:pt x="2753" y="160"/>
                  </a:lnTo>
                  <a:lnTo>
                    <a:pt x="2755" y="159"/>
                  </a:lnTo>
                  <a:lnTo>
                    <a:pt x="2756" y="157"/>
                  </a:lnTo>
                  <a:lnTo>
                    <a:pt x="2757" y="156"/>
                  </a:lnTo>
                  <a:lnTo>
                    <a:pt x="2759" y="154"/>
                  </a:lnTo>
                  <a:lnTo>
                    <a:pt x="2759" y="152"/>
                  </a:lnTo>
                  <a:lnTo>
                    <a:pt x="2760" y="151"/>
                  </a:lnTo>
                  <a:lnTo>
                    <a:pt x="2760" y="150"/>
                  </a:lnTo>
                  <a:lnTo>
                    <a:pt x="2759" y="148"/>
                  </a:lnTo>
                  <a:lnTo>
                    <a:pt x="2759" y="147"/>
                  </a:lnTo>
                  <a:lnTo>
                    <a:pt x="2759" y="141"/>
                  </a:lnTo>
                  <a:lnTo>
                    <a:pt x="2759" y="138"/>
                  </a:lnTo>
                  <a:lnTo>
                    <a:pt x="2758" y="137"/>
                  </a:lnTo>
                  <a:lnTo>
                    <a:pt x="2758" y="136"/>
                  </a:lnTo>
                  <a:lnTo>
                    <a:pt x="2757" y="136"/>
                  </a:lnTo>
                  <a:lnTo>
                    <a:pt x="2756" y="136"/>
                  </a:lnTo>
                  <a:lnTo>
                    <a:pt x="2755" y="136"/>
                  </a:lnTo>
                  <a:lnTo>
                    <a:pt x="2755" y="137"/>
                  </a:lnTo>
                  <a:lnTo>
                    <a:pt x="2754" y="138"/>
                  </a:lnTo>
                  <a:close/>
                  <a:moveTo>
                    <a:pt x="2792" y="161"/>
                  </a:moveTo>
                  <a:lnTo>
                    <a:pt x="2792" y="162"/>
                  </a:lnTo>
                  <a:lnTo>
                    <a:pt x="2791" y="162"/>
                  </a:lnTo>
                  <a:lnTo>
                    <a:pt x="2790" y="162"/>
                  </a:lnTo>
                  <a:lnTo>
                    <a:pt x="2789" y="163"/>
                  </a:lnTo>
                  <a:lnTo>
                    <a:pt x="2789" y="163"/>
                  </a:lnTo>
                  <a:lnTo>
                    <a:pt x="2788" y="163"/>
                  </a:lnTo>
                  <a:lnTo>
                    <a:pt x="2788" y="164"/>
                  </a:lnTo>
                  <a:lnTo>
                    <a:pt x="2787" y="164"/>
                  </a:lnTo>
                  <a:lnTo>
                    <a:pt x="2786" y="164"/>
                  </a:lnTo>
                  <a:lnTo>
                    <a:pt x="2785" y="164"/>
                  </a:lnTo>
                  <a:lnTo>
                    <a:pt x="2785" y="164"/>
                  </a:lnTo>
                  <a:lnTo>
                    <a:pt x="2784" y="164"/>
                  </a:lnTo>
                  <a:lnTo>
                    <a:pt x="2783" y="164"/>
                  </a:lnTo>
                  <a:lnTo>
                    <a:pt x="2782" y="163"/>
                  </a:lnTo>
                  <a:lnTo>
                    <a:pt x="2782" y="162"/>
                  </a:lnTo>
                  <a:lnTo>
                    <a:pt x="2782" y="162"/>
                  </a:lnTo>
                  <a:lnTo>
                    <a:pt x="2782" y="161"/>
                  </a:lnTo>
                  <a:lnTo>
                    <a:pt x="2782" y="161"/>
                  </a:lnTo>
                  <a:lnTo>
                    <a:pt x="2783" y="160"/>
                  </a:lnTo>
                  <a:lnTo>
                    <a:pt x="2784" y="160"/>
                  </a:lnTo>
                  <a:lnTo>
                    <a:pt x="2785" y="160"/>
                  </a:lnTo>
                  <a:lnTo>
                    <a:pt x="2787" y="160"/>
                  </a:lnTo>
                  <a:lnTo>
                    <a:pt x="2787" y="160"/>
                  </a:lnTo>
                  <a:lnTo>
                    <a:pt x="2788" y="160"/>
                  </a:lnTo>
                  <a:lnTo>
                    <a:pt x="2789" y="160"/>
                  </a:lnTo>
                  <a:lnTo>
                    <a:pt x="2789" y="160"/>
                  </a:lnTo>
                  <a:lnTo>
                    <a:pt x="2790" y="160"/>
                  </a:lnTo>
                  <a:lnTo>
                    <a:pt x="2790" y="161"/>
                  </a:lnTo>
                  <a:lnTo>
                    <a:pt x="2791" y="161"/>
                  </a:lnTo>
                  <a:lnTo>
                    <a:pt x="2791" y="161"/>
                  </a:lnTo>
                  <a:lnTo>
                    <a:pt x="2792" y="161"/>
                  </a:lnTo>
                  <a:lnTo>
                    <a:pt x="2792" y="161"/>
                  </a:lnTo>
                  <a:close/>
                  <a:moveTo>
                    <a:pt x="2712" y="190"/>
                  </a:moveTo>
                  <a:lnTo>
                    <a:pt x="2713" y="188"/>
                  </a:lnTo>
                  <a:lnTo>
                    <a:pt x="2714" y="187"/>
                  </a:lnTo>
                  <a:lnTo>
                    <a:pt x="2715" y="186"/>
                  </a:lnTo>
                  <a:lnTo>
                    <a:pt x="2715" y="186"/>
                  </a:lnTo>
                  <a:lnTo>
                    <a:pt x="2716" y="185"/>
                  </a:lnTo>
                  <a:lnTo>
                    <a:pt x="2717" y="184"/>
                  </a:lnTo>
                  <a:lnTo>
                    <a:pt x="2719" y="185"/>
                  </a:lnTo>
                  <a:lnTo>
                    <a:pt x="2720" y="185"/>
                  </a:lnTo>
                  <a:lnTo>
                    <a:pt x="2720" y="186"/>
                  </a:lnTo>
                  <a:lnTo>
                    <a:pt x="2721" y="186"/>
                  </a:lnTo>
                  <a:lnTo>
                    <a:pt x="2721" y="188"/>
                  </a:lnTo>
                  <a:lnTo>
                    <a:pt x="2720" y="188"/>
                  </a:lnTo>
                  <a:lnTo>
                    <a:pt x="2720" y="189"/>
                  </a:lnTo>
                  <a:lnTo>
                    <a:pt x="2720" y="190"/>
                  </a:lnTo>
                  <a:lnTo>
                    <a:pt x="2719" y="191"/>
                  </a:lnTo>
                  <a:lnTo>
                    <a:pt x="2718" y="193"/>
                  </a:lnTo>
                  <a:lnTo>
                    <a:pt x="2717" y="193"/>
                  </a:lnTo>
                  <a:lnTo>
                    <a:pt x="2716" y="194"/>
                  </a:lnTo>
                  <a:lnTo>
                    <a:pt x="2716" y="194"/>
                  </a:lnTo>
                  <a:lnTo>
                    <a:pt x="2715" y="194"/>
                  </a:lnTo>
                  <a:lnTo>
                    <a:pt x="2715" y="194"/>
                  </a:lnTo>
                  <a:lnTo>
                    <a:pt x="2713" y="194"/>
                  </a:lnTo>
                  <a:lnTo>
                    <a:pt x="2712" y="194"/>
                  </a:lnTo>
                  <a:lnTo>
                    <a:pt x="2712" y="193"/>
                  </a:lnTo>
                  <a:lnTo>
                    <a:pt x="2712" y="192"/>
                  </a:lnTo>
                  <a:lnTo>
                    <a:pt x="2712" y="191"/>
                  </a:lnTo>
                  <a:lnTo>
                    <a:pt x="2712" y="190"/>
                  </a:lnTo>
                  <a:lnTo>
                    <a:pt x="2712" y="190"/>
                  </a:lnTo>
                  <a:close/>
                  <a:moveTo>
                    <a:pt x="2713" y="67"/>
                  </a:moveTo>
                  <a:lnTo>
                    <a:pt x="2716" y="66"/>
                  </a:lnTo>
                  <a:lnTo>
                    <a:pt x="2719" y="66"/>
                  </a:lnTo>
                  <a:lnTo>
                    <a:pt x="2722" y="67"/>
                  </a:lnTo>
                  <a:lnTo>
                    <a:pt x="2726" y="69"/>
                  </a:lnTo>
                  <a:lnTo>
                    <a:pt x="2727" y="73"/>
                  </a:lnTo>
                  <a:lnTo>
                    <a:pt x="2729" y="77"/>
                  </a:lnTo>
                  <a:lnTo>
                    <a:pt x="2731" y="79"/>
                  </a:lnTo>
                  <a:lnTo>
                    <a:pt x="2732" y="81"/>
                  </a:lnTo>
                  <a:lnTo>
                    <a:pt x="2732" y="82"/>
                  </a:lnTo>
                  <a:lnTo>
                    <a:pt x="2732" y="83"/>
                  </a:lnTo>
                  <a:lnTo>
                    <a:pt x="2732" y="85"/>
                  </a:lnTo>
                  <a:lnTo>
                    <a:pt x="2733" y="86"/>
                  </a:lnTo>
                  <a:lnTo>
                    <a:pt x="2743" y="79"/>
                  </a:lnTo>
                  <a:lnTo>
                    <a:pt x="2745" y="77"/>
                  </a:lnTo>
                  <a:lnTo>
                    <a:pt x="2746" y="76"/>
                  </a:lnTo>
                  <a:lnTo>
                    <a:pt x="2748" y="74"/>
                  </a:lnTo>
                  <a:lnTo>
                    <a:pt x="2750" y="73"/>
                  </a:lnTo>
                  <a:lnTo>
                    <a:pt x="2752" y="71"/>
                  </a:lnTo>
                  <a:lnTo>
                    <a:pt x="2754" y="69"/>
                  </a:lnTo>
                  <a:lnTo>
                    <a:pt x="2756" y="67"/>
                  </a:lnTo>
                  <a:lnTo>
                    <a:pt x="2757" y="65"/>
                  </a:lnTo>
                  <a:lnTo>
                    <a:pt x="2758" y="64"/>
                  </a:lnTo>
                  <a:lnTo>
                    <a:pt x="2759" y="62"/>
                  </a:lnTo>
                  <a:lnTo>
                    <a:pt x="2760" y="60"/>
                  </a:lnTo>
                  <a:lnTo>
                    <a:pt x="2760" y="59"/>
                  </a:lnTo>
                  <a:lnTo>
                    <a:pt x="2760" y="57"/>
                  </a:lnTo>
                  <a:lnTo>
                    <a:pt x="2760" y="53"/>
                  </a:lnTo>
                  <a:lnTo>
                    <a:pt x="2760" y="52"/>
                  </a:lnTo>
                  <a:lnTo>
                    <a:pt x="2761" y="48"/>
                  </a:lnTo>
                  <a:lnTo>
                    <a:pt x="2761" y="46"/>
                  </a:lnTo>
                  <a:lnTo>
                    <a:pt x="2761" y="44"/>
                  </a:lnTo>
                  <a:lnTo>
                    <a:pt x="2762" y="41"/>
                  </a:lnTo>
                  <a:lnTo>
                    <a:pt x="2763" y="36"/>
                  </a:lnTo>
                  <a:lnTo>
                    <a:pt x="2764" y="33"/>
                  </a:lnTo>
                  <a:lnTo>
                    <a:pt x="2764" y="29"/>
                  </a:lnTo>
                  <a:lnTo>
                    <a:pt x="2766" y="28"/>
                  </a:lnTo>
                  <a:lnTo>
                    <a:pt x="2767" y="25"/>
                  </a:lnTo>
                  <a:lnTo>
                    <a:pt x="2770" y="23"/>
                  </a:lnTo>
                  <a:lnTo>
                    <a:pt x="2771" y="21"/>
                  </a:lnTo>
                  <a:lnTo>
                    <a:pt x="2773" y="20"/>
                  </a:lnTo>
                  <a:lnTo>
                    <a:pt x="2775" y="19"/>
                  </a:lnTo>
                  <a:lnTo>
                    <a:pt x="2776" y="17"/>
                  </a:lnTo>
                  <a:lnTo>
                    <a:pt x="2778" y="17"/>
                  </a:lnTo>
                  <a:lnTo>
                    <a:pt x="2779" y="16"/>
                  </a:lnTo>
                  <a:lnTo>
                    <a:pt x="2781" y="17"/>
                  </a:lnTo>
                  <a:lnTo>
                    <a:pt x="2783" y="18"/>
                  </a:lnTo>
                  <a:lnTo>
                    <a:pt x="2784" y="19"/>
                  </a:lnTo>
                  <a:lnTo>
                    <a:pt x="2785" y="21"/>
                  </a:lnTo>
                  <a:lnTo>
                    <a:pt x="2785" y="22"/>
                  </a:lnTo>
                  <a:lnTo>
                    <a:pt x="2786" y="23"/>
                  </a:lnTo>
                  <a:lnTo>
                    <a:pt x="2787" y="24"/>
                  </a:lnTo>
                  <a:lnTo>
                    <a:pt x="2787" y="27"/>
                  </a:lnTo>
                  <a:lnTo>
                    <a:pt x="2787" y="29"/>
                  </a:lnTo>
                  <a:lnTo>
                    <a:pt x="2788" y="30"/>
                  </a:lnTo>
                  <a:lnTo>
                    <a:pt x="2788" y="32"/>
                  </a:lnTo>
                  <a:lnTo>
                    <a:pt x="2789" y="34"/>
                  </a:lnTo>
                  <a:lnTo>
                    <a:pt x="2789" y="36"/>
                  </a:lnTo>
                  <a:lnTo>
                    <a:pt x="2790" y="38"/>
                  </a:lnTo>
                  <a:lnTo>
                    <a:pt x="2794" y="42"/>
                  </a:lnTo>
                  <a:lnTo>
                    <a:pt x="2797" y="42"/>
                  </a:lnTo>
                  <a:lnTo>
                    <a:pt x="2800" y="43"/>
                  </a:lnTo>
                  <a:lnTo>
                    <a:pt x="2803" y="43"/>
                  </a:lnTo>
                  <a:lnTo>
                    <a:pt x="2806" y="42"/>
                  </a:lnTo>
                  <a:lnTo>
                    <a:pt x="2807" y="43"/>
                  </a:lnTo>
                  <a:lnTo>
                    <a:pt x="2809" y="44"/>
                  </a:lnTo>
                  <a:lnTo>
                    <a:pt x="2810" y="45"/>
                  </a:lnTo>
                  <a:lnTo>
                    <a:pt x="2810" y="46"/>
                  </a:lnTo>
                  <a:lnTo>
                    <a:pt x="2809" y="50"/>
                  </a:lnTo>
                  <a:lnTo>
                    <a:pt x="2809" y="52"/>
                  </a:lnTo>
                  <a:lnTo>
                    <a:pt x="2808" y="54"/>
                  </a:lnTo>
                  <a:lnTo>
                    <a:pt x="2807" y="56"/>
                  </a:lnTo>
                  <a:lnTo>
                    <a:pt x="2802" y="59"/>
                  </a:lnTo>
                  <a:lnTo>
                    <a:pt x="2798" y="61"/>
                  </a:lnTo>
                  <a:lnTo>
                    <a:pt x="2796" y="62"/>
                  </a:lnTo>
                  <a:lnTo>
                    <a:pt x="2793" y="63"/>
                  </a:lnTo>
                  <a:lnTo>
                    <a:pt x="2791" y="64"/>
                  </a:lnTo>
                  <a:lnTo>
                    <a:pt x="2789" y="65"/>
                  </a:lnTo>
                  <a:lnTo>
                    <a:pt x="2787" y="66"/>
                  </a:lnTo>
                  <a:lnTo>
                    <a:pt x="2787" y="68"/>
                  </a:lnTo>
                  <a:lnTo>
                    <a:pt x="2786" y="69"/>
                  </a:lnTo>
                  <a:lnTo>
                    <a:pt x="2785" y="71"/>
                  </a:lnTo>
                  <a:lnTo>
                    <a:pt x="2784" y="71"/>
                  </a:lnTo>
                  <a:lnTo>
                    <a:pt x="2784" y="72"/>
                  </a:lnTo>
                  <a:lnTo>
                    <a:pt x="2784" y="74"/>
                  </a:lnTo>
                  <a:lnTo>
                    <a:pt x="2783" y="76"/>
                  </a:lnTo>
                  <a:lnTo>
                    <a:pt x="2781" y="78"/>
                  </a:lnTo>
                  <a:lnTo>
                    <a:pt x="2780" y="80"/>
                  </a:lnTo>
                  <a:lnTo>
                    <a:pt x="2779" y="83"/>
                  </a:lnTo>
                  <a:lnTo>
                    <a:pt x="2778" y="85"/>
                  </a:lnTo>
                  <a:lnTo>
                    <a:pt x="2779" y="86"/>
                  </a:lnTo>
                  <a:lnTo>
                    <a:pt x="2780" y="87"/>
                  </a:lnTo>
                  <a:lnTo>
                    <a:pt x="2781" y="87"/>
                  </a:lnTo>
                  <a:lnTo>
                    <a:pt x="2783" y="86"/>
                  </a:lnTo>
                  <a:lnTo>
                    <a:pt x="2784" y="85"/>
                  </a:lnTo>
                  <a:lnTo>
                    <a:pt x="2793" y="79"/>
                  </a:lnTo>
                  <a:lnTo>
                    <a:pt x="2794" y="77"/>
                  </a:lnTo>
                  <a:lnTo>
                    <a:pt x="2798" y="75"/>
                  </a:lnTo>
                  <a:lnTo>
                    <a:pt x="2799" y="74"/>
                  </a:lnTo>
                  <a:lnTo>
                    <a:pt x="2801" y="73"/>
                  </a:lnTo>
                  <a:lnTo>
                    <a:pt x="2805" y="70"/>
                  </a:lnTo>
                  <a:lnTo>
                    <a:pt x="2808" y="69"/>
                  </a:lnTo>
                  <a:lnTo>
                    <a:pt x="2812" y="68"/>
                  </a:lnTo>
                  <a:lnTo>
                    <a:pt x="2814" y="68"/>
                  </a:lnTo>
                  <a:lnTo>
                    <a:pt x="2818" y="65"/>
                  </a:lnTo>
                  <a:lnTo>
                    <a:pt x="2820" y="64"/>
                  </a:lnTo>
                  <a:lnTo>
                    <a:pt x="2822" y="62"/>
                  </a:lnTo>
                  <a:lnTo>
                    <a:pt x="2825" y="60"/>
                  </a:lnTo>
                  <a:lnTo>
                    <a:pt x="2828" y="58"/>
                  </a:lnTo>
                  <a:lnTo>
                    <a:pt x="2831" y="56"/>
                  </a:lnTo>
                  <a:lnTo>
                    <a:pt x="2834" y="55"/>
                  </a:lnTo>
                  <a:lnTo>
                    <a:pt x="2837" y="54"/>
                  </a:lnTo>
                  <a:lnTo>
                    <a:pt x="2841" y="54"/>
                  </a:lnTo>
                  <a:lnTo>
                    <a:pt x="2845" y="55"/>
                  </a:lnTo>
                  <a:lnTo>
                    <a:pt x="2848" y="56"/>
                  </a:lnTo>
                  <a:lnTo>
                    <a:pt x="2850" y="59"/>
                  </a:lnTo>
                  <a:lnTo>
                    <a:pt x="2851" y="63"/>
                  </a:lnTo>
                  <a:lnTo>
                    <a:pt x="2851" y="67"/>
                  </a:lnTo>
                  <a:lnTo>
                    <a:pt x="2852" y="71"/>
                  </a:lnTo>
                  <a:lnTo>
                    <a:pt x="2852" y="73"/>
                  </a:lnTo>
                  <a:lnTo>
                    <a:pt x="2852" y="75"/>
                  </a:lnTo>
                  <a:lnTo>
                    <a:pt x="2852" y="79"/>
                  </a:lnTo>
                  <a:lnTo>
                    <a:pt x="2852" y="82"/>
                  </a:lnTo>
                  <a:lnTo>
                    <a:pt x="2852" y="82"/>
                  </a:lnTo>
                  <a:lnTo>
                    <a:pt x="2852" y="83"/>
                  </a:lnTo>
                  <a:lnTo>
                    <a:pt x="2852" y="84"/>
                  </a:lnTo>
                  <a:lnTo>
                    <a:pt x="2851" y="85"/>
                  </a:lnTo>
                  <a:lnTo>
                    <a:pt x="2852" y="86"/>
                  </a:lnTo>
                  <a:lnTo>
                    <a:pt x="2852" y="86"/>
                  </a:lnTo>
                  <a:lnTo>
                    <a:pt x="2852" y="94"/>
                  </a:lnTo>
                  <a:lnTo>
                    <a:pt x="2850" y="96"/>
                  </a:lnTo>
                  <a:lnTo>
                    <a:pt x="2849" y="97"/>
                  </a:lnTo>
                  <a:lnTo>
                    <a:pt x="2849" y="101"/>
                  </a:lnTo>
                  <a:lnTo>
                    <a:pt x="2847" y="107"/>
                  </a:lnTo>
                  <a:lnTo>
                    <a:pt x="2847" y="108"/>
                  </a:lnTo>
                  <a:lnTo>
                    <a:pt x="2846" y="110"/>
                  </a:lnTo>
                  <a:lnTo>
                    <a:pt x="2846" y="113"/>
                  </a:lnTo>
                  <a:lnTo>
                    <a:pt x="2845" y="114"/>
                  </a:lnTo>
                  <a:lnTo>
                    <a:pt x="2845" y="116"/>
                  </a:lnTo>
                  <a:lnTo>
                    <a:pt x="2844" y="119"/>
                  </a:lnTo>
                  <a:lnTo>
                    <a:pt x="2842" y="123"/>
                  </a:lnTo>
                  <a:lnTo>
                    <a:pt x="2840" y="127"/>
                  </a:lnTo>
                  <a:lnTo>
                    <a:pt x="2838" y="130"/>
                  </a:lnTo>
                  <a:lnTo>
                    <a:pt x="2836" y="133"/>
                  </a:lnTo>
                  <a:lnTo>
                    <a:pt x="2835" y="135"/>
                  </a:lnTo>
                  <a:lnTo>
                    <a:pt x="2834" y="136"/>
                  </a:lnTo>
                  <a:lnTo>
                    <a:pt x="2833" y="137"/>
                  </a:lnTo>
                  <a:lnTo>
                    <a:pt x="2831" y="140"/>
                  </a:lnTo>
                  <a:lnTo>
                    <a:pt x="2829" y="143"/>
                  </a:lnTo>
                  <a:lnTo>
                    <a:pt x="2826" y="146"/>
                  </a:lnTo>
                  <a:lnTo>
                    <a:pt x="2825" y="149"/>
                  </a:lnTo>
                  <a:lnTo>
                    <a:pt x="2824" y="150"/>
                  </a:lnTo>
                  <a:lnTo>
                    <a:pt x="2822" y="152"/>
                  </a:lnTo>
                  <a:lnTo>
                    <a:pt x="2822" y="154"/>
                  </a:lnTo>
                  <a:lnTo>
                    <a:pt x="2825" y="157"/>
                  </a:lnTo>
                  <a:lnTo>
                    <a:pt x="2829" y="156"/>
                  </a:lnTo>
                  <a:lnTo>
                    <a:pt x="2834" y="155"/>
                  </a:lnTo>
                  <a:lnTo>
                    <a:pt x="2844" y="154"/>
                  </a:lnTo>
                  <a:lnTo>
                    <a:pt x="2849" y="153"/>
                  </a:lnTo>
                  <a:lnTo>
                    <a:pt x="2853" y="153"/>
                  </a:lnTo>
                  <a:lnTo>
                    <a:pt x="2854" y="152"/>
                  </a:lnTo>
                  <a:lnTo>
                    <a:pt x="2861" y="153"/>
                  </a:lnTo>
                  <a:lnTo>
                    <a:pt x="2869" y="155"/>
                  </a:lnTo>
                  <a:lnTo>
                    <a:pt x="2878" y="158"/>
                  </a:lnTo>
                  <a:lnTo>
                    <a:pt x="2883" y="161"/>
                  </a:lnTo>
                  <a:lnTo>
                    <a:pt x="2888" y="164"/>
                  </a:lnTo>
                  <a:lnTo>
                    <a:pt x="2889" y="166"/>
                  </a:lnTo>
                  <a:lnTo>
                    <a:pt x="2890" y="167"/>
                  </a:lnTo>
                  <a:lnTo>
                    <a:pt x="2891" y="169"/>
                  </a:lnTo>
                  <a:lnTo>
                    <a:pt x="2891" y="171"/>
                  </a:lnTo>
                  <a:lnTo>
                    <a:pt x="2891" y="173"/>
                  </a:lnTo>
                  <a:lnTo>
                    <a:pt x="2891" y="175"/>
                  </a:lnTo>
                  <a:lnTo>
                    <a:pt x="2890" y="177"/>
                  </a:lnTo>
                  <a:lnTo>
                    <a:pt x="2890" y="178"/>
                  </a:lnTo>
                  <a:lnTo>
                    <a:pt x="2889" y="179"/>
                  </a:lnTo>
                  <a:lnTo>
                    <a:pt x="2888" y="180"/>
                  </a:lnTo>
                  <a:lnTo>
                    <a:pt x="2886" y="181"/>
                  </a:lnTo>
                  <a:lnTo>
                    <a:pt x="2884" y="183"/>
                  </a:lnTo>
                  <a:lnTo>
                    <a:pt x="2882" y="184"/>
                  </a:lnTo>
                  <a:lnTo>
                    <a:pt x="2878" y="185"/>
                  </a:lnTo>
                  <a:lnTo>
                    <a:pt x="2875" y="185"/>
                  </a:lnTo>
                  <a:lnTo>
                    <a:pt x="2873" y="185"/>
                  </a:lnTo>
                  <a:lnTo>
                    <a:pt x="2871" y="185"/>
                  </a:lnTo>
                  <a:lnTo>
                    <a:pt x="2868" y="185"/>
                  </a:lnTo>
                  <a:lnTo>
                    <a:pt x="2865" y="186"/>
                  </a:lnTo>
                  <a:lnTo>
                    <a:pt x="2864" y="186"/>
                  </a:lnTo>
                  <a:lnTo>
                    <a:pt x="2860" y="186"/>
                  </a:lnTo>
                  <a:lnTo>
                    <a:pt x="2859" y="186"/>
                  </a:lnTo>
                  <a:lnTo>
                    <a:pt x="2858" y="187"/>
                  </a:lnTo>
                  <a:lnTo>
                    <a:pt x="2856" y="187"/>
                  </a:lnTo>
                  <a:lnTo>
                    <a:pt x="2854" y="188"/>
                  </a:lnTo>
                  <a:lnTo>
                    <a:pt x="2852" y="188"/>
                  </a:lnTo>
                  <a:lnTo>
                    <a:pt x="2850" y="189"/>
                  </a:lnTo>
                  <a:lnTo>
                    <a:pt x="2849" y="189"/>
                  </a:lnTo>
                  <a:lnTo>
                    <a:pt x="2847" y="189"/>
                  </a:lnTo>
                  <a:lnTo>
                    <a:pt x="2845" y="190"/>
                  </a:lnTo>
                  <a:lnTo>
                    <a:pt x="2844" y="190"/>
                  </a:lnTo>
                  <a:lnTo>
                    <a:pt x="2842" y="191"/>
                  </a:lnTo>
                  <a:lnTo>
                    <a:pt x="2841" y="191"/>
                  </a:lnTo>
                  <a:lnTo>
                    <a:pt x="2839" y="191"/>
                  </a:lnTo>
                  <a:lnTo>
                    <a:pt x="2837" y="191"/>
                  </a:lnTo>
                  <a:lnTo>
                    <a:pt x="2836" y="191"/>
                  </a:lnTo>
                  <a:lnTo>
                    <a:pt x="2834" y="190"/>
                  </a:lnTo>
                  <a:lnTo>
                    <a:pt x="2832" y="189"/>
                  </a:lnTo>
                  <a:lnTo>
                    <a:pt x="2829" y="189"/>
                  </a:lnTo>
                  <a:lnTo>
                    <a:pt x="2828" y="190"/>
                  </a:lnTo>
                  <a:lnTo>
                    <a:pt x="2824" y="190"/>
                  </a:lnTo>
                  <a:lnTo>
                    <a:pt x="2820" y="191"/>
                  </a:lnTo>
                  <a:lnTo>
                    <a:pt x="2819" y="192"/>
                  </a:lnTo>
                  <a:lnTo>
                    <a:pt x="2817" y="192"/>
                  </a:lnTo>
                  <a:lnTo>
                    <a:pt x="2816" y="193"/>
                  </a:lnTo>
                  <a:lnTo>
                    <a:pt x="2812" y="193"/>
                  </a:lnTo>
                  <a:lnTo>
                    <a:pt x="2811" y="194"/>
                  </a:lnTo>
                  <a:lnTo>
                    <a:pt x="2811" y="193"/>
                  </a:lnTo>
                  <a:lnTo>
                    <a:pt x="2809" y="193"/>
                  </a:lnTo>
                  <a:lnTo>
                    <a:pt x="2808" y="190"/>
                  </a:lnTo>
                  <a:lnTo>
                    <a:pt x="2810" y="188"/>
                  </a:lnTo>
                  <a:lnTo>
                    <a:pt x="2814" y="186"/>
                  </a:lnTo>
                  <a:lnTo>
                    <a:pt x="2823" y="181"/>
                  </a:lnTo>
                  <a:lnTo>
                    <a:pt x="2828" y="179"/>
                  </a:lnTo>
                  <a:lnTo>
                    <a:pt x="2830" y="177"/>
                  </a:lnTo>
                  <a:lnTo>
                    <a:pt x="2832" y="177"/>
                  </a:lnTo>
                  <a:lnTo>
                    <a:pt x="2836" y="175"/>
                  </a:lnTo>
                  <a:lnTo>
                    <a:pt x="2839" y="173"/>
                  </a:lnTo>
                  <a:lnTo>
                    <a:pt x="2841" y="173"/>
                  </a:lnTo>
                  <a:lnTo>
                    <a:pt x="2843" y="173"/>
                  </a:lnTo>
                  <a:lnTo>
                    <a:pt x="2845" y="172"/>
                  </a:lnTo>
                  <a:lnTo>
                    <a:pt x="2846" y="171"/>
                  </a:lnTo>
                  <a:lnTo>
                    <a:pt x="2849" y="171"/>
                  </a:lnTo>
                  <a:lnTo>
                    <a:pt x="2850" y="169"/>
                  </a:lnTo>
                  <a:lnTo>
                    <a:pt x="2850" y="169"/>
                  </a:lnTo>
                  <a:lnTo>
                    <a:pt x="2850" y="168"/>
                  </a:lnTo>
                  <a:lnTo>
                    <a:pt x="2849" y="167"/>
                  </a:lnTo>
                  <a:lnTo>
                    <a:pt x="2847" y="166"/>
                  </a:lnTo>
                  <a:lnTo>
                    <a:pt x="2845" y="166"/>
                  </a:lnTo>
                  <a:lnTo>
                    <a:pt x="2843" y="166"/>
                  </a:lnTo>
                  <a:lnTo>
                    <a:pt x="2840" y="166"/>
                  </a:lnTo>
                  <a:lnTo>
                    <a:pt x="2839" y="166"/>
                  </a:lnTo>
                  <a:lnTo>
                    <a:pt x="2837" y="167"/>
                  </a:lnTo>
                  <a:lnTo>
                    <a:pt x="2834" y="167"/>
                  </a:lnTo>
                  <a:lnTo>
                    <a:pt x="2832" y="167"/>
                  </a:lnTo>
                  <a:lnTo>
                    <a:pt x="2829" y="167"/>
                  </a:lnTo>
                  <a:lnTo>
                    <a:pt x="2828" y="168"/>
                  </a:lnTo>
                  <a:lnTo>
                    <a:pt x="2826" y="168"/>
                  </a:lnTo>
                  <a:lnTo>
                    <a:pt x="2824" y="168"/>
                  </a:lnTo>
                  <a:lnTo>
                    <a:pt x="2820" y="169"/>
                  </a:lnTo>
                  <a:lnTo>
                    <a:pt x="2817" y="172"/>
                  </a:lnTo>
                  <a:lnTo>
                    <a:pt x="2816" y="173"/>
                  </a:lnTo>
                  <a:lnTo>
                    <a:pt x="2813" y="174"/>
                  </a:lnTo>
                  <a:lnTo>
                    <a:pt x="2810" y="176"/>
                  </a:lnTo>
                  <a:lnTo>
                    <a:pt x="2810" y="178"/>
                  </a:lnTo>
                  <a:lnTo>
                    <a:pt x="2808" y="180"/>
                  </a:lnTo>
                  <a:lnTo>
                    <a:pt x="2808" y="182"/>
                  </a:lnTo>
                  <a:lnTo>
                    <a:pt x="2804" y="186"/>
                  </a:lnTo>
                  <a:lnTo>
                    <a:pt x="2804" y="188"/>
                  </a:lnTo>
                  <a:lnTo>
                    <a:pt x="2803" y="189"/>
                  </a:lnTo>
                  <a:lnTo>
                    <a:pt x="2802" y="189"/>
                  </a:lnTo>
                  <a:lnTo>
                    <a:pt x="2802" y="192"/>
                  </a:lnTo>
                  <a:lnTo>
                    <a:pt x="2802" y="192"/>
                  </a:lnTo>
                  <a:lnTo>
                    <a:pt x="2799" y="192"/>
                  </a:lnTo>
                  <a:lnTo>
                    <a:pt x="2798" y="191"/>
                  </a:lnTo>
                  <a:lnTo>
                    <a:pt x="2795" y="190"/>
                  </a:lnTo>
                  <a:lnTo>
                    <a:pt x="2794" y="189"/>
                  </a:lnTo>
                  <a:lnTo>
                    <a:pt x="2791" y="186"/>
                  </a:lnTo>
                  <a:lnTo>
                    <a:pt x="2790" y="185"/>
                  </a:lnTo>
                  <a:lnTo>
                    <a:pt x="2787" y="185"/>
                  </a:lnTo>
                  <a:lnTo>
                    <a:pt x="2786" y="184"/>
                  </a:lnTo>
                  <a:lnTo>
                    <a:pt x="2785" y="184"/>
                  </a:lnTo>
                  <a:lnTo>
                    <a:pt x="2782" y="185"/>
                  </a:lnTo>
                  <a:lnTo>
                    <a:pt x="2777" y="187"/>
                  </a:lnTo>
                  <a:lnTo>
                    <a:pt x="2774" y="188"/>
                  </a:lnTo>
                  <a:lnTo>
                    <a:pt x="2768" y="188"/>
                  </a:lnTo>
                  <a:lnTo>
                    <a:pt x="2765" y="190"/>
                  </a:lnTo>
                  <a:lnTo>
                    <a:pt x="2762" y="190"/>
                  </a:lnTo>
                  <a:lnTo>
                    <a:pt x="2758" y="190"/>
                  </a:lnTo>
                  <a:lnTo>
                    <a:pt x="2757" y="191"/>
                  </a:lnTo>
                  <a:lnTo>
                    <a:pt x="2756" y="192"/>
                  </a:lnTo>
                  <a:lnTo>
                    <a:pt x="2752" y="193"/>
                  </a:lnTo>
                  <a:lnTo>
                    <a:pt x="2751" y="193"/>
                  </a:lnTo>
                  <a:lnTo>
                    <a:pt x="2746" y="196"/>
                  </a:lnTo>
                  <a:lnTo>
                    <a:pt x="2739" y="196"/>
                  </a:lnTo>
                  <a:lnTo>
                    <a:pt x="2735" y="197"/>
                  </a:lnTo>
                  <a:lnTo>
                    <a:pt x="2733" y="199"/>
                  </a:lnTo>
                  <a:lnTo>
                    <a:pt x="2730" y="200"/>
                  </a:lnTo>
                  <a:lnTo>
                    <a:pt x="2727" y="202"/>
                  </a:lnTo>
                  <a:lnTo>
                    <a:pt x="2726" y="203"/>
                  </a:lnTo>
                  <a:lnTo>
                    <a:pt x="2723" y="203"/>
                  </a:lnTo>
                  <a:lnTo>
                    <a:pt x="2722" y="204"/>
                  </a:lnTo>
                  <a:lnTo>
                    <a:pt x="2722" y="205"/>
                  </a:lnTo>
                  <a:lnTo>
                    <a:pt x="2718" y="206"/>
                  </a:lnTo>
                  <a:lnTo>
                    <a:pt x="2715" y="207"/>
                  </a:lnTo>
                  <a:lnTo>
                    <a:pt x="2710" y="210"/>
                  </a:lnTo>
                  <a:lnTo>
                    <a:pt x="2706" y="212"/>
                  </a:lnTo>
                  <a:lnTo>
                    <a:pt x="2704" y="213"/>
                  </a:lnTo>
                  <a:lnTo>
                    <a:pt x="2701" y="214"/>
                  </a:lnTo>
                  <a:lnTo>
                    <a:pt x="2698" y="216"/>
                  </a:lnTo>
                  <a:lnTo>
                    <a:pt x="2692" y="219"/>
                  </a:lnTo>
                  <a:lnTo>
                    <a:pt x="2688" y="222"/>
                  </a:lnTo>
                  <a:lnTo>
                    <a:pt x="2685" y="224"/>
                  </a:lnTo>
                  <a:lnTo>
                    <a:pt x="2683" y="225"/>
                  </a:lnTo>
                  <a:lnTo>
                    <a:pt x="2681" y="225"/>
                  </a:lnTo>
                  <a:lnTo>
                    <a:pt x="2675" y="228"/>
                  </a:lnTo>
                  <a:lnTo>
                    <a:pt x="2673" y="231"/>
                  </a:lnTo>
                  <a:lnTo>
                    <a:pt x="2672" y="231"/>
                  </a:lnTo>
                  <a:lnTo>
                    <a:pt x="2668" y="234"/>
                  </a:lnTo>
                  <a:lnTo>
                    <a:pt x="2662" y="237"/>
                  </a:lnTo>
                  <a:lnTo>
                    <a:pt x="2658" y="240"/>
                  </a:lnTo>
                  <a:lnTo>
                    <a:pt x="2657" y="241"/>
                  </a:lnTo>
                  <a:lnTo>
                    <a:pt x="2654" y="243"/>
                  </a:lnTo>
                  <a:lnTo>
                    <a:pt x="2653" y="245"/>
                  </a:lnTo>
                  <a:lnTo>
                    <a:pt x="2652" y="247"/>
                  </a:lnTo>
                  <a:lnTo>
                    <a:pt x="2650" y="249"/>
                  </a:lnTo>
                  <a:lnTo>
                    <a:pt x="2650" y="250"/>
                  </a:lnTo>
                  <a:lnTo>
                    <a:pt x="2648" y="254"/>
                  </a:lnTo>
                  <a:lnTo>
                    <a:pt x="2646" y="254"/>
                  </a:lnTo>
                  <a:lnTo>
                    <a:pt x="2646" y="256"/>
                  </a:lnTo>
                  <a:lnTo>
                    <a:pt x="2642" y="260"/>
                  </a:lnTo>
                  <a:lnTo>
                    <a:pt x="2641" y="260"/>
                  </a:lnTo>
                  <a:lnTo>
                    <a:pt x="2640" y="261"/>
                  </a:lnTo>
                  <a:lnTo>
                    <a:pt x="2639" y="262"/>
                  </a:lnTo>
                  <a:lnTo>
                    <a:pt x="2638" y="263"/>
                  </a:lnTo>
                  <a:lnTo>
                    <a:pt x="2636" y="263"/>
                  </a:lnTo>
                  <a:lnTo>
                    <a:pt x="2635" y="265"/>
                  </a:lnTo>
                  <a:lnTo>
                    <a:pt x="2632" y="267"/>
                  </a:lnTo>
                  <a:lnTo>
                    <a:pt x="2631" y="268"/>
                  </a:lnTo>
                  <a:lnTo>
                    <a:pt x="2630" y="270"/>
                  </a:lnTo>
                  <a:lnTo>
                    <a:pt x="2628" y="271"/>
                  </a:lnTo>
                  <a:lnTo>
                    <a:pt x="2622" y="270"/>
                  </a:lnTo>
                  <a:lnTo>
                    <a:pt x="2619" y="268"/>
                  </a:lnTo>
                  <a:lnTo>
                    <a:pt x="2618" y="267"/>
                  </a:lnTo>
                  <a:lnTo>
                    <a:pt x="2613" y="265"/>
                  </a:lnTo>
                  <a:lnTo>
                    <a:pt x="2612" y="264"/>
                  </a:lnTo>
                  <a:lnTo>
                    <a:pt x="2610" y="262"/>
                  </a:lnTo>
                  <a:lnTo>
                    <a:pt x="2610" y="261"/>
                  </a:lnTo>
                  <a:lnTo>
                    <a:pt x="2611" y="260"/>
                  </a:lnTo>
                  <a:lnTo>
                    <a:pt x="2611" y="257"/>
                  </a:lnTo>
                  <a:lnTo>
                    <a:pt x="2614" y="251"/>
                  </a:lnTo>
                  <a:lnTo>
                    <a:pt x="2619" y="246"/>
                  </a:lnTo>
                  <a:lnTo>
                    <a:pt x="2622" y="242"/>
                  </a:lnTo>
                  <a:lnTo>
                    <a:pt x="2624" y="241"/>
                  </a:lnTo>
                  <a:lnTo>
                    <a:pt x="2625" y="237"/>
                  </a:lnTo>
                  <a:lnTo>
                    <a:pt x="2627" y="235"/>
                  </a:lnTo>
                  <a:lnTo>
                    <a:pt x="2630" y="231"/>
                  </a:lnTo>
                  <a:lnTo>
                    <a:pt x="2633" y="230"/>
                  </a:lnTo>
                  <a:lnTo>
                    <a:pt x="2633" y="229"/>
                  </a:lnTo>
                  <a:lnTo>
                    <a:pt x="2634" y="228"/>
                  </a:lnTo>
                  <a:lnTo>
                    <a:pt x="2636" y="225"/>
                  </a:lnTo>
                  <a:lnTo>
                    <a:pt x="2637" y="224"/>
                  </a:lnTo>
                  <a:lnTo>
                    <a:pt x="2637" y="222"/>
                  </a:lnTo>
                  <a:lnTo>
                    <a:pt x="2648" y="212"/>
                  </a:lnTo>
                  <a:lnTo>
                    <a:pt x="2655" y="206"/>
                  </a:lnTo>
                  <a:lnTo>
                    <a:pt x="2658" y="205"/>
                  </a:lnTo>
                  <a:lnTo>
                    <a:pt x="2663" y="200"/>
                  </a:lnTo>
                  <a:lnTo>
                    <a:pt x="2666" y="200"/>
                  </a:lnTo>
                  <a:lnTo>
                    <a:pt x="2667" y="198"/>
                  </a:lnTo>
                  <a:lnTo>
                    <a:pt x="2669" y="198"/>
                  </a:lnTo>
                  <a:lnTo>
                    <a:pt x="2672" y="197"/>
                  </a:lnTo>
                  <a:lnTo>
                    <a:pt x="2675" y="196"/>
                  </a:lnTo>
                  <a:lnTo>
                    <a:pt x="2678" y="196"/>
                  </a:lnTo>
                  <a:lnTo>
                    <a:pt x="2679" y="196"/>
                  </a:lnTo>
                  <a:lnTo>
                    <a:pt x="2680" y="198"/>
                  </a:lnTo>
                  <a:lnTo>
                    <a:pt x="2679" y="200"/>
                  </a:lnTo>
                  <a:lnTo>
                    <a:pt x="2678" y="201"/>
                  </a:lnTo>
                  <a:lnTo>
                    <a:pt x="2678" y="202"/>
                  </a:lnTo>
                  <a:lnTo>
                    <a:pt x="2677" y="204"/>
                  </a:lnTo>
                  <a:lnTo>
                    <a:pt x="2677" y="204"/>
                  </a:lnTo>
                  <a:lnTo>
                    <a:pt x="2676" y="205"/>
                  </a:lnTo>
                  <a:lnTo>
                    <a:pt x="2675" y="207"/>
                  </a:lnTo>
                  <a:lnTo>
                    <a:pt x="2675" y="209"/>
                  </a:lnTo>
                  <a:lnTo>
                    <a:pt x="2674" y="209"/>
                  </a:lnTo>
                  <a:lnTo>
                    <a:pt x="2673" y="211"/>
                  </a:lnTo>
                  <a:lnTo>
                    <a:pt x="2672" y="213"/>
                  </a:lnTo>
                  <a:lnTo>
                    <a:pt x="2672" y="213"/>
                  </a:lnTo>
                  <a:lnTo>
                    <a:pt x="2672" y="215"/>
                  </a:lnTo>
                  <a:lnTo>
                    <a:pt x="2674" y="215"/>
                  </a:lnTo>
                  <a:lnTo>
                    <a:pt x="2686" y="208"/>
                  </a:lnTo>
                  <a:lnTo>
                    <a:pt x="2691" y="205"/>
                  </a:lnTo>
                  <a:lnTo>
                    <a:pt x="2693" y="204"/>
                  </a:lnTo>
                  <a:lnTo>
                    <a:pt x="2694" y="204"/>
                  </a:lnTo>
                  <a:lnTo>
                    <a:pt x="2695" y="203"/>
                  </a:lnTo>
                  <a:lnTo>
                    <a:pt x="2697" y="202"/>
                  </a:lnTo>
                  <a:lnTo>
                    <a:pt x="2700" y="201"/>
                  </a:lnTo>
                  <a:lnTo>
                    <a:pt x="2701" y="201"/>
                  </a:lnTo>
                  <a:lnTo>
                    <a:pt x="2702" y="200"/>
                  </a:lnTo>
                  <a:lnTo>
                    <a:pt x="2706" y="198"/>
                  </a:lnTo>
                  <a:lnTo>
                    <a:pt x="2706" y="196"/>
                  </a:lnTo>
                  <a:lnTo>
                    <a:pt x="2704" y="195"/>
                  </a:lnTo>
                  <a:lnTo>
                    <a:pt x="2702" y="193"/>
                  </a:lnTo>
                  <a:lnTo>
                    <a:pt x="2701" y="191"/>
                  </a:lnTo>
                  <a:lnTo>
                    <a:pt x="2700" y="190"/>
                  </a:lnTo>
                  <a:lnTo>
                    <a:pt x="2699" y="186"/>
                  </a:lnTo>
                  <a:lnTo>
                    <a:pt x="2700" y="184"/>
                  </a:lnTo>
                  <a:lnTo>
                    <a:pt x="2698" y="182"/>
                  </a:lnTo>
                  <a:lnTo>
                    <a:pt x="2698" y="177"/>
                  </a:lnTo>
                  <a:lnTo>
                    <a:pt x="2698" y="174"/>
                  </a:lnTo>
                  <a:lnTo>
                    <a:pt x="2698" y="173"/>
                  </a:lnTo>
                  <a:lnTo>
                    <a:pt x="2698" y="171"/>
                  </a:lnTo>
                  <a:lnTo>
                    <a:pt x="2697" y="167"/>
                  </a:lnTo>
                  <a:lnTo>
                    <a:pt x="2696" y="163"/>
                  </a:lnTo>
                  <a:lnTo>
                    <a:pt x="2695" y="161"/>
                  </a:lnTo>
                  <a:lnTo>
                    <a:pt x="2694" y="158"/>
                  </a:lnTo>
                  <a:lnTo>
                    <a:pt x="2693" y="155"/>
                  </a:lnTo>
                  <a:lnTo>
                    <a:pt x="2691" y="151"/>
                  </a:lnTo>
                  <a:lnTo>
                    <a:pt x="2690" y="147"/>
                  </a:lnTo>
                  <a:lnTo>
                    <a:pt x="2687" y="139"/>
                  </a:lnTo>
                  <a:lnTo>
                    <a:pt x="2685" y="135"/>
                  </a:lnTo>
                  <a:lnTo>
                    <a:pt x="2684" y="132"/>
                  </a:lnTo>
                  <a:lnTo>
                    <a:pt x="2683" y="128"/>
                  </a:lnTo>
                  <a:lnTo>
                    <a:pt x="2682" y="126"/>
                  </a:lnTo>
                  <a:lnTo>
                    <a:pt x="2681" y="123"/>
                  </a:lnTo>
                  <a:lnTo>
                    <a:pt x="2680" y="121"/>
                  </a:lnTo>
                  <a:lnTo>
                    <a:pt x="2680" y="120"/>
                  </a:lnTo>
                  <a:lnTo>
                    <a:pt x="2680" y="118"/>
                  </a:lnTo>
                  <a:lnTo>
                    <a:pt x="2679" y="116"/>
                  </a:lnTo>
                  <a:lnTo>
                    <a:pt x="2678" y="114"/>
                  </a:lnTo>
                  <a:lnTo>
                    <a:pt x="2678" y="112"/>
                  </a:lnTo>
                  <a:lnTo>
                    <a:pt x="2678" y="109"/>
                  </a:lnTo>
                  <a:lnTo>
                    <a:pt x="2680" y="108"/>
                  </a:lnTo>
                  <a:lnTo>
                    <a:pt x="2683" y="107"/>
                  </a:lnTo>
                  <a:lnTo>
                    <a:pt x="2687" y="108"/>
                  </a:lnTo>
                  <a:lnTo>
                    <a:pt x="2688" y="110"/>
                  </a:lnTo>
                  <a:lnTo>
                    <a:pt x="2689" y="110"/>
                  </a:lnTo>
                  <a:lnTo>
                    <a:pt x="2689" y="111"/>
                  </a:lnTo>
                  <a:lnTo>
                    <a:pt x="2691" y="111"/>
                  </a:lnTo>
                  <a:lnTo>
                    <a:pt x="2693" y="112"/>
                  </a:lnTo>
                  <a:lnTo>
                    <a:pt x="2695" y="115"/>
                  </a:lnTo>
                  <a:lnTo>
                    <a:pt x="2697" y="118"/>
                  </a:lnTo>
                  <a:lnTo>
                    <a:pt x="2699" y="122"/>
                  </a:lnTo>
                  <a:lnTo>
                    <a:pt x="2700" y="125"/>
                  </a:lnTo>
                  <a:lnTo>
                    <a:pt x="2701" y="127"/>
                  </a:lnTo>
                  <a:lnTo>
                    <a:pt x="2702" y="129"/>
                  </a:lnTo>
                  <a:lnTo>
                    <a:pt x="2703" y="130"/>
                  </a:lnTo>
                  <a:lnTo>
                    <a:pt x="2703" y="133"/>
                  </a:lnTo>
                  <a:lnTo>
                    <a:pt x="2705" y="135"/>
                  </a:lnTo>
                  <a:lnTo>
                    <a:pt x="2705" y="136"/>
                  </a:lnTo>
                  <a:lnTo>
                    <a:pt x="2706" y="139"/>
                  </a:lnTo>
                  <a:lnTo>
                    <a:pt x="2706" y="141"/>
                  </a:lnTo>
                  <a:lnTo>
                    <a:pt x="2707" y="141"/>
                  </a:lnTo>
                  <a:lnTo>
                    <a:pt x="2707" y="143"/>
                  </a:lnTo>
                  <a:lnTo>
                    <a:pt x="2708" y="146"/>
                  </a:lnTo>
                  <a:lnTo>
                    <a:pt x="2709" y="147"/>
                  </a:lnTo>
                  <a:lnTo>
                    <a:pt x="2710" y="149"/>
                  </a:lnTo>
                  <a:lnTo>
                    <a:pt x="2711" y="155"/>
                  </a:lnTo>
                  <a:lnTo>
                    <a:pt x="2711" y="157"/>
                  </a:lnTo>
                  <a:lnTo>
                    <a:pt x="2712" y="159"/>
                  </a:lnTo>
                  <a:lnTo>
                    <a:pt x="2712" y="160"/>
                  </a:lnTo>
                  <a:lnTo>
                    <a:pt x="2713" y="168"/>
                  </a:lnTo>
                  <a:lnTo>
                    <a:pt x="2713" y="170"/>
                  </a:lnTo>
                  <a:lnTo>
                    <a:pt x="2714" y="172"/>
                  </a:lnTo>
                  <a:lnTo>
                    <a:pt x="2714" y="174"/>
                  </a:lnTo>
                  <a:lnTo>
                    <a:pt x="2716" y="174"/>
                  </a:lnTo>
                  <a:lnTo>
                    <a:pt x="2715" y="153"/>
                  </a:lnTo>
                  <a:lnTo>
                    <a:pt x="2715" y="151"/>
                  </a:lnTo>
                  <a:lnTo>
                    <a:pt x="2715" y="150"/>
                  </a:lnTo>
                  <a:lnTo>
                    <a:pt x="2715" y="150"/>
                  </a:lnTo>
                  <a:lnTo>
                    <a:pt x="2714" y="150"/>
                  </a:lnTo>
                  <a:lnTo>
                    <a:pt x="2714" y="148"/>
                  </a:lnTo>
                  <a:lnTo>
                    <a:pt x="2715" y="148"/>
                  </a:lnTo>
                  <a:lnTo>
                    <a:pt x="2715" y="147"/>
                  </a:lnTo>
                  <a:lnTo>
                    <a:pt x="2714" y="146"/>
                  </a:lnTo>
                  <a:lnTo>
                    <a:pt x="2714" y="145"/>
                  </a:lnTo>
                  <a:lnTo>
                    <a:pt x="2715" y="142"/>
                  </a:lnTo>
                  <a:lnTo>
                    <a:pt x="2714" y="142"/>
                  </a:lnTo>
                  <a:lnTo>
                    <a:pt x="2714" y="141"/>
                  </a:lnTo>
                  <a:lnTo>
                    <a:pt x="2714" y="140"/>
                  </a:lnTo>
                  <a:lnTo>
                    <a:pt x="2714" y="138"/>
                  </a:lnTo>
                  <a:lnTo>
                    <a:pt x="2714" y="123"/>
                  </a:lnTo>
                  <a:lnTo>
                    <a:pt x="2714" y="123"/>
                  </a:lnTo>
                  <a:lnTo>
                    <a:pt x="2714" y="122"/>
                  </a:lnTo>
                  <a:lnTo>
                    <a:pt x="2714" y="120"/>
                  </a:lnTo>
                  <a:lnTo>
                    <a:pt x="2713" y="115"/>
                  </a:lnTo>
                  <a:lnTo>
                    <a:pt x="2714" y="114"/>
                  </a:lnTo>
                  <a:lnTo>
                    <a:pt x="2713" y="111"/>
                  </a:lnTo>
                  <a:lnTo>
                    <a:pt x="2713" y="108"/>
                  </a:lnTo>
                  <a:lnTo>
                    <a:pt x="2714" y="107"/>
                  </a:lnTo>
                  <a:lnTo>
                    <a:pt x="2713" y="105"/>
                  </a:lnTo>
                  <a:lnTo>
                    <a:pt x="2712" y="103"/>
                  </a:lnTo>
                  <a:lnTo>
                    <a:pt x="2712" y="101"/>
                  </a:lnTo>
                  <a:lnTo>
                    <a:pt x="2711" y="99"/>
                  </a:lnTo>
                  <a:lnTo>
                    <a:pt x="2711" y="98"/>
                  </a:lnTo>
                  <a:lnTo>
                    <a:pt x="2711" y="97"/>
                  </a:lnTo>
                  <a:lnTo>
                    <a:pt x="2712" y="96"/>
                  </a:lnTo>
                  <a:lnTo>
                    <a:pt x="2712" y="94"/>
                  </a:lnTo>
                  <a:lnTo>
                    <a:pt x="2712" y="93"/>
                  </a:lnTo>
                  <a:lnTo>
                    <a:pt x="2711" y="91"/>
                  </a:lnTo>
                  <a:lnTo>
                    <a:pt x="2710" y="90"/>
                  </a:lnTo>
                  <a:lnTo>
                    <a:pt x="2709" y="89"/>
                  </a:lnTo>
                  <a:lnTo>
                    <a:pt x="2708" y="87"/>
                  </a:lnTo>
                  <a:lnTo>
                    <a:pt x="2707" y="86"/>
                  </a:lnTo>
                  <a:lnTo>
                    <a:pt x="2706" y="85"/>
                  </a:lnTo>
                  <a:lnTo>
                    <a:pt x="2706" y="84"/>
                  </a:lnTo>
                  <a:lnTo>
                    <a:pt x="2705" y="82"/>
                  </a:lnTo>
                  <a:lnTo>
                    <a:pt x="2704" y="81"/>
                  </a:lnTo>
                  <a:lnTo>
                    <a:pt x="2704" y="81"/>
                  </a:lnTo>
                  <a:lnTo>
                    <a:pt x="2703" y="80"/>
                  </a:lnTo>
                  <a:lnTo>
                    <a:pt x="2703" y="79"/>
                  </a:lnTo>
                  <a:lnTo>
                    <a:pt x="2703" y="77"/>
                  </a:lnTo>
                  <a:lnTo>
                    <a:pt x="2703" y="76"/>
                  </a:lnTo>
                  <a:lnTo>
                    <a:pt x="2704" y="74"/>
                  </a:lnTo>
                  <a:lnTo>
                    <a:pt x="2705" y="72"/>
                  </a:lnTo>
                  <a:lnTo>
                    <a:pt x="2706" y="72"/>
                  </a:lnTo>
                  <a:lnTo>
                    <a:pt x="2706" y="71"/>
                  </a:lnTo>
                  <a:lnTo>
                    <a:pt x="2708" y="70"/>
                  </a:lnTo>
                  <a:lnTo>
                    <a:pt x="2709" y="69"/>
                  </a:lnTo>
                  <a:lnTo>
                    <a:pt x="2710" y="69"/>
                  </a:lnTo>
                  <a:lnTo>
                    <a:pt x="2711" y="68"/>
                  </a:lnTo>
                  <a:lnTo>
                    <a:pt x="2712" y="67"/>
                  </a:lnTo>
                  <a:lnTo>
                    <a:pt x="2713" y="67"/>
                  </a:lnTo>
                  <a:close/>
                </a:path>
                <a:path w="3273" h="355">
                  <a:moveTo>
                    <a:pt x="1075" y="127"/>
                  </a:moveTo>
                  <a:cubicBezTo>
                    <a:pt x="1069" y="126"/>
                    <a:pt x="1063" y="128"/>
                    <a:pt x="1058" y="124"/>
                  </a:cubicBezTo>
                  <a:cubicBezTo>
                    <a:pt x="1062" y="117"/>
                    <a:pt x="1064" y="111"/>
                    <a:pt x="1069" y="104"/>
                  </a:cubicBezTo>
                  <a:cubicBezTo>
                    <a:pt x="1078" y="98"/>
                    <a:pt x="1079" y="99"/>
                    <a:pt x="1087" y="99"/>
                  </a:cubicBezTo>
                  <a:cubicBezTo>
                    <a:pt x="1077" y="116"/>
                    <a:pt x="1097" y="107"/>
                    <a:pt x="1086" y="118"/>
                  </a:cubicBezTo>
                  <a:cubicBezTo>
                    <a:pt x="1084" y="123"/>
                    <a:pt x="1080" y="126"/>
                    <a:pt x="1075" y="127"/>
                  </a:cubicBezTo>
                  <a:moveTo>
                    <a:pt x="1125" y="80"/>
                  </a:moveTo>
                  <a:cubicBezTo>
                    <a:pt x="1132" y="81"/>
                    <a:pt x="1140" y="81"/>
                    <a:pt x="1147" y="81"/>
                  </a:cubicBezTo>
                  <a:cubicBezTo>
                    <a:pt x="1144" y="113"/>
                    <a:pt x="1144" y="142"/>
                    <a:pt x="1149" y="169"/>
                  </a:cubicBezTo>
                  <a:cubicBezTo>
                    <a:pt x="1150" y="192"/>
                    <a:pt x="1150" y="215"/>
                    <a:pt x="1151" y="237"/>
                  </a:cubicBezTo>
                  <a:cubicBezTo>
                    <a:pt x="1138" y="242"/>
                    <a:pt x="1125" y="239"/>
                    <a:pt x="1109" y="238"/>
                  </a:cubicBezTo>
                  <a:cubicBezTo>
                    <a:pt x="1106" y="233"/>
                    <a:pt x="1105" y="231"/>
                    <a:pt x="1101" y="227"/>
                  </a:cubicBezTo>
                  <a:cubicBezTo>
                    <a:pt x="1102" y="217"/>
                    <a:pt x="1102" y="204"/>
                    <a:pt x="1102" y="194"/>
                  </a:cubicBezTo>
                  <a:cubicBezTo>
                    <a:pt x="1108" y="192"/>
                    <a:pt x="1113" y="195"/>
                    <a:pt x="1118" y="193"/>
                  </a:cubicBezTo>
                  <a:cubicBezTo>
                    <a:pt x="1123" y="190"/>
                    <a:pt x="1128" y="190"/>
                    <a:pt x="1132" y="187"/>
                  </a:cubicBezTo>
                  <a:cubicBezTo>
                    <a:pt x="1138" y="181"/>
                    <a:pt x="1137" y="171"/>
                    <a:pt x="1134" y="157"/>
                  </a:cubicBezTo>
                  <a:cubicBezTo>
                    <a:pt x="1126" y="158"/>
                    <a:pt x="1123" y="154"/>
                    <a:pt x="1116" y="155"/>
                  </a:cubicBezTo>
                  <a:cubicBezTo>
                    <a:pt x="1120" y="149"/>
                    <a:pt x="1117" y="142"/>
                    <a:pt x="1114" y="137"/>
                  </a:cubicBezTo>
                  <a:cubicBezTo>
                    <a:pt x="1117" y="135"/>
                    <a:pt x="1120" y="133"/>
                    <a:pt x="1124" y="131"/>
                  </a:cubicBezTo>
                  <a:cubicBezTo>
                    <a:pt x="1128" y="125"/>
                    <a:pt x="1132" y="119"/>
                    <a:pt x="1125" y="110"/>
                  </a:cubicBezTo>
                  <a:cubicBezTo>
                    <a:pt x="1118" y="109"/>
                    <a:pt x="1111" y="108"/>
                    <a:pt x="1103" y="107"/>
                  </a:cubicBezTo>
                  <a:cubicBezTo>
                    <a:pt x="1105" y="103"/>
                    <a:pt x="1109" y="98"/>
                    <a:pt x="1106" y="91"/>
                  </a:cubicBezTo>
                  <a:cubicBezTo>
                    <a:pt x="1113" y="83"/>
                    <a:pt x="1115" y="79"/>
                    <a:pt x="1125" y="80"/>
                  </a:cubicBezTo>
                  <a:moveTo>
                    <a:pt x="1044" y="268"/>
                  </a:moveTo>
                  <a:cubicBezTo>
                    <a:pt x="1036" y="274"/>
                    <a:pt x="1022" y="276"/>
                    <a:pt x="1011" y="262"/>
                  </a:cubicBezTo>
                  <a:cubicBezTo>
                    <a:pt x="1012" y="218"/>
                    <a:pt x="1013" y="174"/>
                    <a:pt x="1014" y="130"/>
                  </a:cubicBezTo>
                  <a:cubicBezTo>
                    <a:pt x="1019" y="103"/>
                    <a:pt x="1017" y="75"/>
                    <a:pt x="1068" y="60"/>
                  </a:cubicBezTo>
                  <a:lnTo>
                    <a:pt x="1096" y="60"/>
                  </a:lnTo>
                  <a:cubicBezTo>
                    <a:pt x="1093" y="56"/>
                    <a:pt x="1100" y="52"/>
                    <a:pt x="1137" y="50"/>
                  </a:cubicBezTo>
                  <a:cubicBezTo>
                    <a:pt x="1143" y="42"/>
                    <a:pt x="1150" y="41"/>
                    <a:pt x="1156" y="33"/>
                  </a:cubicBezTo>
                  <a:cubicBezTo>
                    <a:pt x="1168" y="39"/>
                    <a:pt x="1179" y="39"/>
                    <a:pt x="1191" y="45"/>
                  </a:cubicBezTo>
                  <a:cubicBezTo>
                    <a:pt x="1193" y="59"/>
                    <a:pt x="1191" y="71"/>
                    <a:pt x="1188" y="83"/>
                  </a:cubicBezTo>
                  <a:cubicBezTo>
                    <a:pt x="1185" y="88"/>
                    <a:pt x="1183" y="94"/>
                    <a:pt x="1179" y="99"/>
                  </a:cubicBezTo>
                  <a:cubicBezTo>
                    <a:pt x="1181" y="117"/>
                    <a:pt x="1181" y="133"/>
                    <a:pt x="1182" y="151"/>
                  </a:cubicBezTo>
                  <a:cubicBezTo>
                    <a:pt x="1195" y="200"/>
                    <a:pt x="1192" y="240"/>
                    <a:pt x="1187" y="279"/>
                  </a:cubicBezTo>
                  <a:cubicBezTo>
                    <a:pt x="1183" y="281"/>
                    <a:pt x="1178" y="282"/>
                    <a:pt x="1171" y="281"/>
                  </a:cubicBezTo>
                  <a:cubicBezTo>
                    <a:pt x="1157" y="278"/>
                    <a:pt x="1144" y="275"/>
                    <a:pt x="1131" y="272"/>
                  </a:cubicBezTo>
                  <a:cubicBezTo>
                    <a:pt x="1114" y="268"/>
                    <a:pt x="1106" y="255"/>
                    <a:pt x="1099" y="240"/>
                  </a:cubicBezTo>
                  <a:cubicBezTo>
                    <a:pt x="1098" y="254"/>
                    <a:pt x="1098" y="267"/>
                    <a:pt x="1097" y="280"/>
                  </a:cubicBezTo>
                  <a:cubicBezTo>
                    <a:pt x="1093" y="288"/>
                    <a:pt x="1088" y="294"/>
                    <a:pt x="1077" y="283"/>
                  </a:cubicBezTo>
                  <a:cubicBezTo>
                    <a:pt x="1077" y="256"/>
                    <a:pt x="1078" y="229"/>
                    <a:pt x="1078" y="202"/>
                  </a:cubicBezTo>
                  <a:cubicBezTo>
                    <a:pt x="1070" y="205"/>
                    <a:pt x="1064" y="200"/>
                    <a:pt x="1061" y="192"/>
                  </a:cubicBezTo>
                  <a:cubicBezTo>
                    <a:pt x="1061" y="187"/>
                    <a:pt x="1062" y="181"/>
                    <a:pt x="1062" y="175"/>
                  </a:cubicBezTo>
                  <a:cubicBezTo>
                    <a:pt x="1064" y="171"/>
                    <a:pt x="1066" y="168"/>
                    <a:pt x="1068" y="164"/>
                  </a:cubicBezTo>
                  <a:lnTo>
                    <a:pt x="1080" y="164"/>
                  </a:lnTo>
                  <a:cubicBezTo>
                    <a:pt x="1079" y="160"/>
                    <a:pt x="1078" y="156"/>
                    <a:pt x="1077" y="152"/>
                  </a:cubicBezTo>
                  <a:cubicBezTo>
                    <a:pt x="1070" y="151"/>
                    <a:pt x="1064" y="153"/>
                    <a:pt x="1058" y="155"/>
                  </a:cubicBezTo>
                  <a:cubicBezTo>
                    <a:pt x="1059" y="159"/>
                    <a:pt x="1059" y="163"/>
                    <a:pt x="1059" y="167"/>
                  </a:cubicBezTo>
                  <a:cubicBezTo>
                    <a:pt x="1055" y="177"/>
                    <a:pt x="1050" y="185"/>
                    <a:pt x="1045" y="192"/>
                  </a:cubicBezTo>
                  <a:cubicBezTo>
                    <a:pt x="1043" y="217"/>
                    <a:pt x="1046" y="243"/>
                    <a:pt x="1044" y="268"/>
                  </a:cubicBezTo>
                </a:path>
              </a:pathLst>
            </a:custGeom>
            <a:solidFill>
              <a:srgbClr val="BF312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l"/>
              <a:endParaRPr lang="zh-CN" altLang="en-US">
                <a:latin typeface="微软雅黑 Light" panose="020B0502040204020203" pitchFamily="34" charset="-122"/>
                <a:ea typeface="黑体" panose="02010609060101010101" pitchFamily="49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22" name="path"/>
            <p:cNvSpPr/>
            <p:nvPr/>
          </p:nvSpPr>
          <p:spPr>
            <a:xfrm>
              <a:off x="391" y="391"/>
              <a:ext cx="954" cy="954"/>
            </a:xfrm>
            <a:custGeom>
              <a:avLst/>
              <a:gdLst/>
              <a:ahLst/>
              <a:cxnLst/>
              <a:rect l="0" t="0" r="0" b="0"/>
              <a:pathLst>
                <a:path w="953" h="953">
                  <a:moveTo>
                    <a:pt x="276" y="298"/>
                  </a:moveTo>
                  <a:lnTo>
                    <a:pt x="399" y="298"/>
                  </a:lnTo>
                  <a:lnTo>
                    <a:pt x="423" y="347"/>
                  </a:lnTo>
                  <a:lnTo>
                    <a:pt x="449" y="298"/>
                  </a:lnTo>
                  <a:lnTo>
                    <a:pt x="539" y="298"/>
                  </a:lnTo>
                  <a:lnTo>
                    <a:pt x="465" y="438"/>
                  </a:lnTo>
                  <a:lnTo>
                    <a:pt x="487" y="484"/>
                  </a:lnTo>
                  <a:lnTo>
                    <a:pt x="586" y="298"/>
                  </a:lnTo>
                  <a:lnTo>
                    <a:pt x="677" y="298"/>
                  </a:lnTo>
                  <a:lnTo>
                    <a:pt x="530" y="575"/>
                  </a:lnTo>
                  <a:lnTo>
                    <a:pt x="484" y="662"/>
                  </a:lnTo>
                  <a:lnTo>
                    <a:pt x="345" y="368"/>
                  </a:lnTo>
                  <a:lnTo>
                    <a:pt x="239" y="368"/>
                  </a:lnTo>
                  <a:lnTo>
                    <a:pt x="276" y="298"/>
                  </a:lnTo>
                  <a:close/>
                  <a:moveTo>
                    <a:pt x="546" y="723"/>
                  </a:moveTo>
                  <a:cubicBezTo>
                    <a:pt x="546" y="722"/>
                    <a:pt x="546" y="721"/>
                    <a:pt x="545" y="720"/>
                  </a:cubicBezTo>
                  <a:cubicBezTo>
                    <a:pt x="545" y="719"/>
                    <a:pt x="545" y="719"/>
                    <a:pt x="544" y="718"/>
                  </a:cubicBezTo>
                  <a:cubicBezTo>
                    <a:pt x="544" y="718"/>
                    <a:pt x="543" y="717"/>
                    <a:pt x="542" y="717"/>
                  </a:cubicBezTo>
                  <a:cubicBezTo>
                    <a:pt x="542" y="717"/>
                    <a:pt x="541" y="716"/>
                    <a:pt x="540" y="716"/>
                  </a:cubicBezTo>
                  <a:cubicBezTo>
                    <a:pt x="539" y="716"/>
                    <a:pt x="538" y="716"/>
                    <a:pt x="538" y="717"/>
                  </a:cubicBezTo>
                  <a:cubicBezTo>
                    <a:pt x="537" y="717"/>
                    <a:pt x="537" y="717"/>
                    <a:pt x="536" y="717"/>
                  </a:cubicBezTo>
                  <a:cubicBezTo>
                    <a:pt x="535" y="717"/>
                    <a:pt x="535" y="717"/>
                    <a:pt x="534" y="718"/>
                  </a:cubicBezTo>
                  <a:cubicBezTo>
                    <a:pt x="534" y="718"/>
                    <a:pt x="533" y="718"/>
                    <a:pt x="533" y="718"/>
                  </a:cubicBezTo>
                  <a:cubicBezTo>
                    <a:pt x="533" y="720"/>
                    <a:pt x="533" y="722"/>
                    <a:pt x="533" y="723"/>
                  </a:cubicBezTo>
                  <a:cubicBezTo>
                    <a:pt x="534" y="725"/>
                    <a:pt x="534" y="726"/>
                    <a:pt x="535" y="726"/>
                  </a:cubicBezTo>
                  <a:cubicBezTo>
                    <a:pt x="535" y="727"/>
                    <a:pt x="536" y="728"/>
                    <a:pt x="537" y="728"/>
                  </a:cubicBezTo>
                  <a:cubicBezTo>
                    <a:pt x="538" y="728"/>
                    <a:pt x="539" y="729"/>
                    <a:pt x="540" y="729"/>
                  </a:cubicBezTo>
                  <a:cubicBezTo>
                    <a:pt x="541" y="729"/>
                    <a:pt x="541" y="728"/>
                    <a:pt x="542" y="728"/>
                  </a:cubicBezTo>
                  <a:cubicBezTo>
                    <a:pt x="543" y="728"/>
                    <a:pt x="544" y="727"/>
                    <a:pt x="544" y="727"/>
                  </a:cubicBezTo>
                  <a:cubicBezTo>
                    <a:pt x="545" y="726"/>
                    <a:pt x="545" y="726"/>
                    <a:pt x="545" y="725"/>
                  </a:cubicBezTo>
                  <a:cubicBezTo>
                    <a:pt x="546" y="724"/>
                    <a:pt x="546" y="723"/>
                    <a:pt x="546" y="723"/>
                  </a:cubicBezTo>
                  <a:moveTo>
                    <a:pt x="553" y="722"/>
                  </a:moveTo>
                  <a:cubicBezTo>
                    <a:pt x="553" y="724"/>
                    <a:pt x="553" y="726"/>
                    <a:pt x="552" y="727"/>
                  </a:cubicBezTo>
                  <a:cubicBezTo>
                    <a:pt x="551" y="729"/>
                    <a:pt x="550" y="730"/>
                    <a:pt x="549" y="731"/>
                  </a:cubicBezTo>
                  <a:cubicBezTo>
                    <a:pt x="548" y="732"/>
                    <a:pt x="547" y="733"/>
                    <a:pt x="545" y="734"/>
                  </a:cubicBezTo>
                  <a:cubicBezTo>
                    <a:pt x="543" y="734"/>
                    <a:pt x="541" y="735"/>
                    <a:pt x="539" y="735"/>
                  </a:cubicBezTo>
                  <a:cubicBezTo>
                    <a:pt x="535" y="735"/>
                    <a:pt x="531" y="733"/>
                    <a:pt x="529" y="730"/>
                  </a:cubicBezTo>
                  <a:cubicBezTo>
                    <a:pt x="527" y="728"/>
                    <a:pt x="526" y="724"/>
                    <a:pt x="526" y="718"/>
                  </a:cubicBezTo>
                  <a:cubicBezTo>
                    <a:pt x="526" y="716"/>
                    <a:pt x="526" y="714"/>
                    <a:pt x="526" y="712"/>
                  </a:cubicBezTo>
                  <a:cubicBezTo>
                    <a:pt x="526" y="710"/>
                    <a:pt x="527" y="708"/>
                    <a:pt x="527" y="707"/>
                  </a:cubicBezTo>
                  <a:cubicBezTo>
                    <a:pt x="528" y="705"/>
                    <a:pt x="529" y="704"/>
                    <a:pt x="530" y="702"/>
                  </a:cubicBezTo>
                  <a:cubicBezTo>
                    <a:pt x="530" y="701"/>
                    <a:pt x="532" y="700"/>
                    <a:pt x="533" y="699"/>
                  </a:cubicBezTo>
                  <a:cubicBezTo>
                    <a:pt x="535" y="698"/>
                    <a:pt x="537" y="697"/>
                    <a:pt x="539" y="697"/>
                  </a:cubicBezTo>
                  <a:cubicBezTo>
                    <a:pt x="541" y="696"/>
                    <a:pt x="543" y="696"/>
                    <a:pt x="546" y="696"/>
                  </a:cubicBezTo>
                  <a:lnTo>
                    <a:pt x="550" y="696"/>
                  </a:lnTo>
                  <a:lnTo>
                    <a:pt x="550" y="702"/>
                  </a:lnTo>
                  <a:lnTo>
                    <a:pt x="545" y="702"/>
                  </a:lnTo>
                  <a:cubicBezTo>
                    <a:pt x="543" y="702"/>
                    <a:pt x="541" y="702"/>
                    <a:pt x="540" y="703"/>
                  </a:cubicBezTo>
                  <a:cubicBezTo>
                    <a:pt x="538" y="703"/>
                    <a:pt x="537" y="704"/>
                    <a:pt x="536" y="705"/>
                  </a:cubicBezTo>
                  <a:cubicBezTo>
                    <a:pt x="535" y="705"/>
                    <a:pt x="535" y="706"/>
                    <a:pt x="534" y="708"/>
                  </a:cubicBezTo>
                  <a:cubicBezTo>
                    <a:pt x="534" y="709"/>
                    <a:pt x="533" y="710"/>
                    <a:pt x="533" y="711"/>
                  </a:cubicBezTo>
                  <a:lnTo>
                    <a:pt x="533" y="712"/>
                  </a:lnTo>
                  <a:cubicBezTo>
                    <a:pt x="534" y="712"/>
                    <a:pt x="535" y="711"/>
                    <a:pt x="537" y="711"/>
                  </a:cubicBezTo>
                  <a:cubicBezTo>
                    <a:pt x="538" y="711"/>
                    <a:pt x="539" y="710"/>
                    <a:pt x="541" y="710"/>
                  </a:cubicBezTo>
                  <a:cubicBezTo>
                    <a:pt x="543" y="710"/>
                    <a:pt x="545" y="711"/>
                    <a:pt x="546" y="711"/>
                  </a:cubicBezTo>
                  <a:cubicBezTo>
                    <a:pt x="548" y="712"/>
                    <a:pt x="549" y="713"/>
                    <a:pt x="550" y="714"/>
                  </a:cubicBezTo>
                  <a:cubicBezTo>
                    <a:pt x="551" y="715"/>
                    <a:pt x="552" y="716"/>
                    <a:pt x="552" y="717"/>
                  </a:cubicBezTo>
                  <a:cubicBezTo>
                    <a:pt x="553" y="719"/>
                    <a:pt x="553" y="720"/>
                    <a:pt x="553" y="722"/>
                  </a:cubicBezTo>
                  <a:moveTo>
                    <a:pt x="515" y="722"/>
                  </a:moveTo>
                  <a:cubicBezTo>
                    <a:pt x="515" y="724"/>
                    <a:pt x="514" y="726"/>
                    <a:pt x="514" y="727"/>
                  </a:cubicBezTo>
                  <a:cubicBezTo>
                    <a:pt x="513" y="729"/>
                    <a:pt x="511" y="730"/>
                    <a:pt x="510" y="731"/>
                  </a:cubicBezTo>
                  <a:cubicBezTo>
                    <a:pt x="508" y="732"/>
                    <a:pt x="507" y="733"/>
                    <a:pt x="505" y="734"/>
                  </a:cubicBezTo>
                  <a:cubicBezTo>
                    <a:pt x="503" y="734"/>
                    <a:pt x="500" y="735"/>
                    <a:pt x="498" y="735"/>
                  </a:cubicBezTo>
                  <a:lnTo>
                    <a:pt x="496" y="735"/>
                  </a:lnTo>
                  <a:cubicBezTo>
                    <a:pt x="495" y="734"/>
                    <a:pt x="495" y="734"/>
                    <a:pt x="494" y="734"/>
                  </a:cubicBezTo>
                  <a:cubicBezTo>
                    <a:pt x="493" y="734"/>
                    <a:pt x="492" y="734"/>
                    <a:pt x="492" y="734"/>
                  </a:cubicBezTo>
                  <a:lnTo>
                    <a:pt x="490" y="734"/>
                  </a:lnTo>
                  <a:lnTo>
                    <a:pt x="490" y="728"/>
                  </a:lnTo>
                  <a:cubicBezTo>
                    <a:pt x="491" y="728"/>
                    <a:pt x="492" y="728"/>
                    <a:pt x="494" y="728"/>
                  </a:cubicBezTo>
                  <a:cubicBezTo>
                    <a:pt x="495" y="728"/>
                    <a:pt x="497" y="729"/>
                    <a:pt x="498" y="729"/>
                  </a:cubicBezTo>
                  <a:cubicBezTo>
                    <a:pt x="501" y="729"/>
                    <a:pt x="503" y="728"/>
                    <a:pt x="505" y="727"/>
                  </a:cubicBezTo>
                  <a:cubicBezTo>
                    <a:pt x="506" y="726"/>
                    <a:pt x="507" y="724"/>
                    <a:pt x="507" y="723"/>
                  </a:cubicBezTo>
                  <a:cubicBezTo>
                    <a:pt x="507" y="720"/>
                    <a:pt x="506" y="719"/>
                    <a:pt x="505" y="718"/>
                  </a:cubicBezTo>
                  <a:cubicBezTo>
                    <a:pt x="504" y="717"/>
                    <a:pt x="501" y="716"/>
                    <a:pt x="498" y="716"/>
                  </a:cubicBezTo>
                  <a:lnTo>
                    <a:pt x="491" y="716"/>
                  </a:lnTo>
                  <a:lnTo>
                    <a:pt x="491" y="696"/>
                  </a:lnTo>
                  <a:lnTo>
                    <a:pt x="513" y="696"/>
                  </a:lnTo>
                  <a:lnTo>
                    <a:pt x="513" y="703"/>
                  </a:lnTo>
                  <a:lnTo>
                    <a:pt x="497" y="703"/>
                  </a:lnTo>
                  <a:lnTo>
                    <a:pt x="497" y="711"/>
                  </a:lnTo>
                  <a:lnTo>
                    <a:pt x="500" y="711"/>
                  </a:lnTo>
                  <a:cubicBezTo>
                    <a:pt x="502" y="711"/>
                    <a:pt x="504" y="711"/>
                    <a:pt x="506" y="711"/>
                  </a:cubicBezTo>
                  <a:cubicBezTo>
                    <a:pt x="507" y="711"/>
                    <a:pt x="509" y="712"/>
                    <a:pt x="510" y="713"/>
                  </a:cubicBezTo>
                  <a:cubicBezTo>
                    <a:pt x="512" y="714"/>
                    <a:pt x="513" y="715"/>
                    <a:pt x="514" y="716"/>
                  </a:cubicBezTo>
                  <a:cubicBezTo>
                    <a:pt x="514" y="718"/>
                    <a:pt x="515" y="720"/>
                    <a:pt x="515" y="722"/>
                  </a:cubicBezTo>
                  <a:moveTo>
                    <a:pt x="464" y="701"/>
                  </a:moveTo>
                  <a:cubicBezTo>
                    <a:pt x="463" y="701"/>
                    <a:pt x="462" y="702"/>
                    <a:pt x="461" y="702"/>
                  </a:cubicBezTo>
                  <a:cubicBezTo>
                    <a:pt x="461" y="702"/>
                    <a:pt x="460" y="703"/>
                    <a:pt x="459" y="703"/>
                  </a:cubicBezTo>
                  <a:cubicBezTo>
                    <a:pt x="459" y="704"/>
                    <a:pt x="459" y="704"/>
                    <a:pt x="458" y="705"/>
                  </a:cubicBezTo>
                  <a:cubicBezTo>
                    <a:pt x="458" y="706"/>
                    <a:pt x="458" y="707"/>
                    <a:pt x="458" y="708"/>
                  </a:cubicBezTo>
                  <a:cubicBezTo>
                    <a:pt x="458" y="710"/>
                    <a:pt x="458" y="712"/>
                    <a:pt x="459" y="713"/>
                  </a:cubicBezTo>
                  <a:cubicBezTo>
                    <a:pt x="461" y="714"/>
                    <a:pt x="462" y="714"/>
                    <a:pt x="464" y="714"/>
                  </a:cubicBezTo>
                  <a:lnTo>
                    <a:pt x="465" y="714"/>
                  </a:lnTo>
                  <a:cubicBezTo>
                    <a:pt x="466" y="714"/>
                    <a:pt x="466" y="714"/>
                    <a:pt x="467" y="713"/>
                  </a:cubicBezTo>
                  <a:cubicBezTo>
                    <a:pt x="468" y="713"/>
                    <a:pt x="468" y="713"/>
                    <a:pt x="469" y="713"/>
                  </a:cubicBezTo>
                  <a:cubicBezTo>
                    <a:pt x="469" y="713"/>
                    <a:pt x="470" y="712"/>
                    <a:pt x="470" y="712"/>
                  </a:cubicBezTo>
                  <a:cubicBezTo>
                    <a:pt x="470" y="710"/>
                    <a:pt x="470" y="709"/>
                    <a:pt x="470" y="708"/>
                  </a:cubicBezTo>
                  <a:cubicBezTo>
                    <a:pt x="470" y="706"/>
                    <a:pt x="469" y="705"/>
                    <a:pt x="469" y="704"/>
                  </a:cubicBezTo>
                  <a:cubicBezTo>
                    <a:pt x="468" y="703"/>
                    <a:pt x="468" y="703"/>
                    <a:pt x="467" y="702"/>
                  </a:cubicBezTo>
                  <a:cubicBezTo>
                    <a:pt x="466" y="702"/>
                    <a:pt x="465" y="701"/>
                    <a:pt x="464" y="701"/>
                  </a:cubicBezTo>
                  <a:moveTo>
                    <a:pt x="478" y="713"/>
                  </a:moveTo>
                  <a:cubicBezTo>
                    <a:pt x="478" y="716"/>
                    <a:pt x="478" y="719"/>
                    <a:pt x="477" y="721"/>
                  </a:cubicBezTo>
                  <a:cubicBezTo>
                    <a:pt x="477" y="723"/>
                    <a:pt x="476" y="725"/>
                    <a:pt x="475" y="726"/>
                  </a:cubicBezTo>
                  <a:cubicBezTo>
                    <a:pt x="474" y="728"/>
                    <a:pt x="473" y="729"/>
                    <a:pt x="472" y="730"/>
                  </a:cubicBezTo>
                  <a:cubicBezTo>
                    <a:pt x="470" y="731"/>
                    <a:pt x="469" y="732"/>
                    <a:pt x="467" y="732"/>
                  </a:cubicBezTo>
                  <a:cubicBezTo>
                    <a:pt x="466" y="733"/>
                    <a:pt x="464" y="733"/>
                    <a:pt x="463" y="734"/>
                  </a:cubicBezTo>
                  <a:cubicBezTo>
                    <a:pt x="461" y="734"/>
                    <a:pt x="459" y="734"/>
                    <a:pt x="457" y="734"/>
                  </a:cubicBezTo>
                  <a:lnTo>
                    <a:pt x="453" y="734"/>
                  </a:lnTo>
                  <a:lnTo>
                    <a:pt x="453" y="728"/>
                  </a:lnTo>
                  <a:lnTo>
                    <a:pt x="458" y="728"/>
                  </a:lnTo>
                  <a:cubicBezTo>
                    <a:pt x="460" y="728"/>
                    <a:pt x="462" y="728"/>
                    <a:pt x="464" y="727"/>
                  </a:cubicBezTo>
                  <a:cubicBezTo>
                    <a:pt x="465" y="727"/>
                    <a:pt x="466" y="726"/>
                    <a:pt x="467" y="726"/>
                  </a:cubicBezTo>
                  <a:cubicBezTo>
                    <a:pt x="468" y="725"/>
                    <a:pt x="469" y="724"/>
                    <a:pt x="469" y="723"/>
                  </a:cubicBezTo>
                  <a:cubicBezTo>
                    <a:pt x="469" y="722"/>
                    <a:pt x="470" y="721"/>
                    <a:pt x="470" y="719"/>
                  </a:cubicBezTo>
                  <a:lnTo>
                    <a:pt x="470" y="718"/>
                  </a:lnTo>
                  <a:cubicBezTo>
                    <a:pt x="469" y="719"/>
                    <a:pt x="468" y="719"/>
                    <a:pt x="466" y="719"/>
                  </a:cubicBezTo>
                  <a:cubicBezTo>
                    <a:pt x="465" y="720"/>
                    <a:pt x="464" y="720"/>
                    <a:pt x="463" y="720"/>
                  </a:cubicBezTo>
                  <a:cubicBezTo>
                    <a:pt x="461" y="720"/>
                    <a:pt x="459" y="720"/>
                    <a:pt x="458" y="719"/>
                  </a:cubicBezTo>
                  <a:cubicBezTo>
                    <a:pt x="456" y="719"/>
                    <a:pt x="455" y="718"/>
                    <a:pt x="454" y="717"/>
                  </a:cubicBezTo>
                  <a:cubicBezTo>
                    <a:pt x="453" y="716"/>
                    <a:pt x="452" y="715"/>
                    <a:pt x="451" y="714"/>
                  </a:cubicBezTo>
                  <a:cubicBezTo>
                    <a:pt x="451" y="712"/>
                    <a:pt x="450" y="710"/>
                    <a:pt x="450" y="708"/>
                  </a:cubicBezTo>
                  <a:cubicBezTo>
                    <a:pt x="450" y="706"/>
                    <a:pt x="451" y="705"/>
                    <a:pt x="451" y="703"/>
                  </a:cubicBezTo>
                  <a:cubicBezTo>
                    <a:pt x="452" y="701"/>
                    <a:pt x="453" y="700"/>
                    <a:pt x="454" y="699"/>
                  </a:cubicBezTo>
                  <a:cubicBezTo>
                    <a:pt x="456" y="698"/>
                    <a:pt x="457" y="697"/>
                    <a:pt x="459" y="696"/>
                  </a:cubicBezTo>
                  <a:cubicBezTo>
                    <a:pt x="460" y="696"/>
                    <a:pt x="462" y="695"/>
                    <a:pt x="464" y="695"/>
                  </a:cubicBezTo>
                  <a:cubicBezTo>
                    <a:pt x="466" y="695"/>
                    <a:pt x="468" y="696"/>
                    <a:pt x="469" y="696"/>
                  </a:cubicBezTo>
                  <a:cubicBezTo>
                    <a:pt x="471" y="697"/>
                    <a:pt x="473" y="698"/>
                    <a:pt x="474" y="699"/>
                  </a:cubicBezTo>
                  <a:cubicBezTo>
                    <a:pt x="475" y="701"/>
                    <a:pt x="476" y="702"/>
                    <a:pt x="477" y="705"/>
                  </a:cubicBezTo>
                  <a:cubicBezTo>
                    <a:pt x="477" y="707"/>
                    <a:pt x="478" y="710"/>
                    <a:pt x="478" y="713"/>
                  </a:cubicBezTo>
                  <a:moveTo>
                    <a:pt x="415" y="734"/>
                  </a:moveTo>
                  <a:lnTo>
                    <a:pt x="415" y="728"/>
                  </a:lnTo>
                  <a:lnTo>
                    <a:pt x="425" y="728"/>
                  </a:lnTo>
                  <a:lnTo>
                    <a:pt x="425" y="703"/>
                  </a:lnTo>
                  <a:lnTo>
                    <a:pt x="416" y="708"/>
                  </a:lnTo>
                  <a:lnTo>
                    <a:pt x="414" y="702"/>
                  </a:lnTo>
                  <a:lnTo>
                    <a:pt x="426" y="696"/>
                  </a:lnTo>
                  <a:lnTo>
                    <a:pt x="432" y="696"/>
                  </a:lnTo>
                  <a:lnTo>
                    <a:pt x="432" y="728"/>
                  </a:lnTo>
                  <a:lnTo>
                    <a:pt x="441" y="728"/>
                  </a:lnTo>
                  <a:lnTo>
                    <a:pt x="441" y="734"/>
                  </a:lnTo>
                  <a:lnTo>
                    <a:pt x="415" y="734"/>
                  </a:lnTo>
                  <a:close/>
                  <a:moveTo>
                    <a:pt x="476" y="176"/>
                  </a:moveTo>
                  <a:cubicBezTo>
                    <a:pt x="643" y="176"/>
                    <a:pt x="777" y="311"/>
                    <a:pt x="777" y="476"/>
                  </a:cubicBezTo>
                  <a:cubicBezTo>
                    <a:pt x="777" y="643"/>
                    <a:pt x="643" y="777"/>
                    <a:pt x="476" y="777"/>
                  </a:cubicBezTo>
                  <a:cubicBezTo>
                    <a:pt x="311" y="777"/>
                    <a:pt x="176" y="643"/>
                    <a:pt x="176" y="476"/>
                  </a:cubicBezTo>
                  <a:cubicBezTo>
                    <a:pt x="176" y="311"/>
                    <a:pt x="311" y="176"/>
                    <a:pt x="476" y="176"/>
                  </a:cubicBezTo>
                </a:path>
                <a:path w="953" h="953">
                  <a:moveTo>
                    <a:pt x="703" y="250"/>
                  </a:moveTo>
                  <a:cubicBezTo>
                    <a:pt x="645" y="192"/>
                    <a:pt x="565" y="156"/>
                    <a:pt x="476" y="156"/>
                  </a:cubicBezTo>
                  <a:cubicBezTo>
                    <a:pt x="388" y="156"/>
                    <a:pt x="308" y="192"/>
                    <a:pt x="250" y="250"/>
                  </a:cubicBezTo>
                  <a:cubicBezTo>
                    <a:pt x="192" y="308"/>
                    <a:pt x="156" y="388"/>
                    <a:pt x="156" y="476"/>
                  </a:cubicBezTo>
                  <a:cubicBezTo>
                    <a:pt x="156" y="565"/>
                    <a:pt x="192" y="645"/>
                    <a:pt x="250" y="703"/>
                  </a:cubicBezTo>
                  <a:cubicBezTo>
                    <a:pt x="308" y="761"/>
                    <a:pt x="388" y="797"/>
                    <a:pt x="476" y="797"/>
                  </a:cubicBezTo>
                  <a:cubicBezTo>
                    <a:pt x="565" y="797"/>
                    <a:pt x="645" y="761"/>
                    <a:pt x="703" y="703"/>
                  </a:cubicBezTo>
                  <a:cubicBezTo>
                    <a:pt x="761" y="645"/>
                    <a:pt x="797" y="565"/>
                    <a:pt x="797" y="476"/>
                  </a:cubicBezTo>
                  <a:cubicBezTo>
                    <a:pt x="797" y="388"/>
                    <a:pt x="761" y="308"/>
                    <a:pt x="703" y="250"/>
                  </a:cubicBezTo>
                  <a:moveTo>
                    <a:pt x="476" y="148"/>
                  </a:moveTo>
                  <a:cubicBezTo>
                    <a:pt x="567" y="148"/>
                    <a:pt x="650" y="185"/>
                    <a:pt x="709" y="244"/>
                  </a:cubicBezTo>
                  <a:cubicBezTo>
                    <a:pt x="768" y="304"/>
                    <a:pt x="805" y="386"/>
                    <a:pt x="805" y="476"/>
                  </a:cubicBezTo>
                  <a:cubicBezTo>
                    <a:pt x="805" y="567"/>
                    <a:pt x="768" y="650"/>
                    <a:pt x="709" y="709"/>
                  </a:cubicBezTo>
                  <a:cubicBezTo>
                    <a:pt x="650" y="768"/>
                    <a:pt x="567" y="805"/>
                    <a:pt x="476" y="805"/>
                  </a:cubicBezTo>
                  <a:cubicBezTo>
                    <a:pt x="386" y="805"/>
                    <a:pt x="304" y="768"/>
                    <a:pt x="244" y="709"/>
                  </a:cubicBezTo>
                  <a:cubicBezTo>
                    <a:pt x="185" y="650"/>
                    <a:pt x="148" y="567"/>
                    <a:pt x="148" y="476"/>
                  </a:cubicBezTo>
                  <a:cubicBezTo>
                    <a:pt x="148" y="386"/>
                    <a:pt x="185" y="304"/>
                    <a:pt x="244" y="244"/>
                  </a:cubicBezTo>
                  <a:cubicBezTo>
                    <a:pt x="304" y="185"/>
                    <a:pt x="386" y="148"/>
                    <a:pt x="476" y="148"/>
                  </a:cubicBezTo>
                </a:path>
                <a:path w="953" h="953">
                  <a:moveTo>
                    <a:pt x="801" y="152"/>
                  </a:moveTo>
                  <a:cubicBezTo>
                    <a:pt x="718" y="69"/>
                    <a:pt x="603" y="17"/>
                    <a:pt x="476" y="17"/>
                  </a:cubicBezTo>
                  <a:cubicBezTo>
                    <a:pt x="350" y="17"/>
                    <a:pt x="235" y="69"/>
                    <a:pt x="152" y="152"/>
                  </a:cubicBezTo>
                  <a:cubicBezTo>
                    <a:pt x="69" y="235"/>
                    <a:pt x="17" y="350"/>
                    <a:pt x="17" y="476"/>
                  </a:cubicBezTo>
                  <a:cubicBezTo>
                    <a:pt x="17" y="603"/>
                    <a:pt x="69" y="718"/>
                    <a:pt x="152" y="801"/>
                  </a:cubicBezTo>
                  <a:cubicBezTo>
                    <a:pt x="235" y="884"/>
                    <a:pt x="350" y="936"/>
                    <a:pt x="476" y="936"/>
                  </a:cubicBezTo>
                  <a:cubicBezTo>
                    <a:pt x="603" y="936"/>
                    <a:pt x="718" y="884"/>
                    <a:pt x="801" y="801"/>
                  </a:cubicBezTo>
                  <a:cubicBezTo>
                    <a:pt x="884" y="718"/>
                    <a:pt x="936" y="603"/>
                    <a:pt x="936" y="476"/>
                  </a:cubicBezTo>
                  <a:cubicBezTo>
                    <a:pt x="936" y="350"/>
                    <a:pt x="884" y="235"/>
                    <a:pt x="801" y="152"/>
                  </a:cubicBezTo>
                  <a:moveTo>
                    <a:pt x="476" y="0"/>
                  </a:moveTo>
                  <a:cubicBezTo>
                    <a:pt x="608" y="0"/>
                    <a:pt x="728" y="53"/>
                    <a:pt x="814" y="139"/>
                  </a:cubicBezTo>
                  <a:cubicBezTo>
                    <a:pt x="900" y="226"/>
                    <a:pt x="953" y="345"/>
                    <a:pt x="953" y="476"/>
                  </a:cubicBezTo>
                  <a:cubicBezTo>
                    <a:pt x="953" y="608"/>
                    <a:pt x="900" y="728"/>
                    <a:pt x="814" y="814"/>
                  </a:cubicBezTo>
                  <a:cubicBezTo>
                    <a:pt x="728" y="900"/>
                    <a:pt x="608" y="953"/>
                    <a:pt x="476" y="953"/>
                  </a:cubicBezTo>
                  <a:cubicBezTo>
                    <a:pt x="345" y="953"/>
                    <a:pt x="226" y="900"/>
                    <a:pt x="139" y="814"/>
                  </a:cubicBezTo>
                  <a:cubicBezTo>
                    <a:pt x="53" y="728"/>
                    <a:pt x="0" y="608"/>
                    <a:pt x="0" y="476"/>
                  </a:cubicBezTo>
                  <a:cubicBezTo>
                    <a:pt x="0" y="345"/>
                    <a:pt x="53" y="226"/>
                    <a:pt x="139" y="139"/>
                  </a:cubicBezTo>
                  <a:cubicBezTo>
                    <a:pt x="226" y="53"/>
                    <a:pt x="345" y="0"/>
                    <a:pt x="476" y="0"/>
                  </a:cubicBezTo>
                </a:path>
                <a:path w="953" h="953">
                  <a:moveTo>
                    <a:pt x="864" y="532"/>
                  </a:moveTo>
                  <a:lnTo>
                    <a:pt x="865" y="524"/>
                  </a:lnTo>
                  <a:lnTo>
                    <a:pt x="860" y="524"/>
                  </a:lnTo>
                  <a:cubicBezTo>
                    <a:pt x="856" y="524"/>
                    <a:pt x="852" y="524"/>
                    <a:pt x="848" y="524"/>
                  </a:cubicBezTo>
                  <a:lnTo>
                    <a:pt x="848" y="525"/>
                  </a:lnTo>
                  <a:cubicBezTo>
                    <a:pt x="852" y="526"/>
                    <a:pt x="855" y="528"/>
                    <a:pt x="859" y="530"/>
                  </a:cubicBezTo>
                  <a:lnTo>
                    <a:pt x="864" y="532"/>
                  </a:lnTo>
                  <a:close/>
                  <a:moveTo>
                    <a:pt x="872" y="524"/>
                  </a:moveTo>
                  <a:lnTo>
                    <a:pt x="870" y="536"/>
                  </a:lnTo>
                  <a:lnTo>
                    <a:pt x="882" y="543"/>
                  </a:lnTo>
                  <a:lnTo>
                    <a:pt x="881" y="550"/>
                  </a:lnTo>
                  <a:lnTo>
                    <a:pt x="836" y="525"/>
                  </a:lnTo>
                  <a:lnTo>
                    <a:pt x="837" y="519"/>
                  </a:lnTo>
                  <a:lnTo>
                    <a:pt x="885" y="517"/>
                  </a:lnTo>
                  <a:lnTo>
                    <a:pt x="884" y="523"/>
                  </a:lnTo>
                  <a:lnTo>
                    <a:pt x="872" y="524"/>
                  </a:lnTo>
                  <a:close/>
                  <a:moveTo>
                    <a:pt x="878" y="564"/>
                  </a:moveTo>
                  <a:lnTo>
                    <a:pt x="856" y="566"/>
                  </a:lnTo>
                  <a:cubicBezTo>
                    <a:pt x="850" y="566"/>
                    <a:pt x="846" y="566"/>
                    <a:pt x="841" y="567"/>
                  </a:cubicBezTo>
                  <a:cubicBezTo>
                    <a:pt x="845" y="568"/>
                    <a:pt x="849" y="570"/>
                    <a:pt x="854" y="572"/>
                  </a:cubicBezTo>
                  <a:lnTo>
                    <a:pt x="873" y="580"/>
                  </a:lnTo>
                  <a:lnTo>
                    <a:pt x="872" y="587"/>
                  </a:lnTo>
                  <a:lnTo>
                    <a:pt x="828" y="568"/>
                  </a:lnTo>
                  <a:lnTo>
                    <a:pt x="830" y="561"/>
                  </a:lnTo>
                  <a:lnTo>
                    <a:pt x="852" y="559"/>
                  </a:lnTo>
                  <a:cubicBezTo>
                    <a:pt x="857" y="559"/>
                    <a:pt x="862" y="559"/>
                    <a:pt x="866" y="559"/>
                  </a:cubicBezTo>
                  <a:lnTo>
                    <a:pt x="866" y="558"/>
                  </a:lnTo>
                  <a:cubicBezTo>
                    <a:pt x="863" y="557"/>
                    <a:pt x="859" y="556"/>
                    <a:pt x="854" y="553"/>
                  </a:cubicBezTo>
                  <a:lnTo>
                    <a:pt x="834" y="545"/>
                  </a:lnTo>
                  <a:lnTo>
                    <a:pt x="836" y="538"/>
                  </a:lnTo>
                  <a:lnTo>
                    <a:pt x="879" y="558"/>
                  </a:lnTo>
                  <a:lnTo>
                    <a:pt x="878" y="564"/>
                  </a:lnTo>
                  <a:close/>
                  <a:moveTo>
                    <a:pt x="866" y="603"/>
                  </a:moveTo>
                  <a:lnTo>
                    <a:pt x="823" y="583"/>
                  </a:lnTo>
                  <a:lnTo>
                    <a:pt x="825" y="576"/>
                  </a:lnTo>
                  <a:lnTo>
                    <a:pt x="868" y="597"/>
                  </a:lnTo>
                  <a:lnTo>
                    <a:pt x="866" y="603"/>
                  </a:lnTo>
                  <a:close/>
                  <a:moveTo>
                    <a:pt x="831" y="621"/>
                  </a:moveTo>
                  <a:lnTo>
                    <a:pt x="836" y="606"/>
                  </a:lnTo>
                  <a:lnTo>
                    <a:pt x="819" y="597"/>
                  </a:lnTo>
                  <a:lnTo>
                    <a:pt x="821" y="591"/>
                  </a:lnTo>
                  <a:lnTo>
                    <a:pt x="863" y="614"/>
                  </a:lnTo>
                  <a:lnTo>
                    <a:pt x="860" y="620"/>
                  </a:lnTo>
                  <a:lnTo>
                    <a:pt x="843" y="610"/>
                  </a:lnTo>
                  <a:lnTo>
                    <a:pt x="837" y="625"/>
                  </a:lnTo>
                  <a:lnTo>
                    <a:pt x="855" y="635"/>
                  </a:lnTo>
                  <a:lnTo>
                    <a:pt x="853" y="641"/>
                  </a:lnTo>
                  <a:lnTo>
                    <a:pt x="811" y="618"/>
                  </a:lnTo>
                  <a:lnTo>
                    <a:pt x="813" y="611"/>
                  </a:lnTo>
                  <a:lnTo>
                    <a:pt x="831" y="621"/>
                  </a:lnTo>
                  <a:close/>
                  <a:moveTo>
                    <a:pt x="811" y="634"/>
                  </a:moveTo>
                  <a:cubicBezTo>
                    <a:pt x="810" y="635"/>
                    <a:pt x="810" y="637"/>
                    <a:pt x="809" y="638"/>
                  </a:cubicBezTo>
                  <a:cubicBezTo>
                    <a:pt x="809" y="640"/>
                    <a:pt x="810" y="641"/>
                    <a:pt x="810" y="642"/>
                  </a:cubicBezTo>
                  <a:cubicBezTo>
                    <a:pt x="811" y="644"/>
                    <a:pt x="811" y="645"/>
                    <a:pt x="812" y="647"/>
                  </a:cubicBezTo>
                  <a:cubicBezTo>
                    <a:pt x="813" y="648"/>
                    <a:pt x="814" y="649"/>
                    <a:pt x="815" y="650"/>
                  </a:cubicBezTo>
                  <a:cubicBezTo>
                    <a:pt x="817" y="652"/>
                    <a:pt x="818" y="653"/>
                    <a:pt x="820" y="654"/>
                  </a:cubicBezTo>
                  <a:cubicBezTo>
                    <a:pt x="821" y="655"/>
                    <a:pt x="823" y="656"/>
                    <a:pt x="824" y="657"/>
                  </a:cubicBezTo>
                  <a:cubicBezTo>
                    <a:pt x="826" y="658"/>
                    <a:pt x="828" y="658"/>
                    <a:pt x="830" y="659"/>
                  </a:cubicBezTo>
                  <a:cubicBezTo>
                    <a:pt x="832" y="659"/>
                    <a:pt x="833" y="659"/>
                    <a:pt x="834" y="659"/>
                  </a:cubicBezTo>
                  <a:cubicBezTo>
                    <a:pt x="835" y="658"/>
                    <a:pt x="836" y="658"/>
                    <a:pt x="837" y="657"/>
                  </a:cubicBezTo>
                  <a:cubicBezTo>
                    <a:pt x="838" y="656"/>
                    <a:pt x="839" y="655"/>
                    <a:pt x="839" y="654"/>
                  </a:cubicBezTo>
                  <a:cubicBezTo>
                    <a:pt x="840" y="652"/>
                    <a:pt x="841" y="651"/>
                    <a:pt x="841" y="649"/>
                  </a:cubicBezTo>
                  <a:cubicBezTo>
                    <a:pt x="841" y="648"/>
                    <a:pt x="842" y="646"/>
                    <a:pt x="842" y="645"/>
                  </a:cubicBezTo>
                  <a:lnTo>
                    <a:pt x="848" y="649"/>
                  </a:lnTo>
                  <a:cubicBezTo>
                    <a:pt x="848" y="651"/>
                    <a:pt x="848" y="652"/>
                    <a:pt x="847" y="654"/>
                  </a:cubicBezTo>
                  <a:cubicBezTo>
                    <a:pt x="847" y="655"/>
                    <a:pt x="846" y="657"/>
                    <a:pt x="845" y="658"/>
                  </a:cubicBezTo>
                  <a:cubicBezTo>
                    <a:pt x="844" y="660"/>
                    <a:pt x="843" y="662"/>
                    <a:pt x="842" y="663"/>
                  </a:cubicBezTo>
                  <a:cubicBezTo>
                    <a:pt x="840" y="664"/>
                    <a:pt x="839" y="665"/>
                    <a:pt x="837" y="665"/>
                  </a:cubicBezTo>
                  <a:cubicBezTo>
                    <a:pt x="835" y="666"/>
                    <a:pt x="833" y="666"/>
                    <a:pt x="830" y="666"/>
                  </a:cubicBezTo>
                  <a:cubicBezTo>
                    <a:pt x="828" y="665"/>
                    <a:pt x="825" y="664"/>
                    <a:pt x="822" y="663"/>
                  </a:cubicBezTo>
                  <a:cubicBezTo>
                    <a:pt x="820" y="662"/>
                    <a:pt x="818" y="661"/>
                    <a:pt x="816" y="659"/>
                  </a:cubicBezTo>
                  <a:cubicBezTo>
                    <a:pt x="814" y="658"/>
                    <a:pt x="812" y="656"/>
                    <a:pt x="810" y="655"/>
                  </a:cubicBezTo>
                  <a:cubicBezTo>
                    <a:pt x="809" y="653"/>
                    <a:pt x="807" y="651"/>
                    <a:pt x="806" y="649"/>
                  </a:cubicBezTo>
                  <a:cubicBezTo>
                    <a:pt x="805" y="648"/>
                    <a:pt x="804" y="646"/>
                    <a:pt x="803" y="644"/>
                  </a:cubicBezTo>
                  <a:cubicBezTo>
                    <a:pt x="802" y="642"/>
                    <a:pt x="802" y="639"/>
                    <a:pt x="802" y="637"/>
                  </a:cubicBezTo>
                  <a:cubicBezTo>
                    <a:pt x="802" y="635"/>
                    <a:pt x="803" y="633"/>
                    <a:pt x="804" y="631"/>
                  </a:cubicBezTo>
                  <a:cubicBezTo>
                    <a:pt x="804" y="630"/>
                    <a:pt x="805" y="628"/>
                    <a:pt x="806" y="627"/>
                  </a:cubicBezTo>
                  <a:cubicBezTo>
                    <a:pt x="807" y="626"/>
                    <a:pt x="808" y="624"/>
                    <a:pt x="810" y="623"/>
                  </a:cubicBezTo>
                  <a:lnTo>
                    <a:pt x="815" y="628"/>
                  </a:lnTo>
                  <a:lnTo>
                    <a:pt x="813" y="630"/>
                  </a:lnTo>
                  <a:cubicBezTo>
                    <a:pt x="812" y="631"/>
                    <a:pt x="811" y="633"/>
                    <a:pt x="811" y="634"/>
                  </a:cubicBezTo>
                  <a:moveTo>
                    <a:pt x="817" y="706"/>
                  </a:moveTo>
                  <a:lnTo>
                    <a:pt x="781" y="674"/>
                  </a:lnTo>
                  <a:lnTo>
                    <a:pt x="793" y="656"/>
                  </a:lnTo>
                  <a:lnTo>
                    <a:pt x="798" y="661"/>
                  </a:lnTo>
                  <a:lnTo>
                    <a:pt x="790" y="674"/>
                  </a:lnTo>
                  <a:lnTo>
                    <a:pt x="799" y="682"/>
                  </a:lnTo>
                  <a:lnTo>
                    <a:pt x="806" y="670"/>
                  </a:lnTo>
                  <a:lnTo>
                    <a:pt x="812" y="675"/>
                  </a:lnTo>
                  <a:lnTo>
                    <a:pt x="805" y="687"/>
                  </a:lnTo>
                  <a:lnTo>
                    <a:pt x="821" y="700"/>
                  </a:lnTo>
                  <a:lnTo>
                    <a:pt x="817" y="706"/>
                  </a:lnTo>
                  <a:close/>
                  <a:moveTo>
                    <a:pt x="768" y="692"/>
                  </a:moveTo>
                  <a:cubicBezTo>
                    <a:pt x="769" y="690"/>
                    <a:pt x="771" y="689"/>
                    <a:pt x="772" y="688"/>
                  </a:cubicBezTo>
                  <a:cubicBezTo>
                    <a:pt x="774" y="687"/>
                    <a:pt x="776" y="687"/>
                    <a:pt x="778" y="687"/>
                  </a:cubicBezTo>
                  <a:cubicBezTo>
                    <a:pt x="780" y="687"/>
                    <a:pt x="782" y="687"/>
                    <a:pt x="784" y="688"/>
                  </a:cubicBezTo>
                  <a:cubicBezTo>
                    <a:pt x="786" y="689"/>
                    <a:pt x="788" y="690"/>
                    <a:pt x="791" y="692"/>
                  </a:cubicBezTo>
                  <a:cubicBezTo>
                    <a:pt x="792" y="693"/>
                    <a:pt x="793" y="695"/>
                    <a:pt x="795" y="696"/>
                  </a:cubicBezTo>
                  <a:cubicBezTo>
                    <a:pt x="797" y="698"/>
                    <a:pt x="798" y="700"/>
                    <a:pt x="799" y="701"/>
                  </a:cubicBezTo>
                  <a:cubicBezTo>
                    <a:pt x="801" y="703"/>
                    <a:pt x="802" y="705"/>
                    <a:pt x="803" y="708"/>
                  </a:cubicBezTo>
                  <a:cubicBezTo>
                    <a:pt x="804" y="710"/>
                    <a:pt x="805" y="712"/>
                    <a:pt x="805" y="714"/>
                  </a:cubicBezTo>
                  <a:cubicBezTo>
                    <a:pt x="806" y="717"/>
                    <a:pt x="806" y="719"/>
                    <a:pt x="805" y="721"/>
                  </a:cubicBezTo>
                  <a:cubicBezTo>
                    <a:pt x="805" y="723"/>
                    <a:pt x="804" y="725"/>
                    <a:pt x="802" y="728"/>
                  </a:cubicBezTo>
                  <a:cubicBezTo>
                    <a:pt x="801" y="729"/>
                    <a:pt x="800" y="730"/>
                    <a:pt x="798" y="731"/>
                  </a:cubicBezTo>
                  <a:cubicBezTo>
                    <a:pt x="796" y="732"/>
                    <a:pt x="794" y="732"/>
                    <a:pt x="793" y="732"/>
                  </a:cubicBezTo>
                  <a:cubicBezTo>
                    <a:pt x="791" y="732"/>
                    <a:pt x="789" y="732"/>
                    <a:pt x="787" y="731"/>
                  </a:cubicBezTo>
                  <a:cubicBezTo>
                    <a:pt x="784" y="730"/>
                    <a:pt x="782" y="729"/>
                    <a:pt x="780" y="728"/>
                  </a:cubicBezTo>
                  <a:cubicBezTo>
                    <a:pt x="778" y="726"/>
                    <a:pt x="777" y="725"/>
                    <a:pt x="775" y="723"/>
                  </a:cubicBezTo>
                  <a:cubicBezTo>
                    <a:pt x="774" y="722"/>
                    <a:pt x="772" y="720"/>
                    <a:pt x="771" y="718"/>
                  </a:cubicBezTo>
                  <a:cubicBezTo>
                    <a:pt x="769" y="716"/>
                    <a:pt x="768" y="714"/>
                    <a:pt x="767" y="712"/>
                  </a:cubicBezTo>
                  <a:cubicBezTo>
                    <a:pt x="766" y="710"/>
                    <a:pt x="765" y="707"/>
                    <a:pt x="765" y="705"/>
                  </a:cubicBezTo>
                  <a:cubicBezTo>
                    <a:pt x="764" y="703"/>
                    <a:pt x="764" y="701"/>
                    <a:pt x="765" y="699"/>
                  </a:cubicBezTo>
                  <a:cubicBezTo>
                    <a:pt x="765" y="696"/>
                    <a:pt x="766" y="694"/>
                    <a:pt x="768" y="692"/>
                  </a:cubicBezTo>
                  <a:moveTo>
                    <a:pt x="773" y="697"/>
                  </a:moveTo>
                  <a:cubicBezTo>
                    <a:pt x="772" y="698"/>
                    <a:pt x="772" y="699"/>
                    <a:pt x="772" y="701"/>
                  </a:cubicBezTo>
                  <a:cubicBezTo>
                    <a:pt x="771" y="702"/>
                    <a:pt x="771" y="704"/>
                    <a:pt x="772" y="705"/>
                  </a:cubicBezTo>
                  <a:cubicBezTo>
                    <a:pt x="772" y="707"/>
                    <a:pt x="772" y="708"/>
                    <a:pt x="773" y="710"/>
                  </a:cubicBezTo>
                  <a:cubicBezTo>
                    <a:pt x="774" y="711"/>
                    <a:pt x="775" y="713"/>
                    <a:pt x="776" y="714"/>
                  </a:cubicBezTo>
                  <a:cubicBezTo>
                    <a:pt x="777" y="716"/>
                    <a:pt x="778" y="717"/>
                    <a:pt x="780" y="718"/>
                  </a:cubicBezTo>
                  <a:cubicBezTo>
                    <a:pt x="781" y="720"/>
                    <a:pt x="782" y="721"/>
                    <a:pt x="784" y="722"/>
                  </a:cubicBezTo>
                  <a:cubicBezTo>
                    <a:pt x="785" y="723"/>
                    <a:pt x="786" y="724"/>
                    <a:pt x="788" y="725"/>
                  </a:cubicBezTo>
                  <a:cubicBezTo>
                    <a:pt x="789" y="725"/>
                    <a:pt x="790" y="725"/>
                    <a:pt x="791" y="726"/>
                  </a:cubicBezTo>
                  <a:cubicBezTo>
                    <a:pt x="793" y="726"/>
                    <a:pt x="793" y="725"/>
                    <a:pt x="794" y="725"/>
                  </a:cubicBezTo>
                  <a:cubicBezTo>
                    <a:pt x="795" y="724"/>
                    <a:pt x="796" y="724"/>
                    <a:pt x="797" y="723"/>
                  </a:cubicBezTo>
                  <a:cubicBezTo>
                    <a:pt x="798" y="721"/>
                    <a:pt x="798" y="720"/>
                    <a:pt x="799" y="719"/>
                  </a:cubicBezTo>
                  <a:cubicBezTo>
                    <a:pt x="799" y="717"/>
                    <a:pt x="799" y="716"/>
                    <a:pt x="798" y="715"/>
                  </a:cubicBezTo>
                  <a:cubicBezTo>
                    <a:pt x="798" y="713"/>
                    <a:pt x="798" y="711"/>
                    <a:pt x="797" y="710"/>
                  </a:cubicBezTo>
                  <a:cubicBezTo>
                    <a:pt x="796" y="708"/>
                    <a:pt x="795" y="707"/>
                    <a:pt x="794" y="705"/>
                  </a:cubicBezTo>
                  <a:cubicBezTo>
                    <a:pt x="793" y="704"/>
                    <a:pt x="792" y="702"/>
                    <a:pt x="791" y="701"/>
                  </a:cubicBezTo>
                  <a:cubicBezTo>
                    <a:pt x="790" y="700"/>
                    <a:pt x="788" y="699"/>
                    <a:pt x="787" y="697"/>
                  </a:cubicBezTo>
                  <a:cubicBezTo>
                    <a:pt x="784" y="695"/>
                    <a:pt x="781" y="694"/>
                    <a:pt x="779" y="694"/>
                  </a:cubicBezTo>
                  <a:cubicBezTo>
                    <a:pt x="777" y="694"/>
                    <a:pt x="775" y="695"/>
                    <a:pt x="773" y="697"/>
                  </a:cubicBezTo>
                  <a:moveTo>
                    <a:pt x="770" y="764"/>
                  </a:moveTo>
                  <a:lnTo>
                    <a:pt x="758" y="748"/>
                  </a:lnTo>
                  <a:lnTo>
                    <a:pt x="732" y="735"/>
                  </a:lnTo>
                  <a:lnTo>
                    <a:pt x="736" y="730"/>
                  </a:lnTo>
                  <a:lnTo>
                    <a:pt x="755" y="740"/>
                  </a:lnTo>
                  <a:lnTo>
                    <a:pt x="748" y="719"/>
                  </a:lnTo>
                  <a:lnTo>
                    <a:pt x="753" y="713"/>
                  </a:lnTo>
                  <a:lnTo>
                    <a:pt x="763" y="744"/>
                  </a:lnTo>
                  <a:lnTo>
                    <a:pt x="774" y="759"/>
                  </a:lnTo>
                  <a:lnTo>
                    <a:pt x="770" y="764"/>
                  </a:lnTo>
                  <a:close/>
                  <a:moveTo>
                    <a:pt x="749" y="783"/>
                  </a:moveTo>
                  <a:lnTo>
                    <a:pt x="744" y="788"/>
                  </a:lnTo>
                  <a:lnTo>
                    <a:pt x="722" y="754"/>
                  </a:lnTo>
                  <a:lnTo>
                    <a:pt x="713" y="762"/>
                  </a:lnTo>
                  <a:lnTo>
                    <a:pt x="709" y="755"/>
                  </a:lnTo>
                  <a:lnTo>
                    <a:pt x="731" y="735"/>
                  </a:lnTo>
                  <a:lnTo>
                    <a:pt x="735" y="742"/>
                  </a:lnTo>
                  <a:lnTo>
                    <a:pt x="726" y="749"/>
                  </a:lnTo>
                  <a:lnTo>
                    <a:pt x="749" y="783"/>
                  </a:lnTo>
                  <a:close/>
                  <a:moveTo>
                    <a:pt x="724" y="804"/>
                  </a:moveTo>
                  <a:lnTo>
                    <a:pt x="700" y="762"/>
                  </a:lnTo>
                  <a:lnTo>
                    <a:pt x="706" y="758"/>
                  </a:lnTo>
                  <a:lnTo>
                    <a:pt x="729" y="800"/>
                  </a:lnTo>
                  <a:lnTo>
                    <a:pt x="724" y="804"/>
                  </a:lnTo>
                  <a:close/>
                  <a:moveTo>
                    <a:pt x="703" y="801"/>
                  </a:moveTo>
                  <a:cubicBezTo>
                    <a:pt x="702" y="800"/>
                    <a:pt x="701" y="799"/>
                    <a:pt x="701" y="799"/>
                  </a:cubicBezTo>
                  <a:cubicBezTo>
                    <a:pt x="700" y="799"/>
                    <a:pt x="699" y="799"/>
                    <a:pt x="698" y="799"/>
                  </a:cubicBezTo>
                  <a:cubicBezTo>
                    <a:pt x="697" y="799"/>
                    <a:pt x="697" y="799"/>
                    <a:pt x="696" y="799"/>
                  </a:cubicBezTo>
                  <a:lnTo>
                    <a:pt x="693" y="800"/>
                  </a:lnTo>
                  <a:cubicBezTo>
                    <a:pt x="691" y="801"/>
                    <a:pt x="690" y="801"/>
                    <a:pt x="689" y="801"/>
                  </a:cubicBezTo>
                  <a:cubicBezTo>
                    <a:pt x="688" y="801"/>
                    <a:pt x="687" y="801"/>
                    <a:pt x="686" y="800"/>
                  </a:cubicBezTo>
                  <a:cubicBezTo>
                    <a:pt x="684" y="800"/>
                    <a:pt x="683" y="800"/>
                    <a:pt x="682" y="799"/>
                  </a:cubicBezTo>
                  <a:cubicBezTo>
                    <a:pt x="681" y="798"/>
                    <a:pt x="680" y="797"/>
                    <a:pt x="679" y="795"/>
                  </a:cubicBezTo>
                  <a:cubicBezTo>
                    <a:pt x="678" y="794"/>
                    <a:pt x="677" y="792"/>
                    <a:pt x="676" y="790"/>
                  </a:cubicBezTo>
                  <a:cubicBezTo>
                    <a:pt x="675" y="789"/>
                    <a:pt x="675" y="787"/>
                    <a:pt x="675" y="785"/>
                  </a:cubicBezTo>
                  <a:cubicBezTo>
                    <a:pt x="675" y="783"/>
                    <a:pt x="676" y="782"/>
                    <a:pt x="677" y="780"/>
                  </a:cubicBezTo>
                  <a:cubicBezTo>
                    <a:pt x="678" y="779"/>
                    <a:pt x="679" y="777"/>
                    <a:pt x="681" y="776"/>
                  </a:cubicBezTo>
                  <a:cubicBezTo>
                    <a:pt x="682" y="775"/>
                    <a:pt x="684" y="774"/>
                    <a:pt x="686" y="773"/>
                  </a:cubicBezTo>
                  <a:cubicBezTo>
                    <a:pt x="688" y="772"/>
                    <a:pt x="690" y="772"/>
                    <a:pt x="692" y="771"/>
                  </a:cubicBezTo>
                  <a:lnTo>
                    <a:pt x="695" y="778"/>
                  </a:lnTo>
                  <a:cubicBezTo>
                    <a:pt x="693" y="778"/>
                    <a:pt x="691" y="779"/>
                    <a:pt x="690" y="779"/>
                  </a:cubicBezTo>
                  <a:cubicBezTo>
                    <a:pt x="688" y="780"/>
                    <a:pt x="687" y="781"/>
                    <a:pt x="685" y="782"/>
                  </a:cubicBezTo>
                  <a:cubicBezTo>
                    <a:pt x="684" y="783"/>
                    <a:pt x="683" y="784"/>
                    <a:pt x="682" y="786"/>
                  </a:cubicBezTo>
                  <a:cubicBezTo>
                    <a:pt x="682" y="788"/>
                    <a:pt x="683" y="789"/>
                    <a:pt x="684" y="791"/>
                  </a:cubicBezTo>
                  <a:cubicBezTo>
                    <a:pt x="684" y="792"/>
                    <a:pt x="685" y="792"/>
                    <a:pt x="686" y="793"/>
                  </a:cubicBezTo>
                  <a:cubicBezTo>
                    <a:pt x="687" y="793"/>
                    <a:pt x="687" y="793"/>
                    <a:pt x="688" y="794"/>
                  </a:cubicBezTo>
                  <a:cubicBezTo>
                    <a:pt x="689" y="794"/>
                    <a:pt x="689" y="794"/>
                    <a:pt x="690" y="793"/>
                  </a:cubicBezTo>
                  <a:cubicBezTo>
                    <a:pt x="691" y="793"/>
                    <a:pt x="692" y="793"/>
                    <a:pt x="693" y="793"/>
                  </a:cubicBezTo>
                  <a:lnTo>
                    <a:pt x="697" y="792"/>
                  </a:lnTo>
                  <a:cubicBezTo>
                    <a:pt x="698" y="792"/>
                    <a:pt x="699" y="792"/>
                    <a:pt x="700" y="792"/>
                  </a:cubicBezTo>
                  <a:cubicBezTo>
                    <a:pt x="702" y="792"/>
                    <a:pt x="703" y="792"/>
                    <a:pt x="704" y="793"/>
                  </a:cubicBezTo>
                  <a:cubicBezTo>
                    <a:pt x="705" y="794"/>
                    <a:pt x="707" y="795"/>
                    <a:pt x="708" y="796"/>
                  </a:cubicBezTo>
                  <a:cubicBezTo>
                    <a:pt x="709" y="798"/>
                    <a:pt x="711" y="800"/>
                    <a:pt x="711" y="802"/>
                  </a:cubicBezTo>
                  <a:cubicBezTo>
                    <a:pt x="712" y="804"/>
                    <a:pt x="712" y="806"/>
                    <a:pt x="712" y="808"/>
                  </a:cubicBezTo>
                  <a:cubicBezTo>
                    <a:pt x="711" y="810"/>
                    <a:pt x="711" y="812"/>
                    <a:pt x="710" y="814"/>
                  </a:cubicBezTo>
                  <a:cubicBezTo>
                    <a:pt x="709" y="816"/>
                    <a:pt x="707" y="817"/>
                    <a:pt x="705" y="819"/>
                  </a:cubicBezTo>
                  <a:lnTo>
                    <a:pt x="702" y="821"/>
                  </a:lnTo>
                  <a:cubicBezTo>
                    <a:pt x="701" y="821"/>
                    <a:pt x="700" y="822"/>
                    <a:pt x="699" y="822"/>
                  </a:cubicBezTo>
                  <a:cubicBezTo>
                    <a:pt x="698" y="823"/>
                    <a:pt x="697" y="823"/>
                    <a:pt x="696" y="823"/>
                  </a:cubicBezTo>
                  <a:lnTo>
                    <a:pt x="694" y="823"/>
                  </a:lnTo>
                  <a:lnTo>
                    <a:pt x="691" y="817"/>
                  </a:lnTo>
                  <a:cubicBezTo>
                    <a:pt x="692" y="817"/>
                    <a:pt x="694" y="816"/>
                    <a:pt x="696" y="816"/>
                  </a:cubicBezTo>
                  <a:cubicBezTo>
                    <a:pt x="697" y="815"/>
                    <a:pt x="699" y="814"/>
                    <a:pt x="701" y="813"/>
                  </a:cubicBezTo>
                  <a:cubicBezTo>
                    <a:pt x="702" y="812"/>
                    <a:pt x="703" y="811"/>
                    <a:pt x="703" y="810"/>
                  </a:cubicBezTo>
                  <a:cubicBezTo>
                    <a:pt x="704" y="809"/>
                    <a:pt x="704" y="808"/>
                    <a:pt x="705" y="807"/>
                  </a:cubicBezTo>
                  <a:cubicBezTo>
                    <a:pt x="705" y="806"/>
                    <a:pt x="705" y="805"/>
                    <a:pt x="704" y="804"/>
                  </a:cubicBezTo>
                  <a:cubicBezTo>
                    <a:pt x="704" y="803"/>
                    <a:pt x="704" y="802"/>
                    <a:pt x="703" y="801"/>
                  </a:cubicBezTo>
                  <a:moveTo>
                    <a:pt x="662" y="814"/>
                  </a:moveTo>
                  <a:lnTo>
                    <a:pt x="664" y="813"/>
                  </a:lnTo>
                  <a:cubicBezTo>
                    <a:pt x="665" y="812"/>
                    <a:pt x="666" y="812"/>
                    <a:pt x="666" y="811"/>
                  </a:cubicBezTo>
                  <a:cubicBezTo>
                    <a:pt x="667" y="810"/>
                    <a:pt x="668" y="810"/>
                    <a:pt x="668" y="809"/>
                  </a:cubicBezTo>
                  <a:cubicBezTo>
                    <a:pt x="670" y="808"/>
                    <a:pt x="670" y="806"/>
                    <a:pt x="670" y="805"/>
                  </a:cubicBezTo>
                  <a:cubicBezTo>
                    <a:pt x="671" y="803"/>
                    <a:pt x="670" y="801"/>
                    <a:pt x="669" y="799"/>
                  </a:cubicBezTo>
                  <a:cubicBezTo>
                    <a:pt x="669" y="798"/>
                    <a:pt x="668" y="797"/>
                    <a:pt x="667" y="797"/>
                  </a:cubicBezTo>
                  <a:cubicBezTo>
                    <a:pt x="666" y="796"/>
                    <a:pt x="666" y="796"/>
                    <a:pt x="665" y="796"/>
                  </a:cubicBezTo>
                  <a:cubicBezTo>
                    <a:pt x="664" y="796"/>
                    <a:pt x="664" y="796"/>
                    <a:pt x="663" y="797"/>
                  </a:cubicBezTo>
                  <a:cubicBezTo>
                    <a:pt x="663" y="797"/>
                    <a:pt x="662" y="797"/>
                    <a:pt x="661" y="798"/>
                  </a:cubicBezTo>
                  <a:lnTo>
                    <a:pt x="657" y="800"/>
                  </a:lnTo>
                  <a:lnTo>
                    <a:pt x="662" y="814"/>
                  </a:lnTo>
                  <a:close/>
                  <a:moveTo>
                    <a:pt x="670" y="838"/>
                  </a:moveTo>
                  <a:lnTo>
                    <a:pt x="664" y="842"/>
                  </a:lnTo>
                  <a:lnTo>
                    <a:pt x="648" y="796"/>
                  </a:lnTo>
                  <a:lnTo>
                    <a:pt x="657" y="792"/>
                  </a:lnTo>
                  <a:cubicBezTo>
                    <a:pt x="658" y="791"/>
                    <a:pt x="660" y="791"/>
                    <a:pt x="661" y="790"/>
                  </a:cubicBezTo>
                  <a:cubicBezTo>
                    <a:pt x="662" y="790"/>
                    <a:pt x="663" y="789"/>
                    <a:pt x="663" y="789"/>
                  </a:cubicBezTo>
                  <a:cubicBezTo>
                    <a:pt x="666" y="789"/>
                    <a:pt x="668" y="789"/>
                    <a:pt x="670" y="791"/>
                  </a:cubicBezTo>
                  <a:cubicBezTo>
                    <a:pt x="672" y="792"/>
                    <a:pt x="673" y="793"/>
                    <a:pt x="675" y="795"/>
                  </a:cubicBezTo>
                  <a:cubicBezTo>
                    <a:pt x="676" y="797"/>
                    <a:pt x="676" y="799"/>
                    <a:pt x="677" y="800"/>
                  </a:cubicBezTo>
                  <a:cubicBezTo>
                    <a:pt x="677" y="802"/>
                    <a:pt x="677" y="804"/>
                    <a:pt x="677" y="805"/>
                  </a:cubicBezTo>
                  <a:cubicBezTo>
                    <a:pt x="677" y="807"/>
                    <a:pt x="677" y="809"/>
                    <a:pt x="676" y="810"/>
                  </a:cubicBezTo>
                  <a:cubicBezTo>
                    <a:pt x="675" y="812"/>
                    <a:pt x="674" y="813"/>
                    <a:pt x="673" y="815"/>
                  </a:cubicBezTo>
                  <a:lnTo>
                    <a:pt x="689" y="828"/>
                  </a:lnTo>
                  <a:lnTo>
                    <a:pt x="683" y="831"/>
                  </a:lnTo>
                  <a:lnTo>
                    <a:pt x="668" y="819"/>
                  </a:lnTo>
                  <a:lnTo>
                    <a:pt x="664" y="821"/>
                  </a:lnTo>
                  <a:lnTo>
                    <a:pt x="670" y="838"/>
                  </a:lnTo>
                  <a:close/>
                  <a:moveTo>
                    <a:pt x="639" y="846"/>
                  </a:moveTo>
                  <a:lnTo>
                    <a:pt x="654" y="839"/>
                  </a:lnTo>
                  <a:lnTo>
                    <a:pt x="656" y="846"/>
                  </a:lnTo>
                  <a:lnTo>
                    <a:pt x="635" y="856"/>
                  </a:lnTo>
                  <a:lnTo>
                    <a:pt x="621" y="810"/>
                  </a:lnTo>
                  <a:lnTo>
                    <a:pt x="641" y="800"/>
                  </a:lnTo>
                  <a:lnTo>
                    <a:pt x="643" y="807"/>
                  </a:lnTo>
                  <a:lnTo>
                    <a:pt x="629" y="814"/>
                  </a:lnTo>
                  <a:lnTo>
                    <a:pt x="632" y="826"/>
                  </a:lnTo>
                  <a:lnTo>
                    <a:pt x="645" y="820"/>
                  </a:lnTo>
                  <a:lnTo>
                    <a:pt x="647" y="827"/>
                  </a:lnTo>
                  <a:lnTo>
                    <a:pt x="635" y="833"/>
                  </a:lnTo>
                  <a:lnTo>
                    <a:pt x="639" y="846"/>
                  </a:lnTo>
                  <a:close/>
                  <a:moveTo>
                    <a:pt x="611" y="814"/>
                  </a:moveTo>
                  <a:lnTo>
                    <a:pt x="618" y="811"/>
                  </a:lnTo>
                  <a:lnTo>
                    <a:pt x="615" y="862"/>
                  </a:lnTo>
                  <a:lnTo>
                    <a:pt x="610" y="864"/>
                  </a:lnTo>
                  <a:lnTo>
                    <a:pt x="588" y="822"/>
                  </a:lnTo>
                  <a:lnTo>
                    <a:pt x="594" y="820"/>
                  </a:lnTo>
                  <a:lnTo>
                    <a:pt x="603" y="838"/>
                  </a:lnTo>
                  <a:cubicBezTo>
                    <a:pt x="606" y="844"/>
                    <a:pt x="608" y="848"/>
                    <a:pt x="609" y="851"/>
                  </a:cubicBezTo>
                  <a:lnTo>
                    <a:pt x="610" y="851"/>
                  </a:lnTo>
                  <a:cubicBezTo>
                    <a:pt x="610" y="847"/>
                    <a:pt x="610" y="842"/>
                    <a:pt x="610" y="835"/>
                  </a:cubicBezTo>
                  <a:lnTo>
                    <a:pt x="611" y="814"/>
                  </a:lnTo>
                  <a:close/>
                  <a:moveTo>
                    <a:pt x="583" y="873"/>
                  </a:moveTo>
                  <a:lnTo>
                    <a:pt x="577" y="826"/>
                  </a:lnTo>
                  <a:lnTo>
                    <a:pt x="583" y="824"/>
                  </a:lnTo>
                  <a:lnTo>
                    <a:pt x="589" y="871"/>
                  </a:lnTo>
                  <a:lnTo>
                    <a:pt x="583" y="873"/>
                  </a:lnTo>
                  <a:close/>
                  <a:moveTo>
                    <a:pt x="565" y="877"/>
                  </a:moveTo>
                  <a:lnTo>
                    <a:pt x="554" y="858"/>
                  </a:lnTo>
                  <a:cubicBezTo>
                    <a:pt x="551" y="854"/>
                    <a:pt x="548" y="850"/>
                    <a:pt x="547" y="846"/>
                  </a:cubicBezTo>
                  <a:lnTo>
                    <a:pt x="546" y="846"/>
                  </a:lnTo>
                  <a:cubicBezTo>
                    <a:pt x="547" y="850"/>
                    <a:pt x="547" y="854"/>
                    <a:pt x="547" y="860"/>
                  </a:cubicBezTo>
                  <a:lnTo>
                    <a:pt x="548" y="881"/>
                  </a:lnTo>
                  <a:lnTo>
                    <a:pt x="542" y="882"/>
                  </a:lnTo>
                  <a:lnTo>
                    <a:pt x="540" y="834"/>
                  </a:lnTo>
                  <a:lnTo>
                    <a:pt x="546" y="833"/>
                  </a:lnTo>
                  <a:lnTo>
                    <a:pt x="558" y="852"/>
                  </a:lnTo>
                  <a:cubicBezTo>
                    <a:pt x="560" y="857"/>
                    <a:pt x="563" y="861"/>
                    <a:pt x="565" y="864"/>
                  </a:cubicBezTo>
                  <a:cubicBezTo>
                    <a:pt x="564" y="861"/>
                    <a:pt x="564" y="857"/>
                    <a:pt x="564" y="851"/>
                  </a:cubicBezTo>
                  <a:lnTo>
                    <a:pt x="563" y="830"/>
                  </a:lnTo>
                  <a:lnTo>
                    <a:pt x="569" y="828"/>
                  </a:lnTo>
                  <a:lnTo>
                    <a:pt x="572" y="876"/>
                  </a:lnTo>
                  <a:lnTo>
                    <a:pt x="565" y="877"/>
                  </a:lnTo>
                  <a:close/>
                  <a:moveTo>
                    <a:pt x="517" y="878"/>
                  </a:moveTo>
                  <a:cubicBezTo>
                    <a:pt x="519" y="878"/>
                    <a:pt x="521" y="877"/>
                    <a:pt x="522" y="876"/>
                  </a:cubicBezTo>
                  <a:cubicBezTo>
                    <a:pt x="523" y="875"/>
                    <a:pt x="524" y="873"/>
                    <a:pt x="525" y="871"/>
                  </a:cubicBezTo>
                  <a:cubicBezTo>
                    <a:pt x="525" y="870"/>
                    <a:pt x="525" y="869"/>
                    <a:pt x="526" y="868"/>
                  </a:cubicBezTo>
                  <a:cubicBezTo>
                    <a:pt x="526" y="867"/>
                    <a:pt x="526" y="866"/>
                    <a:pt x="526" y="864"/>
                  </a:cubicBezTo>
                  <a:lnTo>
                    <a:pt x="527" y="836"/>
                  </a:lnTo>
                  <a:lnTo>
                    <a:pt x="533" y="835"/>
                  </a:lnTo>
                  <a:lnTo>
                    <a:pt x="532" y="865"/>
                  </a:lnTo>
                  <a:cubicBezTo>
                    <a:pt x="532" y="867"/>
                    <a:pt x="532" y="868"/>
                    <a:pt x="532" y="870"/>
                  </a:cubicBezTo>
                  <a:cubicBezTo>
                    <a:pt x="532" y="871"/>
                    <a:pt x="531" y="872"/>
                    <a:pt x="531" y="873"/>
                  </a:cubicBezTo>
                  <a:cubicBezTo>
                    <a:pt x="531" y="875"/>
                    <a:pt x="530" y="876"/>
                    <a:pt x="529" y="878"/>
                  </a:cubicBezTo>
                  <a:cubicBezTo>
                    <a:pt x="529" y="879"/>
                    <a:pt x="528" y="880"/>
                    <a:pt x="527" y="882"/>
                  </a:cubicBezTo>
                  <a:cubicBezTo>
                    <a:pt x="526" y="883"/>
                    <a:pt x="525" y="884"/>
                    <a:pt x="523" y="884"/>
                  </a:cubicBezTo>
                  <a:cubicBezTo>
                    <a:pt x="522" y="885"/>
                    <a:pt x="520" y="886"/>
                    <a:pt x="518" y="886"/>
                  </a:cubicBezTo>
                  <a:cubicBezTo>
                    <a:pt x="515" y="886"/>
                    <a:pt x="514" y="886"/>
                    <a:pt x="512" y="885"/>
                  </a:cubicBezTo>
                  <a:cubicBezTo>
                    <a:pt x="510" y="885"/>
                    <a:pt x="509" y="884"/>
                    <a:pt x="508" y="883"/>
                  </a:cubicBezTo>
                  <a:cubicBezTo>
                    <a:pt x="506" y="881"/>
                    <a:pt x="506" y="880"/>
                    <a:pt x="505" y="878"/>
                  </a:cubicBezTo>
                  <a:cubicBezTo>
                    <a:pt x="504" y="877"/>
                    <a:pt x="504" y="875"/>
                    <a:pt x="504" y="873"/>
                  </a:cubicBezTo>
                  <a:cubicBezTo>
                    <a:pt x="503" y="872"/>
                    <a:pt x="503" y="871"/>
                    <a:pt x="503" y="870"/>
                  </a:cubicBezTo>
                  <a:lnTo>
                    <a:pt x="503" y="866"/>
                  </a:lnTo>
                  <a:lnTo>
                    <a:pt x="504" y="839"/>
                  </a:lnTo>
                  <a:lnTo>
                    <a:pt x="511" y="838"/>
                  </a:lnTo>
                  <a:lnTo>
                    <a:pt x="510" y="866"/>
                  </a:lnTo>
                  <a:lnTo>
                    <a:pt x="510" y="869"/>
                  </a:lnTo>
                  <a:lnTo>
                    <a:pt x="510" y="871"/>
                  </a:lnTo>
                  <a:cubicBezTo>
                    <a:pt x="510" y="872"/>
                    <a:pt x="510" y="873"/>
                    <a:pt x="511" y="874"/>
                  </a:cubicBezTo>
                  <a:cubicBezTo>
                    <a:pt x="511" y="875"/>
                    <a:pt x="512" y="876"/>
                    <a:pt x="512" y="877"/>
                  </a:cubicBezTo>
                  <a:cubicBezTo>
                    <a:pt x="513" y="877"/>
                    <a:pt x="514" y="878"/>
                    <a:pt x="514" y="878"/>
                  </a:cubicBezTo>
                  <a:cubicBezTo>
                    <a:pt x="515" y="878"/>
                    <a:pt x="516" y="879"/>
                    <a:pt x="517" y="878"/>
                  </a:cubicBezTo>
                  <a:moveTo>
                    <a:pt x="475" y="886"/>
                  </a:moveTo>
                  <a:lnTo>
                    <a:pt x="469" y="886"/>
                  </a:lnTo>
                  <a:lnTo>
                    <a:pt x="476" y="847"/>
                  </a:lnTo>
                  <a:lnTo>
                    <a:pt x="464" y="846"/>
                  </a:lnTo>
                  <a:lnTo>
                    <a:pt x="465" y="839"/>
                  </a:lnTo>
                  <a:lnTo>
                    <a:pt x="495" y="839"/>
                  </a:lnTo>
                  <a:lnTo>
                    <a:pt x="494" y="847"/>
                  </a:lnTo>
                  <a:lnTo>
                    <a:pt x="482" y="847"/>
                  </a:lnTo>
                  <a:lnTo>
                    <a:pt x="475" y="886"/>
                  </a:lnTo>
                  <a:close/>
                  <a:moveTo>
                    <a:pt x="435" y="857"/>
                  </a:moveTo>
                  <a:lnTo>
                    <a:pt x="450" y="859"/>
                  </a:lnTo>
                  <a:lnTo>
                    <a:pt x="455" y="840"/>
                  </a:lnTo>
                  <a:lnTo>
                    <a:pt x="462" y="840"/>
                  </a:lnTo>
                  <a:lnTo>
                    <a:pt x="450" y="887"/>
                  </a:lnTo>
                  <a:lnTo>
                    <a:pt x="443" y="886"/>
                  </a:lnTo>
                  <a:lnTo>
                    <a:pt x="448" y="866"/>
                  </a:lnTo>
                  <a:lnTo>
                    <a:pt x="433" y="864"/>
                  </a:lnTo>
                  <a:lnTo>
                    <a:pt x="428" y="884"/>
                  </a:lnTo>
                  <a:lnTo>
                    <a:pt x="421" y="884"/>
                  </a:lnTo>
                  <a:lnTo>
                    <a:pt x="433" y="837"/>
                  </a:lnTo>
                  <a:lnTo>
                    <a:pt x="440" y="838"/>
                  </a:lnTo>
                  <a:lnTo>
                    <a:pt x="435" y="857"/>
                  </a:lnTo>
                  <a:close/>
                  <a:moveTo>
                    <a:pt x="413" y="833"/>
                  </a:moveTo>
                  <a:cubicBezTo>
                    <a:pt x="415" y="833"/>
                    <a:pt x="417" y="834"/>
                    <a:pt x="418" y="835"/>
                  </a:cubicBezTo>
                  <a:cubicBezTo>
                    <a:pt x="420" y="835"/>
                    <a:pt x="421" y="836"/>
                    <a:pt x="423" y="837"/>
                  </a:cubicBezTo>
                  <a:lnTo>
                    <a:pt x="420" y="844"/>
                  </a:lnTo>
                  <a:cubicBezTo>
                    <a:pt x="419" y="843"/>
                    <a:pt x="417" y="842"/>
                    <a:pt x="416" y="841"/>
                  </a:cubicBezTo>
                  <a:cubicBezTo>
                    <a:pt x="415" y="841"/>
                    <a:pt x="414" y="840"/>
                    <a:pt x="412" y="840"/>
                  </a:cubicBezTo>
                  <a:cubicBezTo>
                    <a:pt x="411" y="840"/>
                    <a:pt x="409" y="840"/>
                    <a:pt x="407" y="840"/>
                  </a:cubicBezTo>
                  <a:cubicBezTo>
                    <a:pt x="406" y="840"/>
                    <a:pt x="404" y="841"/>
                    <a:pt x="403" y="842"/>
                  </a:cubicBezTo>
                  <a:cubicBezTo>
                    <a:pt x="402" y="843"/>
                    <a:pt x="400" y="844"/>
                    <a:pt x="399" y="845"/>
                  </a:cubicBezTo>
                  <a:cubicBezTo>
                    <a:pt x="398" y="846"/>
                    <a:pt x="397" y="848"/>
                    <a:pt x="397" y="849"/>
                  </a:cubicBezTo>
                  <a:cubicBezTo>
                    <a:pt x="396" y="851"/>
                    <a:pt x="395" y="852"/>
                    <a:pt x="394" y="854"/>
                  </a:cubicBezTo>
                  <a:cubicBezTo>
                    <a:pt x="394" y="856"/>
                    <a:pt x="393" y="858"/>
                    <a:pt x="393" y="860"/>
                  </a:cubicBezTo>
                  <a:cubicBezTo>
                    <a:pt x="392" y="863"/>
                    <a:pt x="392" y="866"/>
                    <a:pt x="393" y="868"/>
                  </a:cubicBezTo>
                  <a:cubicBezTo>
                    <a:pt x="394" y="871"/>
                    <a:pt x="396" y="872"/>
                    <a:pt x="398" y="872"/>
                  </a:cubicBezTo>
                  <a:cubicBezTo>
                    <a:pt x="399" y="873"/>
                    <a:pt x="400" y="873"/>
                    <a:pt x="402" y="873"/>
                  </a:cubicBezTo>
                  <a:cubicBezTo>
                    <a:pt x="403" y="872"/>
                    <a:pt x="404" y="872"/>
                    <a:pt x="405" y="871"/>
                  </a:cubicBezTo>
                  <a:cubicBezTo>
                    <a:pt x="405" y="871"/>
                    <a:pt x="406" y="870"/>
                    <a:pt x="407" y="869"/>
                  </a:cubicBezTo>
                  <a:cubicBezTo>
                    <a:pt x="408" y="868"/>
                    <a:pt x="409" y="867"/>
                    <a:pt x="409" y="865"/>
                  </a:cubicBezTo>
                  <a:lnTo>
                    <a:pt x="410" y="863"/>
                  </a:lnTo>
                  <a:lnTo>
                    <a:pt x="402" y="861"/>
                  </a:lnTo>
                  <a:lnTo>
                    <a:pt x="404" y="855"/>
                  </a:lnTo>
                  <a:lnTo>
                    <a:pt x="419" y="857"/>
                  </a:lnTo>
                  <a:lnTo>
                    <a:pt x="415" y="867"/>
                  </a:lnTo>
                  <a:cubicBezTo>
                    <a:pt x="414" y="870"/>
                    <a:pt x="413" y="872"/>
                    <a:pt x="412" y="874"/>
                  </a:cubicBezTo>
                  <a:cubicBezTo>
                    <a:pt x="410" y="876"/>
                    <a:pt x="409" y="877"/>
                    <a:pt x="407" y="878"/>
                  </a:cubicBezTo>
                  <a:cubicBezTo>
                    <a:pt x="405" y="879"/>
                    <a:pt x="404" y="880"/>
                    <a:pt x="402" y="880"/>
                  </a:cubicBezTo>
                  <a:cubicBezTo>
                    <a:pt x="400" y="880"/>
                    <a:pt x="398" y="880"/>
                    <a:pt x="396" y="880"/>
                  </a:cubicBezTo>
                  <a:cubicBezTo>
                    <a:pt x="395" y="879"/>
                    <a:pt x="393" y="878"/>
                    <a:pt x="391" y="877"/>
                  </a:cubicBezTo>
                  <a:cubicBezTo>
                    <a:pt x="390" y="876"/>
                    <a:pt x="389" y="875"/>
                    <a:pt x="388" y="873"/>
                  </a:cubicBezTo>
                  <a:cubicBezTo>
                    <a:pt x="387" y="871"/>
                    <a:pt x="386" y="869"/>
                    <a:pt x="386" y="867"/>
                  </a:cubicBezTo>
                  <a:cubicBezTo>
                    <a:pt x="386" y="864"/>
                    <a:pt x="386" y="862"/>
                    <a:pt x="386" y="859"/>
                  </a:cubicBezTo>
                  <a:cubicBezTo>
                    <a:pt x="387" y="856"/>
                    <a:pt x="388" y="854"/>
                    <a:pt x="388" y="851"/>
                  </a:cubicBezTo>
                  <a:cubicBezTo>
                    <a:pt x="389" y="849"/>
                    <a:pt x="390" y="846"/>
                    <a:pt x="392" y="844"/>
                  </a:cubicBezTo>
                  <a:cubicBezTo>
                    <a:pt x="393" y="842"/>
                    <a:pt x="394" y="840"/>
                    <a:pt x="396" y="839"/>
                  </a:cubicBezTo>
                  <a:cubicBezTo>
                    <a:pt x="398" y="837"/>
                    <a:pt x="399" y="836"/>
                    <a:pt x="401" y="835"/>
                  </a:cubicBezTo>
                  <a:cubicBezTo>
                    <a:pt x="403" y="834"/>
                    <a:pt x="405" y="833"/>
                    <a:pt x="407" y="833"/>
                  </a:cubicBezTo>
                  <a:cubicBezTo>
                    <a:pt x="409" y="832"/>
                    <a:pt x="411" y="832"/>
                    <a:pt x="413" y="833"/>
                  </a:cubicBezTo>
                  <a:moveTo>
                    <a:pt x="364" y="871"/>
                  </a:moveTo>
                  <a:lnTo>
                    <a:pt x="384" y="828"/>
                  </a:lnTo>
                  <a:lnTo>
                    <a:pt x="391" y="829"/>
                  </a:lnTo>
                  <a:lnTo>
                    <a:pt x="370" y="873"/>
                  </a:lnTo>
                  <a:lnTo>
                    <a:pt x="364" y="871"/>
                  </a:lnTo>
                  <a:close/>
                  <a:moveTo>
                    <a:pt x="342" y="857"/>
                  </a:moveTo>
                  <a:lnTo>
                    <a:pt x="359" y="862"/>
                  </a:lnTo>
                  <a:lnTo>
                    <a:pt x="355" y="868"/>
                  </a:lnTo>
                  <a:lnTo>
                    <a:pt x="333" y="861"/>
                  </a:lnTo>
                  <a:lnTo>
                    <a:pt x="355" y="818"/>
                  </a:lnTo>
                  <a:lnTo>
                    <a:pt x="361" y="820"/>
                  </a:lnTo>
                  <a:lnTo>
                    <a:pt x="342" y="857"/>
                  </a:lnTo>
                  <a:close/>
                  <a:moveTo>
                    <a:pt x="305" y="850"/>
                  </a:moveTo>
                  <a:lnTo>
                    <a:pt x="332" y="810"/>
                  </a:lnTo>
                  <a:lnTo>
                    <a:pt x="352" y="819"/>
                  </a:lnTo>
                  <a:lnTo>
                    <a:pt x="348" y="826"/>
                  </a:lnTo>
                  <a:lnTo>
                    <a:pt x="334" y="819"/>
                  </a:lnTo>
                  <a:lnTo>
                    <a:pt x="327" y="829"/>
                  </a:lnTo>
                  <a:lnTo>
                    <a:pt x="339" y="835"/>
                  </a:lnTo>
                  <a:lnTo>
                    <a:pt x="335" y="841"/>
                  </a:lnTo>
                  <a:lnTo>
                    <a:pt x="323" y="835"/>
                  </a:lnTo>
                  <a:lnTo>
                    <a:pt x="311" y="853"/>
                  </a:lnTo>
                  <a:lnTo>
                    <a:pt x="305" y="850"/>
                  </a:lnTo>
                  <a:close/>
                  <a:moveTo>
                    <a:pt x="280" y="836"/>
                  </a:moveTo>
                  <a:lnTo>
                    <a:pt x="283" y="814"/>
                  </a:lnTo>
                  <a:cubicBezTo>
                    <a:pt x="284" y="809"/>
                    <a:pt x="285" y="804"/>
                    <a:pt x="286" y="800"/>
                  </a:cubicBezTo>
                  <a:cubicBezTo>
                    <a:pt x="284" y="803"/>
                    <a:pt x="281" y="807"/>
                    <a:pt x="278" y="811"/>
                  </a:cubicBezTo>
                  <a:lnTo>
                    <a:pt x="265" y="828"/>
                  </a:lnTo>
                  <a:lnTo>
                    <a:pt x="259" y="825"/>
                  </a:lnTo>
                  <a:lnTo>
                    <a:pt x="289" y="787"/>
                  </a:lnTo>
                  <a:lnTo>
                    <a:pt x="294" y="790"/>
                  </a:lnTo>
                  <a:lnTo>
                    <a:pt x="291" y="812"/>
                  </a:lnTo>
                  <a:cubicBezTo>
                    <a:pt x="290" y="818"/>
                    <a:pt x="289" y="822"/>
                    <a:pt x="288" y="826"/>
                  </a:cubicBezTo>
                  <a:cubicBezTo>
                    <a:pt x="290" y="824"/>
                    <a:pt x="292" y="820"/>
                    <a:pt x="296" y="815"/>
                  </a:cubicBezTo>
                  <a:lnTo>
                    <a:pt x="309" y="799"/>
                  </a:lnTo>
                  <a:lnTo>
                    <a:pt x="315" y="802"/>
                  </a:lnTo>
                  <a:lnTo>
                    <a:pt x="285" y="840"/>
                  </a:lnTo>
                  <a:lnTo>
                    <a:pt x="280" y="836"/>
                  </a:lnTo>
                  <a:close/>
                  <a:moveTo>
                    <a:pt x="269" y="773"/>
                  </a:moveTo>
                  <a:cubicBezTo>
                    <a:pt x="271" y="775"/>
                    <a:pt x="272" y="776"/>
                    <a:pt x="273" y="777"/>
                  </a:cubicBezTo>
                  <a:cubicBezTo>
                    <a:pt x="274" y="779"/>
                    <a:pt x="275" y="781"/>
                    <a:pt x="275" y="783"/>
                  </a:cubicBezTo>
                  <a:cubicBezTo>
                    <a:pt x="275" y="785"/>
                    <a:pt x="275" y="787"/>
                    <a:pt x="275" y="789"/>
                  </a:cubicBezTo>
                  <a:cubicBezTo>
                    <a:pt x="274" y="791"/>
                    <a:pt x="273" y="794"/>
                    <a:pt x="271" y="796"/>
                  </a:cubicBezTo>
                  <a:cubicBezTo>
                    <a:pt x="270" y="797"/>
                    <a:pt x="269" y="799"/>
                    <a:pt x="267" y="801"/>
                  </a:cubicBezTo>
                  <a:cubicBezTo>
                    <a:pt x="266" y="803"/>
                    <a:pt x="264" y="804"/>
                    <a:pt x="263" y="806"/>
                  </a:cubicBezTo>
                  <a:cubicBezTo>
                    <a:pt x="261" y="807"/>
                    <a:pt x="259" y="809"/>
                    <a:pt x="257" y="810"/>
                  </a:cubicBezTo>
                  <a:cubicBezTo>
                    <a:pt x="255" y="811"/>
                    <a:pt x="253" y="812"/>
                    <a:pt x="250" y="813"/>
                  </a:cubicBezTo>
                  <a:cubicBezTo>
                    <a:pt x="248" y="813"/>
                    <a:pt x="246" y="814"/>
                    <a:pt x="244" y="813"/>
                  </a:cubicBezTo>
                  <a:cubicBezTo>
                    <a:pt x="242" y="813"/>
                    <a:pt x="239" y="812"/>
                    <a:pt x="237" y="811"/>
                  </a:cubicBezTo>
                  <a:cubicBezTo>
                    <a:pt x="235" y="810"/>
                    <a:pt x="234" y="808"/>
                    <a:pt x="233" y="807"/>
                  </a:cubicBezTo>
                  <a:cubicBezTo>
                    <a:pt x="232" y="805"/>
                    <a:pt x="231" y="803"/>
                    <a:pt x="231" y="801"/>
                  </a:cubicBezTo>
                  <a:cubicBezTo>
                    <a:pt x="231" y="799"/>
                    <a:pt x="231" y="797"/>
                    <a:pt x="232" y="795"/>
                  </a:cubicBezTo>
                  <a:cubicBezTo>
                    <a:pt x="232" y="793"/>
                    <a:pt x="234" y="791"/>
                    <a:pt x="235" y="788"/>
                  </a:cubicBezTo>
                  <a:cubicBezTo>
                    <a:pt x="236" y="787"/>
                    <a:pt x="237" y="785"/>
                    <a:pt x="239" y="783"/>
                  </a:cubicBezTo>
                  <a:cubicBezTo>
                    <a:pt x="240" y="782"/>
                    <a:pt x="242" y="780"/>
                    <a:pt x="244" y="778"/>
                  </a:cubicBezTo>
                  <a:cubicBezTo>
                    <a:pt x="246" y="777"/>
                    <a:pt x="248" y="775"/>
                    <a:pt x="250" y="774"/>
                  </a:cubicBezTo>
                  <a:cubicBezTo>
                    <a:pt x="252" y="773"/>
                    <a:pt x="254" y="772"/>
                    <a:pt x="256" y="771"/>
                  </a:cubicBezTo>
                  <a:cubicBezTo>
                    <a:pt x="258" y="771"/>
                    <a:pt x="261" y="771"/>
                    <a:pt x="263" y="771"/>
                  </a:cubicBezTo>
                  <a:cubicBezTo>
                    <a:pt x="265" y="771"/>
                    <a:pt x="267" y="772"/>
                    <a:pt x="269" y="773"/>
                  </a:cubicBezTo>
                  <a:moveTo>
                    <a:pt x="265" y="779"/>
                  </a:moveTo>
                  <a:cubicBezTo>
                    <a:pt x="264" y="778"/>
                    <a:pt x="263" y="778"/>
                    <a:pt x="261" y="778"/>
                  </a:cubicBezTo>
                  <a:cubicBezTo>
                    <a:pt x="260" y="778"/>
                    <a:pt x="258" y="778"/>
                    <a:pt x="257" y="778"/>
                  </a:cubicBezTo>
                  <a:cubicBezTo>
                    <a:pt x="255" y="779"/>
                    <a:pt x="254" y="779"/>
                    <a:pt x="252" y="780"/>
                  </a:cubicBezTo>
                  <a:cubicBezTo>
                    <a:pt x="251" y="781"/>
                    <a:pt x="250" y="782"/>
                    <a:pt x="248" y="783"/>
                  </a:cubicBezTo>
                  <a:cubicBezTo>
                    <a:pt x="247" y="785"/>
                    <a:pt x="245" y="786"/>
                    <a:pt x="244" y="787"/>
                  </a:cubicBezTo>
                  <a:cubicBezTo>
                    <a:pt x="243" y="789"/>
                    <a:pt x="242" y="790"/>
                    <a:pt x="241" y="792"/>
                  </a:cubicBezTo>
                  <a:cubicBezTo>
                    <a:pt x="240" y="793"/>
                    <a:pt x="239" y="795"/>
                    <a:pt x="239" y="796"/>
                  </a:cubicBezTo>
                  <a:cubicBezTo>
                    <a:pt x="238" y="797"/>
                    <a:pt x="238" y="798"/>
                    <a:pt x="238" y="799"/>
                  </a:cubicBezTo>
                  <a:cubicBezTo>
                    <a:pt x="238" y="801"/>
                    <a:pt x="239" y="802"/>
                    <a:pt x="239" y="803"/>
                  </a:cubicBezTo>
                  <a:cubicBezTo>
                    <a:pt x="240" y="803"/>
                    <a:pt x="240" y="804"/>
                    <a:pt x="242" y="805"/>
                  </a:cubicBezTo>
                  <a:cubicBezTo>
                    <a:pt x="243" y="806"/>
                    <a:pt x="244" y="806"/>
                    <a:pt x="245" y="806"/>
                  </a:cubicBezTo>
                  <a:cubicBezTo>
                    <a:pt x="247" y="806"/>
                    <a:pt x="248" y="806"/>
                    <a:pt x="250" y="806"/>
                  </a:cubicBezTo>
                  <a:cubicBezTo>
                    <a:pt x="251" y="805"/>
                    <a:pt x="253" y="805"/>
                    <a:pt x="254" y="804"/>
                  </a:cubicBezTo>
                  <a:cubicBezTo>
                    <a:pt x="256" y="803"/>
                    <a:pt x="257" y="802"/>
                    <a:pt x="258" y="801"/>
                  </a:cubicBezTo>
                  <a:cubicBezTo>
                    <a:pt x="260" y="800"/>
                    <a:pt x="261" y="798"/>
                    <a:pt x="262" y="797"/>
                  </a:cubicBezTo>
                  <a:cubicBezTo>
                    <a:pt x="263" y="795"/>
                    <a:pt x="264" y="794"/>
                    <a:pt x="265" y="793"/>
                  </a:cubicBezTo>
                  <a:cubicBezTo>
                    <a:pt x="267" y="790"/>
                    <a:pt x="268" y="787"/>
                    <a:pt x="268" y="785"/>
                  </a:cubicBezTo>
                  <a:cubicBezTo>
                    <a:pt x="268" y="782"/>
                    <a:pt x="267" y="781"/>
                    <a:pt x="265" y="779"/>
                  </a:cubicBezTo>
                  <a:moveTo>
                    <a:pt x="211" y="790"/>
                  </a:moveTo>
                  <a:lnTo>
                    <a:pt x="248" y="758"/>
                  </a:lnTo>
                  <a:lnTo>
                    <a:pt x="253" y="762"/>
                  </a:lnTo>
                  <a:lnTo>
                    <a:pt x="216" y="794"/>
                  </a:lnTo>
                  <a:lnTo>
                    <a:pt x="211" y="790"/>
                  </a:lnTo>
                  <a:close/>
                  <a:moveTo>
                    <a:pt x="197" y="776"/>
                  </a:moveTo>
                  <a:lnTo>
                    <a:pt x="192" y="772"/>
                  </a:lnTo>
                  <a:lnTo>
                    <a:pt x="224" y="746"/>
                  </a:lnTo>
                  <a:lnTo>
                    <a:pt x="215" y="739"/>
                  </a:lnTo>
                  <a:lnTo>
                    <a:pt x="221" y="734"/>
                  </a:lnTo>
                  <a:lnTo>
                    <a:pt x="243" y="754"/>
                  </a:lnTo>
                  <a:lnTo>
                    <a:pt x="237" y="758"/>
                  </a:lnTo>
                  <a:lnTo>
                    <a:pt x="228" y="751"/>
                  </a:lnTo>
                  <a:lnTo>
                    <a:pt x="197" y="776"/>
                  </a:lnTo>
                  <a:close/>
                  <a:moveTo>
                    <a:pt x="185" y="736"/>
                  </a:moveTo>
                  <a:lnTo>
                    <a:pt x="190" y="743"/>
                  </a:lnTo>
                  <a:lnTo>
                    <a:pt x="194" y="739"/>
                  </a:lnTo>
                  <a:cubicBezTo>
                    <a:pt x="196" y="736"/>
                    <a:pt x="199" y="733"/>
                    <a:pt x="201" y="730"/>
                  </a:cubicBezTo>
                  <a:lnTo>
                    <a:pt x="190" y="734"/>
                  </a:lnTo>
                  <a:lnTo>
                    <a:pt x="185" y="736"/>
                  </a:lnTo>
                  <a:close/>
                  <a:moveTo>
                    <a:pt x="186" y="749"/>
                  </a:moveTo>
                  <a:lnTo>
                    <a:pt x="177" y="739"/>
                  </a:lnTo>
                  <a:lnTo>
                    <a:pt x="165" y="743"/>
                  </a:lnTo>
                  <a:lnTo>
                    <a:pt x="160" y="737"/>
                  </a:lnTo>
                  <a:lnTo>
                    <a:pt x="209" y="722"/>
                  </a:lnTo>
                  <a:lnTo>
                    <a:pt x="213" y="726"/>
                  </a:lnTo>
                  <a:lnTo>
                    <a:pt x="182" y="763"/>
                  </a:lnTo>
                  <a:lnTo>
                    <a:pt x="178" y="758"/>
                  </a:lnTo>
                  <a:lnTo>
                    <a:pt x="186" y="749"/>
                  </a:lnTo>
                  <a:close/>
                  <a:moveTo>
                    <a:pt x="151" y="726"/>
                  </a:moveTo>
                  <a:lnTo>
                    <a:pt x="193" y="702"/>
                  </a:lnTo>
                  <a:lnTo>
                    <a:pt x="197" y="708"/>
                  </a:lnTo>
                  <a:lnTo>
                    <a:pt x="155" y="731"/>
                  </a:lnTo>
                  <a:lnTo>
                    <a:pt x="151" y="726"/>
                  </a:lnTo>
                  <a:close/>
                  <a:moveTo>
                    <a:pt x="185" y="692"/>
                  </a:moveTo>
                  <a:lnTo>
                    <a:pt x="189" y="698"/>
                  </a:lnTo>
                  <a:lnTo>
                    <a:pt x="138" y="709"/>
                  </a:lnTo>
                  <a:lnTo>
                    <a:pt x="135" y="705"/>
                  </a:lnTo>
                  <a:lnTo>
                    <a:pt x="170" y="672"/>
                  </a:lnTo>
                  <a:lnTo>
                    <a:pt x="174" y="677"/>
                  </a:lnTo>
                  <a:lnTo>
                    <a:pt x="159" y="691"/>
                  </a:lnTo>
                  <a:cubicBezTo>
                    <a:pt x="154" y="695"/>
                    <a:pt x="151" y="699"/>
                    <a:pt x="148" y="701"/>
                  </a:cubicBezTo>
                  <a:cubicBezTo>
                    <a:pt x="152" y="700"/>
                    <a:pt x="157" y="699"/>
                    <a:pt x="163" y="697"/>
                  </a:cubicBezTo>
                  <a:lnTo>
                    <a:pt x="185" y="692"/>
                  </a:lnTo>
                  <a:close/>
                  <a:moveTo>
                    <a:pt x="135" y="666"/>
                  </a:moveTo>
                  <a:lnTo>
                    <a:pt x="139" y="674"/>
                  </a:lnTo>
                  <a:lnTo>
                    <a:pt x="143" y="671"/>
                  </a:lnTo>
                  <a:cubicBezTo>
                    <a:pt x="146" y="668"/>
                    <a:pt x="150" y="666"/>
                    <a:pt x="152" y="664"/>
                  </a:cubicBezTo>
                  <a:cubicBezTo>
                    <a:pt x="148" y="664"/>
                    <a:pt x="145" y="665"/>
                    <a:pt x="141" y="665"/>
                  </a:cubicBezTo>
                  <a:lnTo>
                    <a:pt x="135" y="666"/>
                  </a:lnTo>
                  <a:close/>
                  <a:moveTo>
                    <a:pt x="133" y="678"/>
                  </a:moveTo>
                  <a:lnTo>
                    <a:pt x="127" y="667"/>
                  </a:lnTo>
                  <a:lnTo>
                    <a:pt x="114" y="669"/>
                  </a:lnTo>
                  <a:lnTo>
                    <a:pt x="111" y="663"/>
                  </a:lnTo>
                  <a:lnTo>
                    <a:pt x="161" y="657"/>
                  </a:lnTo>
                  <a:lnTo>
                    <a:pt x="165" y="662"/>
                  </a:lnTo>
                  <a:lnTo>
                    <a:pt x="128" y="692"/>
                  </a:lnTo>
                  <a:lnTo>
                    <a:pt x="124" y="686"/>
                  </a:lnTo>
                  <a:lnTo>
                    <a:pt x="133" y="678"/>
                  </a:lnTo>
                  <a:close/>
                  <a:moveTo>
                    <a:pt x="105" y="632"/>
                  </a:moveTo>
                  <a:lnTo>
                    <a:pt x="111" y="648"/>
                  </a:lnTo>
                  <a:lnTo>
                    <a:pt x="104" y="650"/>
                  </a:lnTo>
                  <a:lnTo>
                    <a:pt x="95" y="628"/>
                  </a:lnTo>
                  <a:lnTo>
                    <a:pt x="141" y="617"/>
                  </a:lnTo>
                  <a:lnTo>
                    <a:pt x="144" y="623"/>
                  </a:lnTo>
                  <a:lnTo>
                    <a:pt x="105" y="632"/>
                  </a:lnTo>
                  <a:close/>
                  <a:moveTo>
                    <a:pt x="89" y="611"/>
                  </a:moveTo>
                  <a:lnTo>
                    <a:pt x="136" y="602"/>
                  </a:lnTo>
                  <a:lnTo>
                    <a:pt x="138" y="608"/>
                  </a:lnTo>
                  <a:lnTo>
                    <a:pt x="91" y="617"/>
                  </a:lnTo>
                  <a:lnTo>
                    <a:pt x="89" y="611"/>
                  </a:lnTo>
                  <a:close/>
                  <a:moveTo>
                    <a:pt x="132" y="590"/>
                  </a:moveTo>
                  <a:lnTo>
                    <a:pt x="134" y="596"/>
                  </a:lnTo>
                  <a:lnTo>
                    <a:pt x="83" y="591"/>
                  </a:lnTo>
                  <a:lnTo>
                    <a:pt x="81" y="586"/>
                  </a:lnTo>
                  <a:lnTo>
                    <a:pt x="125" y="565"/>
                  </a:lnTo>
                  <a:lnTo>
                    <a:pt x="126" y="572"/>
                  </a:lnTo>
                  <a:lnTo>
                    <a:pt x="108" y="580"/>
                  </a:lnTo>
                  <a:cubicBezTo>
                    <a:pt x="102" y="583"/>
                    <a:pt x="98" y="585"/>
                    <a:pt x="94" y="586"/>
                  </a:cubicBezTo>
                  <a:lnTo>
                    <a:pt x="95" y="586"/>
                  </a:lnTo>
                  <a:cubicBezTo>
                    <a:pt x="99" y="587"/>
                    <a:pt x="104" y="587"/>
                    <a:pt x="110" y="588"/>
                  </a:cubicBezTo>
                  <a:lnTo>
                    <a:pt x="132" y="590"/>
                  </a:lnTo>
                  <a:close/>
                  <a:moveTo>
                    <a:pt x="74" y="558"/>
                  </a:moveTo>
                  <a:lnTo>
                    <a:pt x="122" y="556"/>
                  </a:lnTo>
                  <a:lnTo>
                    <a:pt x="124" y="562"/>
                  </a:lnTo>
                  <a:lnTo>
                    <a:pt x="76" y="564"/>
                  </a:lnTo>
                  <a:lnTo>
                    <a:pt x="74" y="558"/>
                  </a:lnTo>
                  <a:close/>
                  <a:moveTo>
                    <a:pt x="112" y="542"/>
                  </a:moveTo>
                  <a:cubicBezTo>
                    <a:pt x="112" y="540"/>
                    <a:pt x="111" y="539"/>
                    <a:pt x="111" y="538"/>
                  </a:cubicBezTo>
                  <a:cubicBezTo>
                    <a:pt x="110" y="536"/>
                    <a:pt x="109" y="535"/>
                    <a:pt x="108" y="534"/>
                  </a:cubicBezTo>
                  <a:cubicBezTo>
                    <a:pt x="107" y="533"/>
                    <a:pt x="105" y="533"/>
                    <a:pt x="104" y="532"/>
                  </a:cubicBezTo>
                  <a:cubicBezTo>
                    <a:pt x="102" y="531"/>
                    <a:pt x="101" y="531"/>
                    <a:pt x="99" y="530"/>
                  </a:cubicBezTo>
                  <a:cubicBezTo>
                    <a:pt x="97" y="530"/>
                    <a:pt x="95" y="530"/>
                    <a:pt x="94" y="530"/>
                  </a:cubicBezTo>
                  <a:cubicBezTo>
                    <a:pt x="92" y="530"/>
                    <a:pt x="90" y="530"/>
                    <a:pt x="88" y="530"/>
                  </a:cubicBezTo>
                  <a:cubicBezTo>
                    <a:pt x="86" y="530"/>
                    <a:pt x="84" y="531"/>
                    <a:pt x="82" y="531"/>
                  </a:cubicBezTo>
                  <a:cubicBezTo>
                    <a:pt x="81" y="532"/>
                    <a:pt x="79" y="533"/>
                    <a:pt x="79" y="534"/>
                  </a:cubicBezTo>
                  <a:cubicBezTo>
                    <a:pt x="78" y="535"/>
                    <a:pt x="77" y="536"/>
                    <a:pt x="77" y="537"/>
                  </a:cubicBezTo>
                  <a:lnTo>
                    <a:pt x="77" y="541"/>
                  </a:lnTo>
                  <a:cubicBezTo>
                    <a:pt x="77" y="542"/>
                    <a:pt x="77" y="544"/>
                    <a:pt x="78" y="545"/>
                  </a:cubicBezTo>
                  <a:cubicBezTo>
                    <a:pt x="79" y="547"/>
                    <a:pt x="79" y="548"/>
                    <a:pt x="80" y="550"/>
                  </a:cubicBezTo>
                  <a:lnTo>
                    <a:pt x="72" y="549"/>
                  </a:lnTo>
                  <a:cubicBezTo>
                    <a:pt x="72" y="548"/>
                    <a:pt x="71" y="546"/>
                    <a:pt x="70" y="545"/>
                  </a:cubicBezTo>
                  <a:cubicBezTo>
                    <a:pt x="70" y="543"/>
                    <a:pt x="70" y="542"/>
                    <a:pt x="70" y="540"/>
                  </a:cubicBezTo>
                  <a:cubicBezTo>
                    <a:pt x="69" y="538"/>
                    <a:pt x="69" y="536"/>
                    <a:pt x="70" y="534"/>
                  </a:cubicBezTo>
                  <a:cubicBezTo>
                    <a:pt x="70" y="532"/>
                    <a:pt x="71" y="531"/>
                    <a:pt x="73" y="530"/>
                  </a:cubicBezTo>
                  <a:cubicBezTo>
                    <a:pt x="74" y="528"/>
                    <a:pt x="76" y="527"/>
                    <a:pt x="78" y="526"/>
                  </a:cubicBezTo>
                  <a:cubicBezTo>
                    <a:pt x="80" y="525"/>
                    <a:pt x="83" y="524"/>
                    <a:pt x="86" y="524"/>
                  </a:cubicBezTo>
                  <a:cubicBezTo>
                    <a:pt x="89" y="524"/>
                    <a:pt x="91" y="523"/>
                    <a:pt x="94" y="524"/>
                  </a:cubicBezTo>
                  <a:cubicBezTo>
                    <a:pt x="96" y="524"/>
                    <a:pt x="98" y="524"/>
                    <a:pt x="101" y="524"/>
                  </a:cubicBezTo>
                  <a:cubicBezTo>
                    <a:pt x="103" y="525"/>
                    <a:pt x="105" y="526"/>
                    <a:pt x="107" y="526"/>
                  </a:cubicBezTo>
                  <a:cubicBezTo>
                    <a:pt x="110" y="527"/>
                    <a:pt x="111" y="528"/>
                    <a:pt x="113" y="530"/>
                  </a:cubicBezTo>
                  <a:cubicBezTo>
                    <a:pt x="115" y="531"/>
                    <a:pt x="116" y="532"/>
                    <a:pt x="117" y="534"/>
                  </a:cubicBezTo>
                  <a:cubicBezTo>
                    <a:pt x="118" y="536"/>
                    <a:pt x="119" y="538"/>
                    <a:pt x="119" y="541"/>
                  </a:cubicBezTo>
                  <a:lnTo>
                    <a:pt x="119" y="545"/>
                  </a:lnTo>
                  <a:cubicBezTo>
                    <a:pt x="119" y="547"/>
                    <a:pt x="119" y="548"/>
                    <a:pt x="118" y="550"/>
                  </a:cubicBezTo>
                  <a:lnTo>
                    <a:pt x="111" y="550"/>
                  </a:lnTo>
                  <a:cubicBezTo>
                    <a:pt x="112" y="548"/>
                    <a:pt x="112" y="547"/>
                    <a:pt x="112" y="546"/>
                  </a:cubicBezTo>
                  <a:lnTo>
                    <a:pt x="112" y="542"/>
                  </a:lnTo>
                  <a:close/>
                </a:path>
                <a:path w="953" h="953">
                  <a:moveTo>
                    <a:pt x="553" y="81"/>
                  </a:moveTo>
                  <a:cubicBezTo>
                    <a:pt x="557" y="83"/>
                    <a:pt x="562" y="83"/>
                    <a:pt x="561" y="91"/>
                  </a:cubicBezTo>
                  <a:cubicBezTo>
                    <a:pt x="565" y="94"/>
                    <a:pt x="565" y="97"/>
                    <a:pt x="563" y="101"/>
                  </a:cubicBezTo>
                  <a:cubicBezTo>
                    <a:pt x="562" y="100"/>
                    <a:pt x="560" y="100"/>
                    <a:pt x="558" y="99"/>
                  </a:cubicBezTo>
                  <a:lnTo>
                    <a:pt x="558" y="105"/>
                  </a:lnTo>
                  <a:cubicBezTo>
                    <a:pt x="561" y="106"/>
                    <a:pt x="562" y="108"/>
                    <a:pt x="560" y="111"/>
                  </a:cubicBezTo>
                  <a:cubicBezTo>
                    <a:pt x="558" y="112"/>
                    <a:pt x="555" y="114"/>
                    <a:pt x="553" y="116"/>
                  </a:cubicBezTo>
                  <a:cubicBezTo>
                    <a:pt x="552" y="118"/>
                    <a:pt x="551" y="121"/>
                    <a:pt x="550" y="124"/>
                  </a:cubicBezTo>
                  <a:cubicBezTo>
                    <a:pt x="552" y="124"/>
                    <a:pt x="554" y="124"/>
                    <a:pt x="557" y="125"/>
                  </a:cubicBezTo>
                  <a:cubicBezTo>
                    <a:pt x="559" y="129"/>
                    <a:pt x="558" y="132"/>
                    <a:pt x="555" y="134"/>
                  </a:cubicBezTo>
                  <a:cubicBezTo>
                    <a:pt x="546" y="139"/>
                    <a:pt x="534" y="136"/>
                    <a:pt x="523" y="134"/>
                  </a:cubicBezTo>
                  <a:cubicBezTo>
                    <a:pt x="521" y="133"/>
                    <a:pt x="519" y="132"/>
                    <a:pt x="517" y="132"/>
                  </a:cubicBezTo>
                  <a:cubicBezTo>
                    <a:pt x="518" y="129"/>
                    <a:pt x="518" y="126"/>
                    <a:pt x="519" y="123"/>
                  </a:cubicBezTo>
                  <a:cubicBezTo>
                    <a:pt x="520" y="122"/>
                    <a:pt x="521" y="121"/>
                    <a:pt x="522" y="119"/>
                  </a:cubicBezTo>
                  <a:cubicBezTo>
                    <a:pt x="528" y="120"/>
                    <a:pt x="533" y="121"/>
                    <a:pt x="538" y="121"/>
                  </a:cubicBezTo>
                  <a:cubicBezTo>
                    <a:pt x="539" y="120"/>
                    <a:pt x="539" y="119"/>
                    <a:pt x="540" y="118"/>
                  </a:cubicBezTo>
                  <a:cubicBezTo>
                    <a:pt x="535" y="117"/>
                    <a:pt x="531" y="116"/>
                    <a:pt x="526" y="114"/>
                  </a:cubicBezTo>
                  <a:cubicBezTo>
                    <a:pt x="525" y="112"/>
                    <a:pt x="525" y="110"/>
                    <a:pt x="528" y="108"/>
                  </a:cubicBezTo>
                  <a:cubicBezTo>
                    <a:pt x="532" y="104"/>
                    <a:pt x="537" y="102"/>
                    <a:pt x="542" y="100"/>
                  </a:cubicBezTo>
                  <a:lnTo>
                    <a:pt x="549" y="98"/>
                  </a:lnTo>
                  <a:lnTo>
                    <a:pt x="550" y="93"/>
                  </a:lnTo>
                  <a:cubicBezTo>
                    <a:pt x="549" y="92"/>
                    <a:pt x="548" y="91"/>
                    <a:pt x="547" y="91"/>
                  </a:cubicBezTo>
                  <a:cubicBezTo>
                    <a:pt x="547" y="86"/>
                    <a:pt x="549" y="83"/>
                    <a:pt x="553" y="81"/>
                  </a:cubicBezTo>
                  <a:moveTo>
                    <a:pt x="539" y="82"/>
                  </a:moveTo>
                  <a:cubicBezTo>
                    <a:pt x="540" y="84"/>
                    <a:pt x="541" y="85"/>
                    <a:pt x="543" y="87"/>
                  </a:cubicBezTo>
                  <a:cubicBezTo>
                    <a:pt x="542" y="90"/>
                    <a:pt x="540" y="94"/>
                    <a:pt x="537" y="97"/>
                  </a:cubicBezTo>
                  <a:cubicBezTo>
                    <a:pt x="534" y="102"/>
                    <a:pt x="530" y="102"/>
                    <a:pt x="526" y="102"/>
                  </a:cubicBezTo>
                  <a:cubicBezTo>
                    <a:pt x="525" y="100"/>
                    <a:pt x="524" y="97"/>
                    <a:pt x="523" y="94"/>
                  </a:cubicBezTo>
                  <a:cubicBezTo>
                    <a:pt x="525" y="92"/>
                    <a:pt x="527" y="89"/>
                    <a:pt x="529" y="87"/>
                  </a:cubicBezTo>
                  <a:cubicBezTo>
                    <a:pt x="531" y="84"/>
                    <a:pt x="535" y="83"/>
                    <a:pt x="539" y="82"/>
                  </a:cubicBezTo>
                  <a:moveTo>
                    <a:pt x="524" y="64"/>
                  </a:moveTo>
                  <a:cubicBezTo>
                    <a:pt x="525" y="67"/>
                    <a:pt x="527" y="70"/>
                    <a:pt x="528" y="73"/>
                  </a:cubicBezTo>
                  <a:cubicBezTo>
                    <a:pt x="536" y="71"/>
                    <a:pt x="546" y="68"/>
                    <a:pt x="555" y="66"/>
                  </a:cubicBezTo>
                  <a:cubicBezTo>
                    <a:pt x="555" y="65"/>
                    <a:pt x="555" y="64"/>
                    <a:pt x="556" y="62"/>
                  </a:cubicBezTo>
                  <a:cubicBezTo>
                    <a:pt x="552" y="62"/>
                    <a:pt x="548" y="62"/>
                    <a:pt x="545" y="61"/>
                  </a:cubicBezTo>
                  <a:cubicBezTo>
                    <a:pt x="545" y="59"/>
                    <a:pt x="545" y="56"/>
                    <a:pt x="545" y="53"/>
                  </a:cubicBezTo>
                  <a:cubicBezTo>
                    <a:pt x="552" y="43"/>
                    <a:pt x="559" y="37"/>
                    <a:pt x="570" y="53"/>
                  </a:cubicBezTo>
                  <a:cubicBezTo>
                    <a:pt x="568" y="57"/>
                    <a:pt x="567" y="60"/>
                    <a:pt x="566" y="64"/>
                  </a:cubicBezTo>
                  <a:cubicBezTo>
                    <a:pt x="572" y="64"/>
                    <a:pt x="577" y="64"/>
                    <a:pt x="583" y="65"/>
                  </a:cubicBezTo>
                  <a:cubicBezTo>
                    <a:pt x="584" y="68"/>
                    <a:pt x="586" y="71"/>
                    <a:pt x="590" y="74"/>
                  </a:cubicBezTo>
                  <a:cubicBezTo>
                    <a:pt x="589" y="76"/>
                    <a:pt x="587" y="78"/>
                    <a:pt x="586" y="80"/>
                  </a:cubicBezTo>
                  <a:cubicBezTo>
                    <a:pt x="584" y="83"/>
                    <a:pt x="581" y="85"/>
                    <a:pt x="577" y="86"/>
                  </a:cubicBezTo>
                  <a:cubicBezTo>
                    <a:pt x="574" y="86"/>
                    <a:pt x="571" y="85"/>
                    <a:pt x="569" y="85"/>
                  </a:cubicBezTo>
                  <a:cubicBezTo>
                    <a:pt x="566" y="85"/>
                    <a:pt x="564" y="84"/>
                    <a:pt x="562" y="83"/>
                  </a:cubicBezTo>
                  <a:cubicBezTo>
                    <a:pt x="562" y="81"/>
                    <a:pt x="563" y="78"/>
                    <a:pt x="564" y="76"/>
                  </a:cubicBezTo>
                  <a:cubicBezTo>
                    <a:pt x="561" y="76"/>
                    <a:pt x="559" y="76"/>
                    <a:pt x="557" y="76"/>
                  </a:cubicBezTo>
                  <a:cubicBezTo>
                    <a:pt x="546" y="75"/>
                    <a:pt x="539" y="77"/>
                    <a:pt x="532" y="80"/>
                  </a:cubicBezTo>
                  <a:cubicBezTo>
                    <a:pt x="528" y="83"/>
                    <a:pt x="524" y="85"/>
                    <a:pt x="521" y="88"/>
                  </a:cubicBezTo>
                  <a:lnTo>
                    <a:pt x="509" y="84"/>
                  </a:lnTo>
                  <a:cubicBezTo>
                    <a:pt x="508" y="80"/>
                    <a:pt x="508" y="77"/>
                    <a:pt x="507" y="74"/>
                  </a:cubicBezTo>
                  <a:cubicBezTo>
                    <a:pt x="510" y="69"/>
                    <a:pt x="515" y="65"/>
                    <a:pt x="524" y="64"/>
                  </a:cubicBezTo>
                </a:path>
                <a:path w="953" h="953">
                  <a:moveTo>
                    <a:pt x="73" y="398"/>
                  </a:moveTo>
                  <a:cubicBezTo>
                    <a:pt x="74" y="399"/>
                    <a:pt x="74" y="399"/>
                    <a:pt x="74" y="399"/>
                  </a:cubicBezTo>
                  <a:cubicBezTo>
                    <a:pt x="75" y="401"/>
                    <a:pt x="75" y="403"/>
                    <a:pt x="76" y="404"/>
                  </a:cubicBezTo>
                  <a:cubicBezTo>
                    <a:pt x="77" y="405"/>
                    <a:pt x="78" y="406"/>
                    <a:pt x="79" y="406"/>
                  </a:cubicBezTo>
                  <a:cubicBezTo>
                    <a:pt x="79" y="406"/>
                    <a:pt x="80" y="407"/>
                    <a:pt x="80" y="407"/>
                  </a:cubicBezTo>
                  <a:cubicBezTo>
                    <a:pt x="80" y="407"/>
                    <a:pt x="81" y="407"/>
                    <a:pt x="81" y="407"/>
                  </a:cubicBezTo>
                  <a:cubicBezTo>
                    <a:pt x="82" y="408"/>
                    <a:pt x="84" y="408"/>
                    <a:pt x="85" y="408"/>
                  </a:cubicBezTo>
                  <a:cubicBezTo>
                    <a:pt x="86" y="407"/>
                    <a:pt x="86" y="407"/>
                    <a:pt x="85" y="406"/>
                  </a:cubicBezTo>
                  <a:cubicBezTo>
                    <a:pt x="84" y="405"/>
                    <a:pt x="83" y="404"/>
                    <a:pt x="83" y="404"/>
                  </a:cubicBezTo>
                  <a:cubicBezTo>
                    <a:pt x="81" y="403"/>
                    <a:pt x="80" y="402"/>
                    <a:pt x="79" y="401"/>
                  </a:cubicBezTo>
                  <a:lnTo>
                    <a:pt x="78" y="400"/>
                  </a:lnTo>
                  <a:cubicBezTo>
                    <a:pt x="77" y="400"/>
                    <a:pt x="76" y="398"/>
                    <a:pt x="75" y="397"/>
                  </a:cubicBezTo>
                  <a:cubicBezTo>
                    <a:pt x="74" y="396"/>
                    <a:pt x="73" y="397"/>
                    <a:pt x="73" y="398"/>
                  </a:cubicBezTo>
                  <a:moveTo>
                    <a:pt x="78" y="449"/>
                  </a:moveTo>
                  <a:cubicBezTo>
                    <a:pt x="77" y="448"/>
                    <a:pt x="77" y="447"/>
                    <a:pt x="75" y="446"/>
                  </a:cubicBezTo>
                  <a:cubicBezTo>
                    <a:pt x="75" y="445"/>
                    <a:pt x="74" y="445"/>
                    <a:pt x="73" y="444"/>
                  </a:cubicBezTo>
                  <a:cubicBezTo>
                    <a:pt x="72" y="443"/>
                    <a:pt x="72" y="442"/>
                    <a:pt x="71" y="441"/>
                  </a:cubicBezTo>
                  <a:cubicBezTo>
                    <a:pt x="71" y="441"/>
                    <a:pt x="70" y="440"/>
                    <a:pt x="70" y="440"/>
                  </a:cubicBezTo>
                  <a:lnTo>
                    <a:pt x="70" y="440"/>
                  </a:lnTo>
                  <a:cubicBezTo>
                    <a:pt x="69" y="438"/>
                    <a:pt x="68" y="436"/>
                    <a:pt x="68" y="433"/>
                  </a:cubicBezTo>
                  <a:cubicBezTo>
                    <a:pt x="68" y="433"/>
                    <a:pt x="67" y="432"/>
                    <a:pt x="67" y="432"/>
                  </a:cubicBezTo>
                  <a:lnTo>
                    <a:pt x="62" y="420"/>
                  </a:lnTo>
                  <a:cubicBezTo>
                    <a:pt x="61" y="419"/>
                    <a:pt x="61" y="418"/>
                    <a:pt x="61" y="417"/>
                  </a:cubicBezTo>
                  <a:cubicBezTo>
                    <a:pt x="60" y="417"/>
                    <a:pt x="60" y="417"/>
                    <a:pt x="60" y="417"/>
                  </a:cubicBezTo>
                  <a:cubicBezTo>
                    <a:pt x="58" y="417"/>
                    <a:pt x="56" y="417"/>
                    <a:pt x="54" y="416"/>
                  </a:cubicBezTo>
                  <a:cubicBezTo>
                    <a:pt x="53" y="416"/>
                    <a:pt x="52" y="416"/>
                    <a:pt x="51" y="415"/>
                  </a:cubicBezTo>
                  <a:cubicBezTo>
                    <a:pt x="51" y="415"/>
                    <a:pt x="50" y="415"/>
                    <a:pt x="50" y="415"/>
                  </a:cubicBezTo>
                  <a:cubicBezTo>
                    <a:pt x="49" y="414"/>
                    <a:pt x="48" y="414"/>
                    <a:pt x="48" y="413"/>
                  </a:cubicBezTo>
                  <a:cubicBezTo>
                    <a:pt x="47" y="412"/>
                    <a:pt x="48" y="409"/>
                    <a:pt x="50" y="408"/>
                  </a:cubicBezTo>
                  <a:cubicBezTo>
                    <a:pt x="53" y="406"/>
                    <a:pt x="57" y="405"/>
                    <a:pt x="59" y="405"/>
                  </a:cubicBezTo>
                  <a:cubicBezTo>
                    <a:pt x="62" y="405"/>
                    <a:pt x="63" y="402"/>
                    <a:pt x="61" y="399"/>
                  </a:cubicBezTo>
                  <a:cubicBezTo>
                    <a:pt x="62" y="395"/>
                    <a:pt x="58" y="388"/>
                    <a:pt x="58" y="383"/>
                  </a:cubicBezTo>
                  <a:cubicBezTo>
                    <a:pt x="57" y="381"/>
                    <a:pt x="58" y="377"/>
                    <a:pt x="60" y="376"/>
                  </a:cubicBezTo>
                  <a:cubicBezTo>
                    <a:pt x="63" y="374"/>
                    <a:pt x="66" y="373"/>
                    <a:pt x="71" y="375"/>
                  </a:cubicBezTo>
                  <a:cubicBezTo>
                    <a:pt x="76" y="374"/>
                    <a:pt x="85" y="388"/>
                    <a:pt x="92" y="396"/>
                  </a:cubicBezTo>
                  <a:lnTo>
                    <a:pt x="96" y="399"/>
                  </a:lnTo>
                  <a:cubicBezTo>
                    <a:pt x="97" y="401"/>
                    <a:pt x="100" y="401"/>
                    <a:pt x="102" y="400"/>
                  </a:cubicBezTo>
                  <a:cubicBezTo>
                    <a:pt x="102" y="400"/>
                    <a:pt x="102" y="400"/>
                    <a:pt x="103" y="400"/>
                  </a:cubicBezTo>
                  <a:cubicBezTo>
                    <a:pt x="104" y="399"/>
                    <a:pt x="104" y="399"/>
                    <a:pt x="105" y="400"/>
                  </a:cubicBezTo>
                  <a:cubicBezTo>
                    <a:pt x="111" y="404"/>
                    <a:pt x="113" y="411"/>
                    <a:pt x="113" y="414"/>
                  </a:cubicBezTo>
                  <a:cubicBezTo>
                    <a:pt x="114" y="417"/>
                    <a:pt x="118" y="418"/>
                    <a:pt x="123" y="419"/>
                  </a:cubicBezTo>
                  <a:lnTo>
                    <a:pt x="127" y="421"/>
                  </a:lnTo>
                  <a:lnTo>
                    <a:pt x="131" y="422"/>
                  </a:lnTo>
                  <a:cubicBezTo>
                    <a:pt x="131" y="422"/>
                    <a:pt x="131" y="422"/>
                    <a:pt x="131" y="422"/>
                  </a:cubicBezTo>
                  <a:cubicBezTo>
                    <a:pt x="133" y="423"/>
                    <a:pt x="133" y="423"/>
                    <a:pt x="134" y="423"/>
                  </a:cubicBezTo>
                  <a:cubicBezTo>
                    <a:pt x="135" y="424"/>
                    <a:pt x="138" y="425"/>
                    <a:pt x="140" y="426"/>
                  </a:cubicBezTo>
                  <a:cubicBezTo>
                    <a:pt x="141" y="426"/>
                    <a:pt x="141" y="427"/>
                    <a:pt x="141" y="428"/>
                  </a:cubicBezTo>
                  <a:cubicBezTo>
                    <a:pt x="142" y="428"/>
                    <a:pt x="142" y="429"/>
                    <a:pt x="143" y="429"/>
                  </a:cubicBezTo>
                  <a:cubicBezTo>
                    <a:pt x="143" y="429"/>
                    <a:pt x="144" y="429"/>
                    <a:pt x="144" y="429"/>
                  </a:cubicBezTo>
                  <a:cubicBezTo>
                    <a:pt x="144" y="430"/>
                    <a:pt x="144" y="430"/>
                    <a:pt x="145" y="430"/>
                  </a:cubicBezTo>
                  <a:cubicBezTo>
                    <a:pt x="146" y="431"/>
                    <a:pt x="146" y="431"/>
                    <a:pt x="146" y="431"/>
                  </a:cubicBezTo>
                  <a:lnTo>
                    <a:pt x="146" y="432"/>
                  </a:lnTo>
                  <a:cubicBezTo>
                    <a:pt x="146" y="432"/>
                    <a:pt x="146" y="432"/>
                    <a:pt x="146" y="433"/>
                  </a:cubicBezTo>
                  <a:cubicBezTo>
                    <a:pt x="145" y="433"/>
                    <a:pt x="145" y="433"/>
                    <a:pt x="145" y="433"/>
                  </a:cubicBezTo>
                  <a:cubicBezTo>
                    <a:pt x="137" y="436"/>
                    <a:pt x="134" y="433"/>
                    <a:pt x="125" y="432"/>
                  </a:cubicBezTo>
                  <a:cubicBezTo>
                    <a:pt x="121" y="430"/>
                    <a:pt x="119" y="431"/>
                    <a:pt x="121" y="439"/>
                  </a:cubicBezTo>
                  <a:cubicBezTo>
                    <a:pt x="121" y="445"/>
                    <a:pt x="120" y="449"/>
                    <a:pt x="117" y="446"/>
                  </a:cubicBezTo>
                  <a:cubicBezTo>
                    <a:pt x="114" y="444"/>
                    <a:pt x="111" y="444"/>
                    <a:pt x="110" y="443"/>
                  </a:cubicBezTo>
                  <a:cubicBezTo>
                    <a:pt x="109" y="441"/>
                    <a:pt x="108" y="439"/>
                    <a:pt x="107" y="437"/>
                  </a:cubicBezTo>
                  <a:cubicBezTo>
                    <a:pt x="105" y="434"/>
                    <a:pt x="102" y="430"/>
                    <a:pt x="100" y="426"/>
                  </a:cubicBezTo>
                  <a:lnTo>
                    <a:pt x="99" y="425"/>
                  </a:lnTo>
                  <a:cubicBezTo>
                    <a:pt x="97" y="424"/>
                    <a:pt x="95" y="424"/>
                    <a:pt x="94" y="423"/>
                  </a:cubicBezTo>
                  <a:lnTo>
                    <a:pt x="91" y="423"/>
                  </a:lnTo>
                  <a:lnTo>
                    <a:pt x="87" y="422"/>
                  </a:lnTo>
                  <a:cubicBezTo>
                    <a:pt x="87" y="422"/>
                    <a:pt x="86" y="422"/>
                    <a:pt x="85" y="422"/>
                  </a:cubicBezTo>
                  <a:cubicBezTo>
                    <a:pt x="84" y="422"/>
                    <a:pt x="84" y="422"/>
                    <a:pt x="84" y="422"/>
                  </a:cubicBezTo>
                  <a:cubicBezTo>
                    <a:pt x="81" y="422"/>
                    <a:pt x="81" y="423"/>
                    <a:pt x="82" y="426"/>
                  </a:cubicBezTo>
                  <a:lnTo>
                    <a:pt x="82" y="427"/>
                  </a:lnTo>
                  <a:cubicBezTo>
                    <a:pt x="83" y="429"/>
                    <a:pt x="83" y="430"/>
                    <a:pt x="84" y="435"/>
                  </a:cubicBezTo>
                  <a:cubicBezTo>
                    <a:pt x="84" y="435"/>
                    <a:pt x="84" y="438"/>
                    <a:pt x="85" y="439"/>
                  </a:cubicBezTo>
                  <a:cubicBezTo>
                    <a:pt x="85" y="440"/>
                    <a:pt x="86" y="441"/>
                    <a:pt x="86" y="442"/>
                  </a:cubicBezTo>
                  <a:cubicBezTo>
                    <a:pt x="87" y="445"/>
                    <a:pt x="88" y="446"/>
                    <a:pt x="90" y="446"/>
                  </a:cubicBezTo>
                  <a:cubicBezTo>
                    <a:pt x="91" y="447"/>
                    <a:pt x="91" y="447"/>
                    <a:pt x="92" y="447"/>
                  </a:cubicBezTo>
                  <a:lnTo>
                    <a:pt x="95" y="447"/>
                  </a:lnTo>
                  <a:cubicBezTo>
                    <a:pt x="96" y="447"/>
                    <a:pt x="96" y="447"/>
                    <a:pt x="98" y="447"/>
                  </a:cubicBezTo>
                  <a:lnTo>
                    <a:pt x="98" y="447"/>
                  </a:lnTo>
                  <a:cubicBezTo>
                    <a:pt x="99" y="447"/>
                    <a:pt x="100" y="447"/>
                    <a:pt x="100" y="447"/>
                  </a:cubicBezTo>
                  <a:lnTo>
                    <a:pt x="107" y="447"/>
                  </a:lnTo>
                  <a:lnTo>
                    <a:pt x="108" y="447"/>
                  </a:lnTo>
                  <a:cubicBezTo>
                    <a:pt x="110" y="447"/>
                    <a:pt x="111" y="447"/>
                    <a:pt x="112" y="448"/>
                  </a:cubicBezTo>
                  <a:cubicBezTo>
                    <a:pt x="113" y="449"/>
                    <a:pt x="113" y="450"/>
                    <a:pt x="114" y="450"/>
                  </a:cubicBezTo>
                  <a:cubicBezTo>
                    <a:pt x="116" y="452"/>
                    <a:pt x="116" y="454"/>
                    <a:pt x="114" y="457"/>
                  </a:cubicBezTo>
                  <a:cubicBezTo>
                    <a:pt x="112" y="460"/>
                    <a:pt x="110" y="462"/>
                    <a:pt x="109" y="462"/>
                  </a:cubicBezTo>
                  <a:cubicBezTo>
                    <a:pt x="109" y="462"/>
                    <a:pt x="108" y="463"/>
                    <a:pt x="108" y="463"/>
                  </a:cubicBezTo>
                  <a:cubicBezTo>
                    <a:pt x="107" y="463"/>
                    <a:pt x="105" y="464"/>
                    <a:pt x="103" y="464"/>
                  </a:cubicBezTo>
                  <a:cubicBezTo>
                    <a:pt x="102" y="464"/>
                    <a:pt x="100" y="464"/>
                    <a:pt x="99" y="464"/>
                  </a:cubicBezTo>
                  <a:cubicBezTo>
                    <a:pt x="99" y="465"/>
                    <a:pt x="98" y="465"/>
                    <a:pt x="97" y="465"/>
                  </a:cubicBezTo>
                  <a:cubicBezTo>
                    <a:pt x="97" y="465"/>
                    <a:pt x="96" y="465"/>
                    <a:pt x="95" y="465"/>
                  </a:cubicBezTo>
                  <a:cubicBezTo>
                    <a:pt x="94" y="465"/>
                    <a:pt x="94" y="466"/>
                    <a:pt x="93" y="466"/>
                  </a:cubicBezTo>
                  <a:cubicBezTo>
                    <a:pt x="91" y="466"/>
                    <a:pt x="89" y="466"/>
                    <a:pt x="87" y="466"/>
                  </a:cubicBezTo>
                  <a:cubicBezTo>
                    <a:pt x="86" y="466"/>
                    <a:pt x="85" y="466"/>
                    <a:pt x="84" y="466"/>
                  </a:cubicBezTo>
                  <a:cubicBezTo>
                    <a:pt x="84" y="466"/>
                    <a:pt x="83" y="466"/>
                    <a:pt x="83" y="466"/>
                  </a:cubicBezTo>
                  <a:cubicBezTo>
                    <a:pt x="82" y="466"/>
                    <a:pt x="82" y="465"/>
                    <a:pt x="82" y="465"/>
                  </a:cubicBezTo>
                  <a:lnTo>
                    <a:pt x="79" y="465"/>
                  </a:lnTo>
                  <a:lnTo>
                    <a:pt x="79" y="465"/>
                  </a:lnTo>
                  <a:cubicBezTo>
                    <a:pt x="79" y="464"/>
                    <a:pt x="78" y="464"/>
                    <a:pt x="78" y="464"/>
                  </a:cubicBezTo>
                  <a:lnTo>
                    <a:pt x="77" y="464"/>
                  </a:lnTo>
                  <a:cubicBezTo>
                    <a:pt x="77" y="464"/>
                    <a:pt x="76" y="463"/>
                    <a:pt x="76" y="463"/>
                  </a:cubicBezTo>
                  <a:cubicBezTo>
                    <a:pt x="76" y="463"/>
                    <a:pt x="75" y="463"/>
                    <a:pt x="74" y="463"/>
                  </a:cubicBezTo>
                  <a:cubicBezTo>
                    <a:pt x="74" y="463"/>
                    <a:pt x="73" y="463"/>
                    <a:pt x="73" y="462"/>
                  </a:cubicBezTo>
                  <a:cubicBezTo>
                    <a:pt x="73" y="462"/>
                    <a:pt x="72" y="461"/>
                    <a:pt x="72" y="461"/>
                  </a:cubicBezTo>
                  <a:cubicBezTo>
                    <a:pt x="71" y="461"/>
                    <a:pt x="71" y="460"/>
                    <a:pt x="71" y="460"/>
                  </a:cubicBezTo>
                  <a:cubicBezTo>
                    <a:pt x="69" y="458"/>
                    <a:pt x="70" y="455"/>
                    <a:pt x="73" y="453"/>
                  </a:cubicBezTo>
                  <a:lnTo>
                    <a:pt x="77" y="450"/>
                  </a:lnTo>
                  <a:cubicBezTo>
                    <a:pt x="78" y="450"/>
                    <a:pt x="78" y="450"/>
                    <a:pt x="78" y="449"/>
                  </a:cubicBezTo>
                </a:path>
                <a:path w="953" h="953">
                  <a:moveTo>
                    <a:pt x="124" y="306"/>
                  </a:moveTo>
                  <a:lnTo>
                    <a:pt x="130" y="305"/>
                  </a:lnTo>
                  <a:cubicBezTo>
                    <a:pt x="131" y="305"/>
                    <a:pt x="131" y="304"/>
                    <a:pt x="132" y="306"/>
                  </a:cubicBezTo>
                  <a:cubicBezTo>
                    <a:pt x="132" y="306"/>
                    <a:pt x="133" y="307"/>
                    <a:pt x="133" y="307"/>
                  </a:cubicBezTo>
                  <a:cubicBezTo>
                    <a:pt x="132" y="308"/>
                    <a:pt x="131" y="308"/>
                    <a:pt x="130" y="309"/>
                  </a:cubicBezTo>
                  <a:cubicBezTo>
                    <a:pt x="128" y="309"/>
                    <a:pt x="126" y="309"/>
                    <a:pt x="125" y="309"/>
                  </a:cubicBezTo>
                  <a:cubicBezTo>
                    <a:pt x="123" y="308"/>
                    <a:pt x="124" y="307"/>
                    <a:pt x="124" y="306"/>
                  </a:cubicBezTo>
                  <a:moveTo>
                    <a:pt x="128" y="339"/>
                  </a:moveTo>
                  <a:cubicBezTo>
                    <a:pt x="128" y="339"/>
                    <a:pt x="127" y="339"/>
                    <a:pt x="127" y="338"/>
                  </a:cubicBezTo>
                  <a:lnTo>
                    <a:pt x="125" y="338"/>
                  </a:lnTo>
                  <a:cubicBezTo>
                    <a:pt x="124" y="337"/>
                    <a:pt x="123" y="336"/>
                    <a:pt x="122" y="335"/>
                  </a:cubicBezTo>
                  <a:lnTo>
                    <a:pt x="120" y="334"/>
                  </a:lnTo>
                  <a:cubicBezTo>
                    <a:pt x="117" y="332"/>
                    <a:pt x="116" y="333"/>
                    <a:pt x="118" y="329"/>
                  </a:cubicBezTo>
                  <a:lnTo>
                    <a:pt x="119" y="328"/>
                  </a:lnTo>
                  <a:lnTo>
                    <a:pt x="119" y="327"/>
                  </a:lnTo>
                  <a:cubicBezTo>
                    <a:pt x="118" y="326"/>
                    <a:pt x="118" y="325"/>
                    <a:pt x="119" y="325"/>
                  </a:cubicBezTo>
                  <a:cubicBezTo>
                    <a:pt x="119" y="326"/>
                    <a:pt x="120" y="326"/>
                    <a:pt x="120" y="326"/>
                  </a:cubicBezTo>
                  <a:cubicBezTo>
                    <a:pt x="120" y="328"/>
                    <a:pt x="121" y="329"/>
                    <a:pt x="122" y="330"/>
                  </a:cubicBezTo>
                  <a:cubicBezTo>
                    <a:pt x="124" y="331"/>
                    <a:pt x="125" y="332"/>
                    <a:pt x="126" y="334"/>
                  </a:cubicBezTo>
                  <a:lnTo>
                    <a:pt x="126" y="335"/>
                  </a:lnTo>
                  <a:cubicBezTo>
                    <a:pt x="127" y="336"/>
                    <a:pt x="127" y="337"/>
                    <a:pt x="128" y="338"/>
                  </a:cubicBezTo>
                  <a:lnTo>
                    <a:pt x="128" y="338"/>
                  </a:lnTo>
                  <a:cubicBezTo>
                    <a:pt x="128" y="338"/>
                    <a:pt x="129" y="339"/>
                    <a:pt x="128" y="339"/>
                  </a:cubicBezTo>
                  <a:moveTo>
                    <a:pt x="117" y="321"/>
                  </a:moveTo>
                  <a:cubicBezTo>
                    <a:pt x="117" y="322"/>
                    <a:pt x="116" y="322"/>
                    <a:pt x="116" y="322"/>
                  </a:cubicBezTo>
                  <a:lnTo>
                    <a:pt x="116" y="321"/>
                  </a:lnTo>
                  <a:lnTo>
                    <a:pt x="116" y="321"/>
                  </a:lnTo>
                  <a:cubicBezTo>
                    <a:pt x="117" y="321"/>
                    <a:pt x="117" y="321"/>
                    <a:pt x="117" y="321"/>
                  </a:cubicBezTo>
                  <a:moveTo>
                    <a:pt x="127" y="319"/>
                  </a:moveTo>
                  <a:cubicBezTo>
                    <a:pt x="126" y="317"/>
                    <a:pt x="125" y="315"/>
                    <a:pt x="128" y="315"/>
                  </a:cubicBezTo>
                  <a:cubicBezTo>
                    <a:pt x="132" y="314"/>
                    <a:pt x="135" y="313"/>
                    <a:pt x="135" y="316"/>
                  </a:cubicBezTo>
                  <a:cubicBezTo>
                    <a:pt x="135" y="317"/>
                    <a:pt x="136" y="318"/>
                    <a:pt x="135" y="319"/>
                  </a:cubicBezTo>
                  <a:cubicBezTo>
                    <a:pt x="135" y="319"/>
                    <a:pt x="135" y="319"/>
                    <a:pt x="135" y="319"/>
                  </a:cubicBezTo>
                  <a:cubicBezTo>
                    <a:pt x="135" y="320"/>
                    <a:pt x="136" y="321"/>
                    <a:pt x="136" y="323"/>
                  </a:cubicBezTo>
                  <a:cubicBezTo>
                    <a:pt x="136" y="324"/>
                    <a:pt x="137" y="326"/>
                    <a:pt x="136" y="326"/>
                  </a:cubicBezTo>
                  <a:lnTo>
                    <a:pt x="137" y="328"/>
                  </a:lnTo>
                  <a:cubicBezTo>
                    <a:pt x="137" y="331"/>
                    <a:pt x="137" y="334"/>
                    <a:pt x="136" y="336"/>
                  </a:cubicBezTo>
                  <a:cubicBezTo>
                    <a:pt x="136" y="340"/>
                    <a:pt x="135" y="340"/>
                    <a:pt x="133" y="338"/>
                  </a:cubicBezTo>
                  <a:cubicBezTo>
                    <a:pt x="131" y="336"/>
                    <a:pt x="130" y="332"/>
                    <a:pt x="128" y="329"/>
                  </a:cubicBezTo>
                  <a:cubicBezTo>
                    <a:pt x="128" y="328"/>
                    <a:pt x="128" y="327"/>
                    <a:pt x="129" y="327"/>
                  </a:cubicBezTo>
                  <a:cubicBezTo>
                    <a:pt x="129" y="323"/>
                    <a:pt x="128" y="322"/>
                    <a:pt x="127" y="319"/>
                  </a:cubicBezTo>
                  <a:moveTo>
                    <a:pt x="158" y="310"/>
                  </a:moveTo>
                  <a:cubicBezTo>
                    <a:pt x="156" y="311"/>
                    <a:pt x="155" y="311"/>
                    <a:pt x="155" y="312"/>
                  </a:cubicBezTo>
                  <a:cubicBezTo>
                    <a:pt x="154" y="313"/>
                    <a:pt x="155" y="314"/>
                    <a:pt x="156" y="314"/>
                  </a:cubicBezTo>
                  <a:cubicBezTo>
                    <a:pt x="157" y="313"/>
                    <a:pt x="157" y="313"/>
                    <a:pt x="157" y="313"/>
                  </a:cubicBezTo>
                  <a:cubicBezTo>
                    <a:pt x="157" y="312"/>
                    <a:pt x="157" y="312"/>
                    <a:pt x="157" y="312"/>
                  </a:cubicBezTo>
                  <a:cubicBezTo>
                    <a:pt x="158" y="312"/>
                    <a:pt x="158" y="311"/>
                    <a:pt x="158" y="311"/>
                  </a:cubicBezTo>
                  <a:cubicBezTo>
                    <a:pt x="158" y="311"/>
                    <a:pt x="158" y="311"/>
                    <a:pt x="159" y="310"/>
                  </a:cubicBezTo>
                  <a:lnTo>
                    <a:pt x="158" y="310"/>
                  </a:lnTo>
                  <a:close/>
                  <a:moveTo>
                    <a:pt x="97" y="323"/>
                  </a:moveTo>
                  <a:cubicBezTo>
                    <a:pt x="95" y="321"/>
                    <a:pt x="94" y="320"/>
                    <a:pt x="92" y="317"/>
                  </a:cubicBezTo>
                  <a:cubicBezTo>
                    <a:pt x="90" y="315"/>
                    <a:pt x="89" y="311"/>
                    <a:pt x="89" y="307"/>
                  </a:cubicBezTo>
                  <a:lnTo>
                    <a:pt x="89" y="307"/>
                  </a:lnTo>
                  <a:cubicBezTo>
                    <a:pt x="89" y="306"/>
                    <a:pt x="89" y="306"/>
                    <a:pt x="89" y="306"/>
                  </a:cubicBezTo>
                  <a:cubicBezTo>
                    <a:pt x="89" y="305"/>
                    <a:pt x="89" y="304"/>
                    <a:pt x="89" y="304"/>
                  </a:cubicBezTo>
                  <a:cubicBezTo>
                    <a:pt x="89" y="303"/>
                    <a:pt x="89" y="301"/>
                    <a:pt x="89" y="300"/>
                  </a:cubicBezTo>
                  <a:lnTo>
                    <a:pt x="89" y="298"/>
                  </a:lnTo>
                  <a:cubicBezTo>
                    <a:pt x="89" y="298"/>
                    <a:pt x="90" y="297"/>
                    <a:pt x="90" y="297"/>
                  </a:cubicBezTo>
                  <a:cubicBezTo>
                    <a:pt x="90" y="296"/>
                    <a:pt x="90" y="295"/>
                    <a:pt x="90" y="295"/>
                  </a:cubicBezTo>
                  <a:lnTo>
                    <a:pt x="90" y="294"/>
                  </a:lnTo>
                  <a:cubicBezTo>
                    <a:pt x="90" y="293"/>
                    <a:pt x="90" y="292"/>
                    <a:pt x="90" y="291"/>
                  </a:cubicBezTo>
                  <a:cubicBezTo>
                    <a:pt x="91" y="291"/>
                    <a:pt x="91" y="291"/>
                    <a:pt x="91" y="290"/>
                  </a:cubicBezTo>
                  <a:cubicBezTo>
                    <a:pt x="91" y="290"/>
                    <a:pt x="91" y="289"/>
                    <a:pt x="91" y="288"/>
                  </a:cubicBezTo>
                  <a:cubicBezTo>
                    <a:pt x="91" y="288"/>
                    <a:pt x="91" y="287"/>
                    <a:pt x="91" y="287"/>
                  </a:cubicBezTo>
                  <a:cubicBezTo>
                    <a:pt x="92" y="286"/>
                    <a:pt x="92" y="286"/>
                    <a:pt x="92" y="285"/>
                  </a:cubicBezTo>
                  <a:lnTo>
                    <a:pt x="92" y="284"/>
                  </a:lnTo>
                  <a:cubicBezTo>
                    <a:pt x="92" y="284"/>
                    <a:pt x="92" y="284"/>
                    <a:pt x="92" y="284"/>
                  </a:cubicBezTo>
                  <a:cubicBezTo>
                    <a:pt x="93" y="283"/>
                    <a:pt x="93" y="282"/>
                    <a:pt x="93" y="281"/>
                  </a:cubicBezTo>
                  <a:cubicBezTo>
                    <a:pt x="94" y="280"/>
                    <a:pt x="94" y="279"/>
                    <a:pt x="94" y="279"/>
                  </a:cubicBezTo>
                  <a:lnTo>
                    <a:pt x="94" y="278"/>
                  </a:lnTo>
                  <a:cubicBezTo>
                    <a:pt x="94" y="276"/>
                    <a:pt x="94" y="276"/>
                    <a:pt x="95" y="274"/>
                  </a:cubicBezTo>
                  <a:lnTo>
                    <a:pt x="96" y="272"/>
                  </a:lnTo>
                  <a:cubicBezTo>
                    <a:pt x="96" y="272"/>
                    <a:pt x="96" y="271"/>
                    <a:pt x="96" y="271"/>
                  </a:cubicBezTo>
                  <a:cubicBezTo>
                    <a:pt x="96" y="270"/>
                    <a:pt x="97" y="269"/>
                    <a:pt x="97" y="269"/>
                  </a:cubicBezTo>
                  <a:lnTo>
                    <a:pt x="98" y="269"/>
                  </a:lnTo>
                  <a:lnTo>
                    <a:pt x="98" y="268"/>
                  </a:lnTo>
                  <a:cubicBezTo>
                    <a:pt x="98" y="267"/>
                    <a:pt x="99" y="267"/>
                    <a:pt x="99" y="267"/>
                  </a:cubicBezTo>
                  <a:cubicBezTo>
                    <a:pt x="100" y="267"/>
                    <a:pt x="100" y="266"/>
                    <a:pt x="101" y="266"/>
                  </a:cubicBezTo>
                  <a:cubicBezTo>
                    <a:pt x="102" y="266"/>
                    <a:pt x="102" y="266"/>
                    <a:pt x="102" y="267"/>
                  </a:cubicBezTo>
                  <a:lnTo>
                    <a:pt x="103" y="267"/>
                  </a:lnTo>
                  <a:lnTo>
                    <a:pt x="104" y="267"/>
                  </a:lnTo>
                  <a:cubicBezTo>
                    <a:pt x="104" y="267"/>
                    <a:pt x="104" y="267"/>
                    <a:pt x="105" y="267"/>
                  </a:cubicBezTo>
                  <a:cubicBezTo>
                    <a:pt x="105" y="267"/>
                    <a:pt x="105" y="267"/>
                    <a:pt x="105" y="267"/>
                  </a:cubicBezTo>
                  <a:cubicBezTo>
                    <a:pt x="105" y="267"/>
                    <a:pt x="106" y="267"/>
                    <a:pt x="106" y="267"/>
                  </a:cubicBezTo>
                  <a:cubicBezTo>
                    <a:pt x="106" y="267"/>
                    <a:pt x="107" y="267"/>
                    <a:pt x="107" y="267"/>
                  </a:cubicBezTo>
                  <a:cubicBezTo>
                    <a:pt x="107" y="267"/>
                    <a:pt x="107" y="267"/>
                    <a:pt x="108" y="267"/>
                  </a:cubicBezTo>
                  <a:lnTo>
                    <a:pt x="110" y="267"/>
                  </a:lnTo>
                  <a:cubicBezTo>
                    <a:pt x="110" y="267"/>
                    <a:pt x="110" y="267"/>
                    <a:pt x="111" y="267"/>
                  </a:cubicBezTo>
                  <a:cubicBezTo>
                    <a:pt x="112" y="268"/>
                    <a:pt x="114" y="268"/>
                    <a:pt x="115" y="268"/>
                  </a:cubicBezTo>
                  <a:lnTo>
                    <a:pt x="116" y="268"/>
                  </a:lnTo>
                  <a:cubicBezTo>
                    <a:pt x="116" y="268"/>
                    <a:pt x="117" y="268"/>
                    <a:pt x="118" y="268"/>
                  </a:cubicBezTo>
                  <a:cubicBezTo>
                    <a:pt x="118" y="268"/>
                    <a:pt x="119" y="268"/>
                    <a:pt x="120" y="268"/>
                  </a:cubicBezTo>
                  <a:lnTo>
                    <a:pt x="121" y="268"/>
                  </a:lnTo>
                  <a:cubicBezTo>
                    <a:pt x="122" y="269"/>
                    <a:pt x="123" y="269"/>
                    <a:pt x="124" y="269"/>
                  </a:cubicBezTo>
                  <a:cubicBezTo>
                    <a:pt x="125" y="269"/>
                    <a:pt x="125" y="269"/>
                    <a:pt x="126" y="269"/>
                  </a:cubicBezTo>
                  <a:cubicBezTo>
                    <a:pt x="126" y="269"/>
                    <a:pt x="127" y="269"/>
                    <a:pt x="127" y="270"/>
                  </a:cubicBezTo>
                  <a:lnTo>
                    <a:pt x="129" y="270"/>
                  </a:lnTo>
                  <a:lnTo>
                    <a:pt x="130" y="271"/>
                  </a:lnTo>
                  <a:lnTo>
                    <a:pt x="131" y="271"/>
                  </a:lnTo>
                  <a:lnTo>
                    <a:pt x="131" y="271"/>
                  </a:lnTo>
                  <a:cubicBezTo>
                    <a:pt x="132" y="271"/>
                    <a:pt x="133" y="272"/>
                    <a:pt x="133" y="272"/>
                  </a:cubicBezTo>
                  <a:lnTo>
                    <a:pt x="134" y="272"/>
                  </a:lnTo>
                  <a:lnTo>
                    <a:pt x="135" y="272"/>
                  </a:lnTo>
                  <a:cubicBezTo>
                    <a:pt x="135" y="272"/>
                    <a:pt x="135" y="273"/>
                    <a:pt x="135" y="273"/>
                  </a:cubicBezTo>
                  <a:lnTo>
                    <a:pt x="136" y="273"/>
                  </a:lnTo>
                  <a:lnTo>
                    <a:pt x="136" y="273"/>
                  </a:lnTo>
                  <a:lnTo>
                    <a:pt x="136" y="273"/>
                  </a:lnTo>
                  <a:lnTo>
                    <a:pt x="140" y="275"/>
                  </a:lnTo>
                  <a:cubicBezTo>
                    <a:pt x="141" y="276"/>
                    <a:pt x="142" y="276"/>
                    <a:pt x="143" y="276"/>
                  </a:cubicBezTo>
                  <a:cubicBezTo>
                    <a:pt x="143" y="277"/>
                    <a:pt x="143" y="277"/>
                    <a:pt x="143" y="277"/>
                  </a:cubicBezTo>
                  <a:cubicBezTo>
                    <a:pt x="144" y="277"/>
                    <a:pt x="145" y="278"/>
                    <a:pt x="146" y="278"/>
                  </a:cubicBezTo>
                  <a:lnTo>
                    <a:pt x="147" y="278"/>
                  </a:lnTo>
                  <a:cubicBezTo>
                    <a:pt x="147" y="278"/>
                    <a:pt x="148" y="279"/>
                    <a:pt x="149" y="279"/>
                  </a:cubicBezTo>
                  <a:lnTo>
                    <a:pt x="151" y="280"/>
                  </a:lnTo>
                  <a:cubicBezTo>
                    <a:pt x="152" y="281"/>
                    <a:pt x="153" y="281"/>
                    <a:pt x="155" y="282"/>
                  </a:cubicBezTo>
                  <a:lnTo>
                    <a:pt x="156" y="283"/>
                  </a:lnTo>
                  <a:lnTo>
                    <a:pt x="156" y="283"/>
                  </a:lnTo>
                  <a:lnTo>
                    <a:pt x="158" y="284"/>
                  </a:lnTo>
                  <a:lnTo>
                    <a:pt x="161" y="286"/>
                  </a:lnTo>
                  <a:lnTo>
                    <a:pt x="163" y="287"/>
                  </a:lnTo>
                  <a:lnTo>
                    <a:pt x="165" y="287"/>
                  </a:lnTo>
                  <a:lnTo>
                    <a:pt x="166" y="288"/>
                  </a:lnTo>
                  <a:cubicBezTo>
                    <a:pt x="166" y="288"/>
                    <a:pt x="167" y="288"/>
                    <a:pt x="167" y="289"/>
                  </a:cubicBezTo>
                  <a:cubicBezTo>
                    <a:pt x="167" y="289"/>
                    <a:pt x="168" y="290"/>
                    <a:pt x="169" y="290"/>
                  </a:cubicBezTo>
                  <a:cubicBezTo>
                    <a:pt x="170" y="290"/>
                    <a:pt x="170" y="290"/>
                    <a:pt x="170" y="290"/>
                  </a:cubicBezTo>
                  <a:cubicBezTo>
                    <a:pt x="172" y="291"/>
                    <a:pt x="173" y="292"/>
                    <a:pt x="174" y="293"/>
                  </a:cubicBezTo>
                  <a:lnTo>
                    <a:pt x="175" y="293"/>
                  </a:lnTo>
                  <a:lnTo>
                    <a:pt x="175" y="294"/>
                  </a:lnTo>
                  <a:cubicBezTo>
                    <a:pt x="175" y="294"/>
                    <a:pt x="175" y="294"/>
                    <a:pt x="175" y="294"/>
                  </a:cubicBezTo>
                  <a:cubicBezTo>
                    <a:pt x="177" y="295"/>
                    <a:pt x="178" y="296"/>
                    <a:pt x="178" y="298"/>
                  </a:cubicBezTo>
                  <a:cubicBezTo>
                    <a:pt x="179" y="298"/>
                    <a:pt x="179" y="298"/>
                    <a:pt x="179" y="299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80" y="300"/>
                    <a:pt x="181" y="301"/>
                    <a:pt x="181" y="302"/>
                  </a:cubicBezTo>
                  <a:cubicBezTo>
                    <a:pt x="180" y="303"/>
                    <a:pt x="180" y="303"/>
                    <a:pt x="180" y="304"/>
                  </a:cubicBezTo>
                  <a:lnTo>
                    <a:pt x="180" y="304"/>
                  </a:lnTo>
                  <a:cubicBezTo>
                    <a:pt x="179" y="305"/>
                    <a:pt x="179" y="305"/>
                    <a:pt x="179" y="305"/>
                  </a:cubicBezTo>
                  <a:lnTo>
                    <a:pt x="178" y="306"/>
                  </a:lnTo>
                  <a:cubicBezTo>
                    <a:pt x="178" y="306"/>
                    <a:pt x="178" y="307"/>
                    <a:pt x="178" y="307"/>
                  </a:cubicBezTo>
                  <a:lnTo>
                    <a:pt x="178" y="308"/>
                  </a:lnTo>
                  <a:lnTo>
                    <a:pt x="177" y="308"/>
                  </a:lnTo>
                  <a:cubicBezTo>
                    <a:pt x="177" y="309"/>
                    <a:pt x="177" y="309"/>
                    <a:pt x="177" y="309"/>
                  </a:cubicBezTo>
                  <a:cubicBezTo>
                    <a:pt x="177" y="310"/>
                    <a:pt x="177" y="310"/>
                    <a:pt x="177" y="311"/>
                  </a:cubicBezTo>
                  <a:cubicBezTo>
                    <a:pt x="176" y="311"/>
                    <a:pt x="176" y="311"/>
                    <a:pt x="176" y="312"/>
                  </a:cubicBezTo>
                  <a:lnTo>
                    <a:pt x="176" y="312"/>
                  </a:lnTo>
                  <a:lnTo>
                    <a:pt x="175" y="315"/>
                  </a:lnTo>
                  <a:lnTo>
                    <a:pt x="174" y="316"/>
                  </a:lnTo>
                  <a:cubicBezTo>
                    <a:pt x="174" y="317"/>
                    <a:pt x="173" y="318"/>
                    <a:pt x="173" y="318"/>
                  </a:cubicBezTo>
                  <a:cubicBezTo>
                    <a:pt x="172" y="318"/>
                    <a:pt x="172" y="318"/>
                    <a:pt x="171" y="319"/>
                  </a:cubicBezTo>
                  <a:cubicBezTo>
                    <a:pt x="169" y="320"/>
                    <a:pt x="168" y="320"/>
                    <a:pt x="167" y="320"/>
                  </a:cubicBezTo>
                  <a:lnTo>
                    <a:pt x="167" y="320"/>
                  </a:lnTo>
                  <a:cubicBezTo>
                    <a:pt x="167" y="320"/>
                    <a:pt x="167" y="319"/>
                    <a:pt x="166" y="319"/>
                  </a:cubicBezTo>
                  <a:cubicBezTo>
                    <a:pt x="166" y="319"/>
                    <a:pt x="166" y="319"/>
                    <a:pt x="166" y="318"/>
                  </a:cubicBezTo>
                  <a:cubicBezTo>
                    <a:pt x="166" y="318"/>
                    <a:pt x="166" y="318"/>
                    <a:pt x="166" y="318"/>
                  </a:cubicBezTo>
                  <a:cubicBezTo>
                    <a:pt x="166" y="317"/>
                    <a:pt x="167" y="316"/>
                    <a:pt x="167" y="315"/>
                  </a:cubicBezTo>
                  <a:cubicBezTo>
                    <a:pt x="168" y="314"/>
                    <a:pt x="168" y="314"/>
                    <a:pt x="168" y="313"/>
                  </a:cubicBezTo>
                  <a:cubicBezTo>
                    <a:pt x="168" y="313"/>
                    <a:pt x="168" y="313"/>
                    <a:pt x="168" y="313"/>
                  </a:cubicBezTo>
                  <a:lnTo>
                    <a:pt x="168" y="312"/>
                  </a:lnTo>
                  <a:cubicBezTo>
                    <a:pt x="169" y="312"/>
                    <a:pt x="169" y="312"/>
                    <a:pt x="169" y="312"/>
                  </a:cubicBezTo>
                  <a:lnTo>
                    <a:pt x="169" y="310"/>
                  </a:lnTo>
                  <a:cubicBezTo>
                    <a:pt x="169" y="309"/>
                    <a:pt x="170" y="308"/>
                    <a:pt x="170" y="307"/>
                  </a:cubicBezTo>
                  <a:lnTo>
                    <a:pt x="170" y="307"/>
                  </a:lnTo>
                  <a:cubicBezTo>
                    <a:pt x="170" y="306"/>
                    <a:pt x="170" y="306"/>
                    <a:pt x="170" y="305"/>
                  </a:cubicBezTo>
                  <a:lnTo>
                    <a:pt x="170" y="304"/>
                  </a:lnTo>
                  <a:cubicBezTo>
                    <a:pt x="170" y="304"/>
                    <a:pt x="170" y="304"/>
                    <a:pt x="170" y="303"/>
                  </a:cubicBezTo>
                  <a:lnTo>
                    <a:pt x="170" y="303"/>
                  </a:lnTo>
                  <a:cubicBezTo>
                    <a:pt x="170" y="302"/>
                    <a:pt x="170" y="302"/>
                    <a:pt x="170" y="302"/>
                  </a:cubicBezTo>
                  <a:cubicBezTo>
                    <a:pt x="170" y="301"/>
                    <a:pt x="170" y="301"/>
                    <a:pt x="169" y="300"/>
                  </a:cubicBezTo>
                  <a:cubicBezTo>
                    <a:pt x="169" y="299"/>
                    <a:pt x="168" y="298"/>
                    <a:pt x="167" y="298"/>
                  </a:cubicBezTo>
                  <a:cubicBezTo>
                    <a:pt x="167" y="297"/>
                    <a:pt x="167" y="297"/>
                    <a:pt x="166" y="297"/>
                  </a:cubicBezTo>
                  <a:cubicBezTo>
                    <a:pt x="165" y="296"/>
                    <a:pt x="164" y="296"/>
                    <a:pt x="163" y="295"/>
                  </a:cubicBezTo>
                  <a:cubicBezTo>
                    <a:pt x="162" y="295"/>
                    <a:pt x="162" y="295"/>
                    <a:pt x="161" y="295"/>
                  </a:cubicBezTo>
                  <a:cubicBezTo>
                    <a:pt x="161" y="294"/>
                    <a:pt x="161" y="294"/>
                    <a:pt x="161" y="294"/>
                  </a:cubicBezTo>
                  <a:cubicBezTo>
                    <a:pt x="160" y="294"/>
                    <a:pt x="159" y="293"/>
                    <a:pt x="157" y="292"/>
                  </a:cubicBezTo>
                  <a:cubicBezTo>
                    <a:pt x="157" y="292"/>
                    <a:pt x="157" y="292"/>
                    <a:pt x="157" y="292"/>
                  </a:cubicBezTo>
                  <a:cubicBezTo>
                    <a:pt x="155" y="291"/>
                    <a:pt x="153" y="290"/>
                    <a:pt x="151" y="289"/>
                  </a:cubicBezTo>
                  <a:lnTo>
                    <a:pt x="151" y="289"/>
                  </a:lnTo>
                  <a:cubicBezTo>
                    <a:pt x="149" y="288"/>
                    <a:pt x="147" y="286"/>
                    <a:pt x="146" y="286"/>
                  </a:cubicBezTo>
                  <a:lnTo>
                    <a:pt x="145" y="286"/>
                  </a:lnTo>
                  <a:cubicBezTo>
                    <a:pt x="144" y="285"/>
                    <a:pt x="143" y="284"/>
                    <a:pt x="142" y="284"/>
                  </a:cubicBezTo>
                  <a:cubicBezTo>
                    <a:pt x="142" y="284"/>
                    <a:pt x="142" y="284"/>
                    <a:pt x="141" y="284"/>
                  </a:cubicBezTo>
                  <a:cubicBezTo>
                    <a:pt x="139" y="283"/>
                    <a:pt x="137" y="282"/>
                    <a:pt x="135" y="281"/>
                  </a:cubicBezTo>
                  <a:cubicBezTo>
                    <a:pt x="135" y="281"/>
                    <a:pt x="135" y="281"/>
                    <a:pt x="135" y="280"/>
                  </a:cubicBezTo>
                  <a:cubicBezTo>
                    <a:pt x="133" y="280"/>
                    <a:pt x="131" y="279"/>
                    <a:pt x="130" y="278"/>
                  </a:cubicBezTo>
                  <a:cubicBezTo>
                    <a:pt x="130" y="278"/>
                    <a:pt x="130" y="278"/>
                    <a:pt x="129" y="278"/>
                  </a:cubicBezTo>
                  <a:cubicBezTo>
                    <a:pt x="128" y="278"/>
                    <a:pt x="128" y="277"/>
                    <a:pt x="127" y="277"/>
                  </a:cubicBezTo>
                  <a:cubicBezTo>
                    <a:pt x="126" y="277"/>
                    <a:pt x="125" y="276"/>
                    <a:pt x="125" y="276"/>
                  </a:cubicBezTo>
                  <a:cubicBezTo>
                    <a:pt x="124" y="276"/>
                    <a:pt x="124" y="276"/>
                    <a:pt x="124" y="276"/>
                  </a:cubicBezTo>
                  <a:lnTo>
                    <a:pt x="123" y="276"/>
                  </a:lnTo>
                  <a:cubicBezTo>
                    <a:pt x="122" y="276"/>
                    <a:pt x="122" y="276"/>
                    <a:pt x="122" y="275"/>
                  </a:cubicBezTo>
                  <a:cubicBezTo>
                    <a:pt x="121" y="275"/>
                    <a:pt x="119" y="275"/>
                    <a:pt x="119" y="275"/>
                  </a:cubicBezTo>
                  <a:cubicBezTo>
                    <a:pt x="115" y="274"/>
                    <a:pt x="111" y="274"/>
                    <a:pt x="107" y="274"/>
                  </a:cubicBezTo>
                  <a:lnTo>
                    <a:pt x="107" y="274"/>
                  </a:lnTo>
                  <a:cubicBezTo>
                    <a:pt x="105" y="274"/>
                    <a:pt x="104" y="274"/>
                    <a:pt x="104" y="274"/>
                  </a:cubicBezTo>
                  <a:cubicBezTo>
                    <a:pt x="103" y="275"/>
                    <a:pt x="102" y="275"/>
                    <a:pt x="102" y="275"/>
                  </a:cubicBezTo>
                  <a:cubicBezTo>
                    <a:pt x="99" y="276"/>
                    <a:pt x="97" y="279"/>
                    <a:pt x="97" y="282"/>
                  </a:cubicBezTo>
                  <a:cubicBezTo>
                    <a:pt x="97" y="284"/>
                    <a:pt x="97" y="286"/>
                    <a:pt x="97" y="287"/>
                  </a:cubicBezTo>
                  <a:cubicBezTo>
                    <a:pt x="98" y="289"/>
                    <a:pt x="98" y="291"/>
                    <a:pt x="98" y="292"/>
                  </a:cubicBezTo>
                  <a:cubicBezTo>
                    <a:pt x="98" y="296"/>
                    <a:pt x="98" y="299"/>
                    <a:pt x="99" y="301"/>
                  </a:cubicBezTo>
                  <a:cubicBezTo>
                    <a:pt x="99" y="302"/>
                    <a:pt x="99" y="303"/>
                    <a:pt x="99" y="303"/>
                  </a:cubicBezTo>
                  <a:cubicBezTo>
                    <a:pt x="99" y="306"/>
                    <a:pt x="100" y="308"/>
                    <a:pt x="102" y="307"/>
                  </a:cubicBezTo>
                  <a:lnTo>
                    <a:pt x="103" y="307"/>
                  </a:lnTo>
                  <a:cubicBezTo>
                    <a:pt x="104" y="307"/>
                    <a:pt x="105" y="306"/>
                    <a:pt x="105" y="306"/>
                  </a:cubicBezTo>
                  <a:cubicBezTo>
                    <a:pt x="106" y="306"/>
                    <a:pt x="106" y="306"/>
                    <a:pt x="107" y="306"/>
                  </a:cubicBezTo>
                  <a:cubicBezTo>
                    <a:pt x="107" y="306"/>
                    <a:pt x="108" y="305"/>
                    <a:pt x="108" y="304"/>
                  </a:cubicBezTo>
                  <a:lnTo>
                    <a:pt x="108" y="302"/>
                  </a:lnTo>
                  <a:cubicBezTo>
                    <a:pt x="108" y="301"/>
                    <a:pt x="109" y="300"/>
                    <a:pt x="110" y="298"/>
                  </a:cubicBezTo>
                  <a:cubicBezTo>
                    <a:pt x="111" y="296"/>
                    <a:pt x="113" y="297"/>
                    <a:pt x="114" y="298"/>
                  </a:cubicBezTo>
                  <a:cubicBezTo>
                    <a:pt x="115" y="300"/>
                    <a:pt x="116" y="301"/>
                    <a:pt x="116" y="303"/>
                  </a:cubicBezTo>
                  <a:cubicBezTo>
                    <a:pt x="117" y="304"/>
                    <a:pt x="117" y="303"/>
                    <a:pt x="118" y="303"/>
                  </a:cubicBezTo>
                  <a:cubicBezTo>
                    <a:pt x="119" y="302"/>
                    <a:pt x="119" y="302"/>
                    <a:pt x="119" y="302"/>
                  </a:cubicBezTo>
                  <a:cubicBezTo>
                    <a:pt x="124" y="302"/>
                    <a:pt x="126" y="300"/>
                    <a:pt x="129" y="298"/>
                  </a:cubicBezTo>
                  <a:cubicBezTo>
                    <a:pt x="129" y="298"/>
                    <a:pt x="129" y="298"/>
                    <a:pt x="130" y="298"/>
                  </a:cubicBezTo>
                  <a:cubicBezTo>
                    <a:pt x="130" y="298"/>
                    <a:pt x="130" y="298"/>
                    <a:pt x="130" y="297"/>
                  </a:cubicBezTo>
                  <a:cubicBezTo>
                    <a:pt x="132" y="297"/>
                    <a:pt x="131" y="297"/>
                    <a:pt x="133" y="298"/>
                  </a:cubicBezTo>
                  <a:cubicBezTo>
                    <a:pt x="134" y="298"/>
                    <a:pt x="134" y="299"/>
                    <a:pt x="135" y="300"/>
                  </a:cubicBezTo>
                  <a:lnTo>
                    <a:pt x="137" y="307"/>
                  </a:lnTo>
                  <a:cubicBezTo>
                    <a:pt x="138" y="308"/>
                    <a:pt x="139" y="308"/>
                    <a:pt x="140" y="307"/>
                  </a:cubicBezTo>
                  <a:cubicBezTo>
                    <a:pt x="141" y="307"/>
                    <a:pt x="143" y="307"/>
                    <a:pt x="142" y="305"/>
                  </a:cubicBezTo>
                  <a:cubicBezTo>
                    <a:pt x="142" y="304"/>
                    <a:pt x="141" y="304"/>
                    <a:pt x="141" y="304"/>
                  </a:cubicBezTo>
                  <a:cubicBezTo>
                    <a:pt x="141" y="303"/>
                    <a:pt x="141" y="303"/>
                    <a:pt x="140" y="303"/>
                  </a:cubicBezTo>
                  <a:lnTo>
                    <a:pt x="140" y="302"/>
                  </a:lnTo>
                  <a:cubicBezTo>
                    <a:pt x="139" y="301"/>
                    <a:pt x="138" y="300"/>
                    <a:pt x="137" y="299"/>
                  </a:cubicBezTo>
                  <a:lnTo>
                    <a:pt x="137" y="299"/>
                  </a:lnTo>
                  <a:lnTo>
                    <a:pt x="136" y="298"/>
                  </a:lnTo>
                  <a:lnTo>
                    <a:pt x="136" y="298"/>
                  </a:lnTo>
                  <a:cubicBezTo>
                    <a:pt x="135" y="297"/>
                    <a:pt x="135" y="297"/>
                    <a:pt x="134" y="297"/>
                  </a:cubicBezTo>
                  <a:lnTo>
                    <a:pt x="134" y="296"/>
                  </a:lnTo>
                  <a:cubicBezTo>
                    <a:pt x="134" y="296"/>
                    <a:pt x="133" y="296"/>
                    <a:pt x="133" y="295"/>
                  </a:cubicBezTo>
                  <a:cubicBezTo>
                    <a:pt x="131" y="294"/>
                    <a:pt x="130" y="294"/>
                    <a:pt x="129" y="293"/>
                  </a:cubicBezTo>
                  <a:lnTo>
                    <a:pt x="126" y="291"/>
                  </a:lnTo>
                  <a:lnTo>
                    <a:pt x="125" y="290"/>
                  </a:lnTo>
                  <a:lnTo>
                    <a:pt x="125" y="290"/>
                  </a:lnTo>
                  <a:cubicBezTo>
                    <a:pt x="122" y="288"/>
                    <a:pt x="119" y="286"/>
                    <a:pt x="116" y="285"/>
                  </a:cubicBezTo>
                  <a:cubicBezTo>
                    <a:pt x="114" y="284"/>
                    <a:pt x="114" y="286"/>
                    <a:pt x="115" y="288"/>
                  </a:cubicBezTo>
                  <a:cubicBezTo>
                    <a:pt x="115" y="288"/>
                    <a:pt x="115" y="289"/>
                    <a:pt x="114" y="289"/>
                  </a:cubicBezTo>
                  <a:cubicBezTo>
                    <a:pt x="114" y="289"/>
                    <a:pt x="114" y="288"/>
                    <a:pt x="114" y="288"/>
                  </a:cubicBezTo>
                  <a:cubicBezTo>
                    <a:pt x="114" y="288"/>
                    <a:pt x="113" y="288"/>
                    <a:pt x="113" y="288"/>
                  </a:cubicBezTo>
                  <a:cubicBezTo>
                    <a:pt x="112" y="287"/>
                    <a:pt x="112" y="287"/>
                    <a:pt x="111" y="287"/>
                  </a:cubicBezTo>
                  <a:lnTo>
                    <a:pt x="109" y="285"/>
                  </a:lnTo>
                  <a:cubicBezTo>
                    <a:pt x="108" y="285"/>
                    <a:pt x="108" y="284"/>
                    <a:pt x="108" y="284"/>
                  </a:cubicBezTo>
                  <a:cubicBezTo>
                    <a:pt x="107" y="284"/>
                    <a:pt x="107" y="283"/>
                    <a:pt x="106" y="282"/>
                  </a:cubicBezTo>
                  <a:cubicBezTo>
                    <a:pt x="106" y="282"/>
                    <a:pt x="106" y="281"/>
                    <a:pt x="106" y="280"/>
                  </a:cubicBezTo>
                  <a:cubicBezTo>
                    <a:pt x="106" y="279"/>
                    <a:pt x="108" y="276"/>
                    <a:pt x="111" y="276"/>
                  </a:cubicBezTo>
                  <a:cubicBezTo>
                    <a:pt x="113" y="276"/>
                    <a:pt x="114" y="277"/>
                    <a:pt x="115" y="279"/>
                  </a:cubicBezTo>
                  <a:cubicBezTo>
                    <a:pt x="115" y="281"/>
                    <a:pt x="117" y="282"/>
                    <a:pt x="118" y="283"/>
                  </a:cubicBezTo>
                  <a:cubicBezTo>
                    <a:pt x="119" y="283"/>
                    <a:pt x="119" y="284"/>
                    <a:pt x="120" y="284"/>
                  </a:cubicBezTo>
                  <a:lnTo>
                    <a:pt x="120" y="284"/>
                  </a:lnTo>
                  <a:lnTo>
                    <a:pt x="121" y="284"/>
                  </a:lnTo>
                  <a:cubicBezTo>
                    <a:pt x="121" y="285"/>
                    <a:pt x="121" y="285"/>
                    <a:pt x="121" y="285"/>
                  </a:cubicBezTo>
                  <a:cubicBezTo>
                    <a:pt x="122" y="285"/>
                    <a:pt x="122" y="285"/>
                    <a:pt x="122" y="285"/>
                  </a:cubicBezTo>
                  <a:cubicBezTo>
                    <a:pt x="122" y="285"/>
                    <a:pt x="122" y="285"/>
                    <a:pt x="123" y="285"/>
                  </a:cubicBezTo>
                  <a:lnTo>
                    <a:pt x="123" y="286"/>
                  </a:lnTo>
                  <a:cubicBezTo>
                    <a:pt x="123" y="286"/>
                    <a:pt x="124" y="286"/>
                    <a:pt x="124" y="286"/>
                  </a:cubicBezTo>
                  <a:lnTo>
                    <a:pt x="124" y="286"/>
                  </a:lnTo>
                  <a:cubicBezTo>
                    <a:pt x="124" y="286"/>
                    <a:pt x="124" y="286"/>
                    <a:pt x="124" y="286"/>
                  </a:cubicBezTo>
                  <a:lnTo>
                    <a:pt x="125" y="287"/>
                  </a:lnTo>
                  <a:cubicBezTo>
                    <a:pt x="125" y="287"/>
                    <a:pt x="126" y="287"/>
                    <a:pt x="126" y="287"/>
                  </a:cubicBezTo>
                  <a:lnTo>
                    <a:pt x="126" y="288"/>
                  </a:lnTo>
                  <a:cubicBezTo>
                    <a:pt x="127" y="288"/>
                    <a:pt x="129" y="289"/>
                    <a:pt x="132" y="291"/>
                  </a:cubicBezTo>
                  <a:cubicBezTo>
                    <a:pt x="132" y="291"/>
                    <a:pt x="132" y="291"/>
                    <a:pt x="132" y="291"/>
                  </a:cubicBezTo>
                  <a:cubicBezTo>
                    <a:pt x="135" y="293"/>
                    <a:pt x="141" y="296"/>
                    <a:pt x="144" y="297"/>
                  </a:cubicBezTo>
                  <a:cubicBezTo>
                    <a:pt x="144" y="297"/>
                    <a:pt x="145" y="297"/>
                    <a:pt x="146" y="298"/>
                  </a:cubicBezTo>
                  <a:cubicBezTo>
                    <a:pt x="146" y="298"/>
                    <a:pt x="146" y="298"/>
                    <a:pt x="147" y="298"/>
                  </a:cubicBezTo>
                  <a:cubicBezTo>
                    <a:pt x="148" y="299"/>
                    <a:pt x="150" y="300"/>
                    <a:pt x="151" y="301"/>
                  </a:cubicBezTo>
                  <a:cubicBezTo>
                    <a:pt x="151" y="302"/>
                    <a:pt x="151" y="302"/>
                    <a:pt x="151" y="303"/>
                  </a:cubicBezTo>
                  <a:cubicBezTo>
                    <a:pt x="151" y="304"/>
                    <a:pt x="153" y="306"/>
                    <a:pt x="155" y="306"/>
                  </a:cubicBezTo>
                  <a:lnTo>
                    <a:pt x="155" y="306"/>
                  </a:lnTo>
                  <a:cubicBezTo>
                    <a:pt x="155" y="306"/>
                    <a:pt x="156" y="305"/>
                    <a:pt x="156" y="306"/>
                  </a:cubicBezTo>
                  <a:cubicBezTo>
                    <a:pt x="156" y="306"/>
                    <a:pt x="157" y="306"/>
                    <a:pt x="157" y="306"/>
                  </a:cubicBezTo>
                  <a:cubicBezTo>
                    <a:pt x="158" y="306"/>
                    <a:pt x="159" y="306"/>
                    <a:pt x="160" y="307"/>
                  </a:cubicBezTo>
                  <a:cubicBezTo>
                    <a:pt x="161" y="307"/>
                    <a:pt x="161" y="308"/>
                    <a:pt x="159" y="310"/>
                  </a:cubicBezTo>
                  <a:cubicBezTo>
                    <a:pt x="160" y="310"/>
                    <a:pt x="160" y="310"/>
                    <a:pt x="160" y="310"/>
                  </a:cubicBezTo>
                  <a:cubicBezTo>
                    <a:pt x="162" y="311"/>
                    <a:pt x="162" y="312"/>
                    <a:pt x="162" y="313"/>
                  </a:cubicBezTo>
                  <a:cubicBezTo>
                    <a:pt x="163" y="316"/>
                    <a:pt x="162" y="319"/>
                    <a:pt x="162" y="322"/>
                  </a:cubicBezTo>
                  <a:lnTo>
                    <a:pt x="162" y="322"/>
                  </a:lnTo>
                  <a:cubicBezTo>
                    <a:pt x="161" y="323"/>
                    <a:pt x="161" y="324"/>
                    <a:pt x="161" y="325"/>
                  </a:cubicBezTo>
                  <a:cubicBezTo>
                    <a:pt x="160" y="328"/>
                    <a:pt x="161" y="330"/>
                    <a:pt x="158" y="334"/>
                  </a:cubicBezTo>
                  <a:cubicBezTo>
                    <a:pt x="157" y="335"/>
                    <a:pt x="156" y="337"/>
                    <a:pt x="156" y="338"/>
                  </a:cubicBezTo>
                  <a:cubicBezTo>
                    <a:pt x="157" y="338"/>
                    <a:pt x="156" y="339"/>
                    <a:pt x="156" y="339"/>
                  </a:cubicBezTo>
                  <a:cubicBezTo>
                    <a:pt x="156" y="340"/>
                    <a:pt x="156" y="340"/>
                    <a:pt x="155" y="341"/>
                  </a:cubicBezTo>
                  <a:cubicBezTo>
                    <a:pt x="155" y="343"/>
                    <a:pt x="155" y="343"/>
                    <a:pt x="154" y="344"/>
                  </a:cubicBezTo>
                  <a:cubicBezTo>
                    <a:pt x="153" y="344"/>
                    <a:pt x="153" y="344"/>
                    <a:pt x="153" y="344"/>
                  </a:cubicBezTo>
                  <a:lnTo>
                    <a:pt x="153" y="344"/>
                  </a:lnTo>
                  <a:cubicBezTo>
                    <a:pt x="152" y="344"/>
                    <a:pt x="153" y="344"/>
                    <a:pt x="152" y="344"/>
                  </a:cubicBezTo>
                  <a:lnTo>
                    <a:pt x="152" y="344"/>
                  </a:lnTo>
                  <a:cubicBezTo>
                    <a:pt x="151" y="344"/>
                    <a:pt x="152" y="343"/>
                    <a:pt x="151" y="343"/>
                  </a:cubicBezTo>
                  <a:cubicBezTo>
                    <a:pt x="151" y="343"/>
                    <a:pt x="150" y="343"/>
                    <a:pt x="150" y="342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1"/>
                    <a:pt x="149" y="341"/>
                    <a:pt x="149" y="341"/>
                  </a:cubicBezTo>
                  <a:cubicBezTo>
                    <a:pt x="149" y="340"/>
                    <a:pt x="148" y="340"/>
                    <a:pt x="148" y="340"/>
                  </a:cubicBezTo>
                  <a:cubicBezTo>
                    <a:pt x="148" y="339"/>
                    <a:pt x="148" y="338"/>
                    <a:pt x="148" y="337"/>
                  </a:cubicBezTo>
                  <a:cubicBezTo>
                    <a:pt x="148" y="336"/>
                    <a:pt x="149" y="335"/>
                    <a:pt x="149" y="335"/>
                  </a:cubicBezTo>
                  <a:lnTo>
                    <a:pt x="149" y="334"/>
                  </a:lnTo>
                  <a:cubicBezTo>
                    <a:pt x="149" y="334"/>
                    <a:pt x="149" y="333"/>
                    <a:pt x="149" y="333"/>
                  </a:cubicBezTo>
                  <a:cubicBezTo>
                    <a:pt x="149" y="331"/>
                    <a:pt x="149" y="328"/>
                    <a:pt x="149" y="325"/>
                  </a:cubicBezTo>
                  <a:cubicBezTo>
                    <a:pt x="149" y="325"/>
                    <a:pt x="148" y="325"/>
                    <a:pt x="148" y="325"/>
                  </a:cubicBezTo>
                  <a:lnTo>
                    <a:pt x="148" y="324"/>
                  </a:lnTo>
                  <a:cubicBezTo>
                    <a:pt x="148" y="323"/>
                    <a:pt x="148" y="322"/>
                    <a:pt x="148" y="321"/>
                  </a:cubicBezTo>
                  <a:cubicBezTo>
                    <a:pt x="148" y="320"/>
                    <a:pt x="148" y="319"/>
                    <a:pt x="147" y="318"/>
                  </a:cubicBezTo>
                  <a:cubicBezTo>
                    <a:pt x="147" y="317"/>
                    <a:pt x="147" y="317"/>
                    <a:pt x="147" y="316"/>
                  </a:cubicBezTo>
                  <a:cubicBezTo>
                    <a:pt x="147" y="315"/>
                    <a:pt x="147" y="314"/>
                    <a:pt x="146" y="313"/>
                  </a:cubicBezTo>
                  <a:cubicBezTo>
                    <a:pt x="145" y="312"/>
                    <a:pt x="143" y="312"/>
                    <a:pt x="141" y="313"/>
                  </a:cubicBezTo>
                  <a:cubicBezTo>
                    <a:pt x="140" y="313"/>
                    <a:pt x="139" y="313"/>
                    <a:pt x="138" y="314"/>
                  </a:cubicBezTo>
                  <a:cubicBezTo>
                    <a:pt x="138" y="315"/>
                    <a:pt x="138" y="315"/>
                    <a:pt x="139" y="316"/>
                  </a:cubicBezTo>
                  <a:lnTo>
                    <a:pt x="139" y="320"/>
                  </a:lnTo>
                  <a:cubicBezTo>
                    <a:pt x="139" y="321"/>
                    <a:pt x="139" y="321"/>
                    <a:pt x="139" y="321"/>
                  </a:cubicBezTo>
                  <a:cubicBezTo>
                    <a:pt x="138" y="323"/>
                    <a:pt x="139" y="326"/>
                    <a:pt x="139" y="328"/>
                  </a:cubicBezTo>
                  <a:lnTo>
                    <a:pt x="139" y="329"/>
                  </a:lnTo>
                  <a:lnTo>
                    <a:pt x="139" y="332"/>
                  </a:lnTo>
                  <a:cubicBezTo>
                    <a:pt x="140" y="332"/>
                    <a:pt x="139" y="332"/>
                    <a:pt x="140" y="332"/>
                  </a:cubicBezTo>
                  <a:lnTo>
                    <a:pt x="140" y="332"/>
                  </a:lnTo>
                  <a:cubicBezTo>
                    <a:pt x="139" y="333"/>
                    <a:pt x="140" y="333"/>
                    <a:pt x="140" y="333"/>
                  </a:cubicBezTo>
                  <a:lnTo>
                    <a:pt x="140" y="334"/>
                  </a:lnTo>
                  <a:cubicBezTo>
                    <a:pt x="140" y="335"/>
                    <a:pt x="140" y="337"/>
                    <a:pt x="140" y="338"/>
                  </a:cubicBezTo>
                  <a:cubicBezTo>
                    <a:pt x="140" y="340"/>
                    <a:pt x="140" y="342"/>
                    <a:pt x="140" y="343"/>
                  </a:cubicBezTo>
                  <a:cubicBezTo>
                    <a:pt x="140" y="343"/>
                    <a:pt x="140" y="343"/>
                    <a:pt x="140" y="343"/>
                  </a:cubicBezTo>
                  <a:cubicBezTo>
                    <a:pt x="140" y="344"/>
                    <a:pt x="140" y="344"/>
                    <a:pt x="140" y="345"/>
                  </a:cubicBezTo>
                  <a:cubicBezTo>
                    <a:pt x="141" y="346"/>
                    <a:pt x="141" y="348"/>
                    <a:pt x="141" y="349"/>
                  </a:cubicBezTo>
                  <a:cubicBezTo>
                    <a:pt x="141" y="349"/>
                    <a:pt x="141" y="350"/>
                    <a:pt x="141" y="350"/>
                  </a:cubicBezTo>
                  <a:lnTo>
                    <a:pt x="143" y="353"/>
                  </a:lnTo>
                  <a:cubicBezTo>
                    <a:pt x="144" y="353"/>
                    <a:pt x="145" y="354"/>
                    <a:pt x="145" y="355"/>
                  </a:cubicBezTo>
                  <a:cubicBezTo>
                    <a:pt x="145" y="356"/>
                    <a:pt x="145" y="357"/>
                    <a:pt x="145" y="359"/>
                  </a:cubicBezTo>
                  <a:lnTo>
                    <a:pt x="144" y="359"/>
                  </a:lnTo>
                  <a:lnTo>
                    <a:pt x="143" y="359"/>
                  </a:lnTo>
                  <a:cubicBezTo>
                    <a:pt x="142" y="358"/>
                    <a:pt x="141" y="359"/>
                    <a:pt x="140" y="358"/>
                  </a:cubicBezTo>
                  <a:cubicBezTo>
                    <a:pt x="139" y="358"/>
                    <a:pt x="139" y="358"/>
                    <a:pt x="137" y="358"/>
                  </a:cubicBezTo>
                  <a:lnTo>
                    <a:pt x="135" y="357"/>
                  </a:lnTo>
                  <a:cubicBezTo>
                    <a:pt x="135" y="356"/>
                    <a:pt x="135" y="356"/>
                    <a:pt x="134" y="356"/>
                  </a:cubicBezTo>
                  <a:cubicBezTo>
                    <a:pt x="134" y="356"/>
                    <a:pt x="134" y="356"/>
                    <a:pt x="133" y="356"/>
                  </a:cubicBezTo>
                  <a:lnTo>
                    <a:pt x="133" y="355"/>
                  </a:lnTo>
                  <a:cubicBezTo>
                    <a:pt x="132" y="355"/>
                    <a:pt x="131" y="354"/>
                    <a:pt x="130" y="353"/>
                  </a:cubicBezTo>
                  <a:cubicBezTo>
                    <a:pt x="130" y="353"/>
                    <a:pt x="130" y="353"/>
                    <a:pt x="130" y="353"/>
                  </a:cubicBezTo>
                  <a:cubicBezTo>
                    <a:pt x="130" y="353"/>
                    <a:pt x="130" y="353"/>
                    <a:pt x="129" y="353"/>
                  </a:cubicBezTo>
                  <a:cubicBezTo>
                    <a:pt x="129" y="352"/>
                    <a:pt x="129" y="352"/>
                    <a:pt x="129" y="352"/>
                  </a:cubicBezTo>
                  <a:cubicBezTo>
                    <a:pt x="128" y="352"/>
                    <a:pt x="128" y="351"/>
                    <a:pt x="128" y="351"/>
                  </a:cubicBezTo>
                  <a:cubicBezTo>
                    <a:pt x="128" y="351"/>
                    <a:pt x="128" y="351"/>
                    <a:pt x="128" y="351"/>
                  </a:cubicBezTo>
                  <a:cubicBezTo>
                    <a:pt x="127" y="351"/>
                    <a:pt x="128" y="351"/>
                    <a:pt x="127" y="350"/>
                  </a:cubicBezTo>
                  <a:lnTo>
                    <a:pt x="127" y="350"/>
                  </a:lnTo>
                  <a:cubicBezTo>
                    <a:pt x="126" y="350"/>
                    <a:pt x="125" y="350"/>
                    <a:pt x="125" y="349"/>
                  </a:cubicBezTo>
                  <a:lnTo>
                    <a:pt x="125" y="349"/>
                  </a:lnTo>
                  <a:lnTo>
                    <a:pt x="124" y="349"/>
                  </a:lnTo>
                  <a:cubicBezTo>
                    <a:pt x="124" y="348"/>
                    <a:pt x="124" y="348"/>
                    <a:pt x="124" y="348"/>
                  </a:cubicBezTo>
                  <a:cubicBezTo>
                    <a:pt x="124" y="348"/>
                    <a:pt x="123" y="348"/>
                    <a:pt x="123" y="348"/>
                  </a:cubicBezTo>
                  <a:cubicBezTo>
                    <a:pt x="123" y="347"/>
                    <a:pt x="122" y="347"/>
                    <a:pt x="122" y="347"/>
                  </a:cubicBezTo>
                  <a:lnTo>
                    <a:pt x="122" y="347"/>
                  </a:lnTo>
                  <a:lnTo>
                    <a:pt x="122" y="346"/>
                  </a:lnTo>
                  <a:lnTo>
                    <a:pt x="120" y="345"/>
                  </a:lnTo>
                  <a:lnTo>
                    <a:pt x="120" y="345"/>
                  </a:lnTo>
                  <a:lnTo>
                    <a:pt x="120" y="344"/>
                  </a:lnTo>
                  <a:cubicBezTo>
                    <a:pt x="120" y="344"/>
                    <a:pt x="119" y="344"/>
                    <a:pt x="119" y="344"/>
                  </a:cubicBezTo>
                  <a:cubicBezTo>
                    <a:pt x="119" y="344"/>
                    <a:pt x="119" y="344"/>
                    <a:pt x="119" y="344"/>
                  </a:cubicBezTo>
                  <a:cubicBezTo>
                    <a:pt x="119" y="343"/>
                    <a:pt x="119" y="343"/>
                    <a:pt x="118" y="343"/>
                  </a:cubicBezTo>
                  <a:cubicBezTo>
                    <a:pt x="118" y="343"/>
                    <a:pt x="118" y="343"/>
                    <a:pt x="118" y="343"/>
                  </a:cubicBezTo>
                  <a:lnTo>
                    <a:pt x="118" y="343"/>
                  </a:lnTo>
                  <a:cubicBezTo>
                    <a:pt x="117" y="342"/>
                    <a:pt x="117" y="342"/>
                    <a:pt x="117" y="342"/>
                  </a:cubicBezTo>
                  <a:cubicBezTo>
                    <a:pt x="116" y="341"/>
                    <a:pt x="117" y="341"/>
                    <a:pt x="116" y="341"/>
                  </a:cubicBezTo>
                  <a:cubicBezTo>
                    <a:pt x="116" y="341"/>
                    <a:pt x="116" y="341"/>
                    <a:pt x="116" y="341"/>
                  </a:cubicBezTo>
                  <a:cubicBezTo>
                    <a:pt x="116" y="341"/>
                    <a:pt x="116" y="340"/>
                    <a:pt x="115" y="340"/>
                  </a:cubicBezTo>
                  <a:lnTo>
                    <a:pt x="115" y="340"/>
                  </a:lnTo>
                  <a:cubicBezTo>
                    <a:pt x="115" y="340"/>
                    <a:pt x="115" y="340"/>
                    <a:pt x="115" y="340"/>
                  </a:cubicBezTo>
                  <a:cubicBezTo>
                    <a:pt x="114" y="340"/>
                    <a:pt x="114" y="339"/>
                    <a:pt x="114" y="339"/>
                  </a:cubicBezTo>
                  <a:cubicBezTo>
                    <a:pt x="114" y="339"/>
                    <a:pt x="114" y="339"/>
                    <a:pt x="114" y="339"/>
                  </a:cubicBezTo>
                  <a:cubicBezTo>
                    <a:pt x="113" y="338"/>
                    <a:pt x="112" y="337"/>
                    <a:pt x="112" y="336"/>
                  </a:cubicBezTo>
                  <a:lnTo>
                    <a:pt x="111" y="336"/>
                  </a:lnTo>
                  <a:cubicBezTo>
                    <a:pt x="111" y="336"/>
                    <a:pt x="111" y="336"/>
                    <a:pt x="111" y="336"/>
                  </a:cubicBezTo>
                  <a:lnTo>
                    <a:pt x="111" y="336"/>
                  </a:lnTo>
                  <a:cubicBezTo>
                    <a:pt x="110" y="335"/>
                    <a:pt x="109" y="335"/>
                    <a:pt x="109" y="334"/>
                  </a:cubicBezTo>
                  <a:lnTo>
                    <a:pt x="108" y="333"/>
                  </a:lnTo>
                  <a:cubicBezTo>
                    <a:pt x="108" y="333"/>
                    <a:pt x="108" y="333"/>
                    <a:pt x="107" y="333"/>
                  </a:cubicBezTo>
                  <a:cubicBezTo>
                    <a:pt x="107" y="333"/>
                    <a:pt x="107" y="333"/>
                    <a:pt x="107" y="332"/>
                  </a:cubicBezTo>
                  <a:lnTo>
                    <a:pt x="106" y="332"/>
                  </a:lnTo>
                  <a:cubicBezTo>
                    <a:pt x="106" y="332"/>
                    <a:pt x="105" y="331"/>
                    <a:pt x="105" y="331"/>
                  </a:cubicBezTo>
                  <a:cubicBezTo>
                    <a:pt x="104" y="331"/>
                    <a:pt x="104" y="330"/>
                    <a:pt x="103" y="330"/>
                  </a:cubicBezTo>
                  <a:cubicBezTo>
                    <a:pt x="102" y="329"/>
                    <a:pt x="103" y="329"/>
                    <a:pt x="104" y="329"/>
                  </a:cubicBezTo>
                  <a:cubicBezTo>
                    <a:pt x="104" y="329"/>
                    <a:pt x="105" y="329"/>
                    <a:pt x="105" y="329"/>
                  </a:cubicBezTo>
                  <a:lnTo>
                    <a:pt x="109" y="330"/>
                  </a:lnTo>
                  <a:cubicBezTo>
                    <a:pt x="110" y="330"/>
                    <a:pt x="110" y="329"/>
                    <a:pt x="110" y="328"/>
                  </a:cubicBezTo>
                  <a:cubicBezTo>
                    <a:pt x="109" y="326"/>
                    <a:pt x="110" y="324"/>
                    <a:pt x="109" y="320"/>
                  </a:cubicBezTo>
                  <a:cubicBezTo>
                    <a:pt x="110" y="316"/>
                    <a:pt x="109" y="315"/>
                    <a:pt x="107" y="316"/>
                  </a:cubicBezTo>
                  <a:cubicBezTo>
                    <a:pt x="105" y="316"/>
                    <a:pt x="104" y="316"/>
                    <a:pt x="102" y="317"/>
                  </a:cubicBezTo>
                  <a:cubicBezTo>
                    <a:pt x="98" y="317"/>
                    <a:pt x="98" y="317"/>
                    <a:pt x="98" y="322"/>
                  </a:cubicBezTo>
                  <a:cubicBezTo>
                    <a:pt x="98" y="323"/>
                    <a:pt x="98" y="324"/>
                    <a:pt x="97" y="323"/>
                  </a:cubicBezTo>
                </a:path>
                <a:path w="953" h="953">
                  <a:moveTo>
                    <a:pt x="208" y="221"/>
                  </a:moveTo>
                  <a:cubicBezTo>
                    <a:pt x="208" y="218"/>
                    <a:pt x="209" y="217"/>
                    <a:pt x="211" y="219"/>
                  </a:cubicBezTo>
                  <a:lnTo>
                    <a:pt x="211" y="221"/>
                  </a:lnTo>
                  <a:lnTo>
                    <a:pt x="211" y="226"/>
                  </a:lnTo>
                  <a:lnTo>
                    <a:pt x="210" y="227"/>
                  </a:lnTo>
                  <a:lnTo>
                    <a:pt x="210" y="228"/>
                  </a:lnTo>
                  <a:cubicBezTo>
                    <a:pt x="210" y="228"/>
                    <a:pt x="210" y="230"/>
                    <a:pt x="210" y="231"/>
                  </a:cubicBezTo>
                  <a:lnTo>
                    <a:pt x="210" y="233"/>
                  </a:lnTo>
                  <a:cubicBezTo>
                    <a:pt x="210" y="235"/>
                    <a:pt x="210" y="237"/>
                    <a:pt x="209" y="238"/>
                  </a:cubicBezTo>
                  <a:cubicBezTo>
                    <a:pt x="209" y="241"/>
                    <a:pt x="208" y="241"/>
                    <a:pt x="208" y="238"/>
                  </a:cubicBezTo>
                  <a:lnTo>
                    <a:pt x="204" y="232"/>
                  </a:lnTo>
                  <a:cubicBezTo>
                    <a:pt x="203" y="230"/>
                    <a:pt x="204" y="228"/>
                    <a:pt x="205" y="227"/>
                  </a:cubicBezTo>
                  <a:cubicBezTo>
                    <a:pt x="206" y="227"/>
                    <a:pt x="207" y="226"/>
                    <a:pt x="207" y="225"/>
                  </a:cubicBezTo>
                  <a:cubicBezTo>
                    <a:pt x="208" y="223"/>
                    <a:pt x="208" y="222"/>
                    <a:pt x="208" y="221"/>
                  </a:cubicBezTo>
                  <a:moveTo>
                    <a:pt x="173" y="199"/>
                  </a:moveTo>
                  <a:cubicBezTo>
                    <a:pt x="173" y="200"/>
                    <a:pt x="173" y="200"/>
                    <a:pt x="174" y="201"/>
                  </a:cubicBezTo>
                  <a:cubicBezTo>
                    <a:pt x="174" y="201"/>
                    <a:pt x="175" y="202"/>
                    <a:pt x="175" y="202"/>
                  </a:cubicBezTo>
                  <a:cubicBezTo>
                    <a:pt x="176" y="202"/>
                    <a:pt x="176" y="203"/>
                    <a:pt x="177" y="203"/>
                  </a:cubicBezTo>
                  <a:lnTo>
                    <a:pt x="178" y="203"/>
                  </a:lnTo>
                  <a:cubicBezTo>
                    <a:pt x="179" y="205"/>
                    <a:pt x="181" y="206"/>
                    <a:pt x="182" y="207"/>
                  </a:cubicBezTo>
                  <a:cubicBezTo>
                    <a:pt x="184" y="209"/>
                    <a:pt x="185" y="208"/>
                    <a:pt x="184" y="205"/>
                  </a:cubicBezTo>
                  <a:lnTo>
                    <a:pt x="183" y="199"/>
                  </a:lnTo>
                  <a:cubicBezTo>
                    <a:pt x="183" y="197"/>
                    <a:pt x="182" y="196"/>
                    <a:pt x="180" y="196"/>
                  </a:cubicBezTo>
                  <a:lnTo>
                    <a:pt x="178" y="197"/>
                  </a:lnTo>
                  <a:lnTo>
                    <a:pt x="178" y="197"/>
                  </a:lnTo>
                  <a:cubicBezTo>
                    <a:pt x="177" y="197"/>
                    <a:pt x="177" y="196"/>
                    <a:pt x="177" y="196"/>
                  </a:cubicBezTo>
                  <a:cubicBezTo>
                    <a:pt x="178" y="195"/>
                    <a:pt x="179" y="193"/>
                    <a:pt x="176" y="194"/>
                  </a:cubicBezTo>
                  <a:lnTo>
                    <a:pt x="173" y="196"/>
                  </a:lnTo>
                  <a:cubicBezTo>
                    <a:pt x="172" y="197"/>
                    <a:pt x="172" y="198"/>
                    <a:pt x="173" y="199"/>
                  </a:cubicBezTo>
                  <a:moveTo>
                    <a:pt x="192" y="207"/>
                  </a:moveTo>
                  <a:cubicBezTo>
                    <a:pt x="195" y="213"/>
                    <a:pt x="199" y="214"/>
                    <a:pt x="200" y="204"/>
                  </a:cubicBezTo>
                  <a:cubicBezTo>
                    <a:pt x="200" y="201"/>
                    <a:pt x="200" y="201"/>
                    <a:pt x="200" y="199"/>
                  </a:cubicBezTo>
                  <a:cubicBezTo>
                    <a:pt x="200" y="199"/>
                    <a:pt x="191" y="191"/>
                    <a:pt x="192" y="207"/>
                  </a:cubicBezTo>
                  <a:moveTo>
                    <a:pt x="167" y="196"/>
                  </a:moveTo>
                  <a:cubicBezTo>
                    <a:pt x="168" y="196"/>
                    <a:pt x="169" y="196"/>
                    <a:pt x="170" y="196"/>
                  </a:cubicBezTo>
                  <a:cubicBezTo>
                    <a:pt x="170" y="196"/>
                    <a:pt x="170" y="195"/>
                    <a:pt x="170" y="195"/>
                  </a:cubicBezTo>
                  <a:cubicBezTo>
                    <a:pt x="171" y="194"/>
                    <a:pt x="170" y="194"/>
                    <a:pt x="171" y="192"/>
                  </a:cubicBezTo>
                  <a:cubicBezTo>
                    <a:pt x="171" y="190"/>
                    <a:pt x="171" y="187"/>
                    <a:pt x="172" y="185"/>
                  </a:cubicBezTo>
                  <a:cubicBezTo>
                    <a:pt x="172" y="183"/>
                    <a:pt x="172" y="181"/>
                    <a:pt x="173" y="180"/>
                  </a:cubicBezTo>
                  <a:cubicBezTo>
                    <a:pt x="173" y="180"/>
                    <a:pt x="173" y="179"/>
                    <a:pt x="173" y="179"/>
                  </a:cubicBezTo>
                  <a:lnTo>
                    <a:pt x="173" y="179"/>
                  </a:lnTo>
                  <a:cubicBezTo>
                    <a:pt x="174" y="177"/>
                    <a:pt x="174" y="174"/>
                    <a:pt x="175" y="172"/>
                  </a:cubicBezTo>
                  <a:lnTo>
                    <a:pt x="175" y="172"/>
                  </a:lnTo>
                  <a:cubicBezTo>
                    <a:pt x="175" y="170"/>
                    <a:pt x="175" y="170"/>
                    <a:pt x="176" y="169"/>
                  </a:cubicBezTo>
                  <a:cubicBezTo>
                    <a:pt x="176" y="168"/>
                    <a:pt x="176" y="168"/>
                    <a:pt x="177" y="167"/>
                  </a:cubicBezTo>
                  <a:cubicBezTo>
                    <a:pt x="177" y="167"/>
                    <a:pt x="177" y="167"/>
                    <a:pt x="177" y="167"/>
                  </a:cubicBezTo>
                  <a:cubicBezTo>
                    <a:pt x="180" y="164"/>
                    <a:pt x="181" y="163"/>
                    <a:pt x="184" y="165"/>
                  </a:cubicBezTo>
                  <a:cubicBezTo>
                    <a:pt x="185" y="165"/>
                    <a:pt x="185" y="166"/>
                    <a:pt x="186" y="167"/>
                  </a:cubicBezTo>
                  <a:lnTo>
                    <a:pt x="186" y="167"/>
                  </a:lnTo>
                  <a:lnTo>
                    <a:pt x="187" y="168"/>
                  </a:lnTo>
                  <a:lnTo>
                    <a:pt x="188" y="168"/>
                  </a:lnTo>
                  <a:lnTo>
                    <a:pt x="188" y="169"/>
                  </a:lnTo>
                  <a:lnTo>
                    <a:pt x="188" y="170"/>
                  </a:lnTo>
                  <a:lnTo>
                    <a:pt x="189" y="170"/>
                  </a:lnTo>
                  <a:lnTo>
                    <a:pt x="189" y="171"/>
                  </a:lnTo>
                  <a:lnTo>
                    <a:pt x="189" y="171"/>
                  </a:lnTo>
                  <a:lnTo>
                    <a:pt x="189" y="171"/>
                  </a:lnTo>
                  <a:lnTo>
                    <a:pt x="189" y="172"/>
                  </a:lnTo>
                  <a:lnTo>
                    <a:pt x="189" y="172"/>
                  </a:lnTo>
                  <a:lnTo>
                    <a:pt x="189" y="172"/>
                  </a:lnTo>
                  <a:lnTo>
                    <a:pt x="190" y="173"/>
                  </a:lnTo>
                  <a:lnTo>
                    <a:pt x="190" y="173"/>
                  </a:lnTo>
                  <a:lnTo>
                    <a:pt x="190" y="174"/>
                  </a:lnTo>
                  <a:lnTo>
                    <a:pt x="190" y="174"/>
                  </a:lnTo>
                  <a:lnTo>
                    <a:pt x="191" y="176"/>
                  </a:lnTo>
                  <a:cubicBezTo>
                    <a:pt x="191" y="176"/>
                    <a:pt x="192" y="176"/>
                    <a:pt x="192" y="176"/>
                  </a:cubicBezTo>
                  <a:lnTo>
                    <a:pt x="192" y="177"/>
                  </a:lnTo>
                  <a:cubicBezTo>
                    <a:pt x="193" y="179"/>
                    <a:pt x="194" y="178"/>
                    <a:pt x="197" y="178"/>
                  </a:cubicBezTo>
                  <a:cubicBezTo>
                    <a:pt x="197" y="178"/>
                    <a:pt x="198" y="178"/>
                    <a:pt x="199" y="178"/>
                  </a:cubicBezTo>
                  <a:cubicBezTo>
                    <a:pt x="199" y="178"/>
                    <a:pt x="200" y="179"/>
                    <a:pt x="201" y="179"/>
                  </a:cubicBezTo>
                  <a:cubicBezTo>
                    <a:pt x="202" y="179"/>
                    <a:pt x="203" y="180"/>
                    <a:pt x="204" y="180"/>
                  </a:cubicBezTo>
                  <a:cubicBezTo>
                    <a:pt x="205" y="180"/>
                    <a:pt x="206" y="180"/>
                    <a:pt x="206" y="180"/>
                  </a:cubicBezTo>
                  <a:cubicBezTo>
                    <a:pt x="207" y="180"/>
                    <a:pt x="207" y="179"/>
                    <a:pt x="208" y="179"/>
                  </a:cubicBezTo>
                  <a:cubicBezTo>
                    <a:pt x="208" y="179"/>
                    <a:pt x="208" y="179"/>
                    <a:pt x="208" y="179"/>
                  </a:cubicBezTo>
                  <a:lnTo>
                    <a:pt x="208" y="178"/>
                  </a:lnTo>
                  <a:cubicBezTo>
                    <a:pt x="209" y="178"/>
                    <a:pt x="209" y="178"/>
                    <a:pt x="210" y="178"/>
                  </a:cubicBezTo>
                  <a:lnTo>
                    <a:pt x="210" y="178"/>
                  </a:lnTo>
                  <a:cubicBezTo>
                    <a:pt x="211" y="178"/>
                    <a:pt x="212" y="178"/>
                    <a:pt x="212" y="179"/>
                  </a:cubicBezTo>
                  <a:cubicBezTo>
                    <a:pt x="213" y="180"/>
                    <a:pt x="212" y="181"/>
                    <a:pt x="213" y="182"/>
                  </a:cubicBezTo>
                  <a:cubicBezTo>
                    <a:pt x="213" y="182"/>
                    <a:pt x="213" y="182"/>
                    <a:pt x="214" y="182"/>
                  </a:cubicBezTo>
                  <a:lnTo>
                    <a:pt x="215" y="184"/>
                  </a:lnTo>
                  <a:lnTo>
                    <a:pt x="215" y="184"/>
                  </a:lnTo>
                  <a:cubicBezTo>
                    <a:pt x="215" y="184"/>
                    <a:pt x="215" y="185"/>
                    <a:pt x="215" y="185"/>
                  </a:cubicBezTo>
                  <a:cubicBezTo>
                    <a:pt x="216" y="186"/>
                    <a:pt x="217" y="187"/>
                    <a:pt x="219" y="188"/>
                  </a:cubicBezTo>
                  <a:cubicBezTo>
                    <a:pt x="219" y="188"/>
                    <a:pt x="220" y="188"/>
                    <a:pt x="221" y="189"/>
                  </a:cubicBezTo>
                  <a:cubicBezTo>
                    <a:pt x="221" y="189"/>
                    <a:pt x="222" y="189"/>
                    <a:pt x="222" y="189"/>
                  </a:cubicBezTo>
                  <a:cubicBezTo>
                    <a:pt x="224" y="190"/>
                    <a:pt x="225" y="190"/>
                    <a:pt x="226" y="190"/>
                  </a:cubicBezTo>
                  <a:lnTo>
                    <a:pt x="226" y="190"/>
                  </a:lnTo>
                  <a:lnTo>
                    <a:pt x="227" y="190"/>
                  </a:lnTo>
                  <a:lnTo>
                    <a:pt x="227" y="191"/>
                  </a:lnTo>
                  <a:cubicBezTo>
                    <a:pt x="228" y="191"/>
                    <a:pt x="229" y="192"/>
                    <a:pt x="230" y="192"/>
                  </a:cubicBezTo>
                  <a:lnTo>
                    <a:pt x="231" y="192"/>
                  </a:lnTo>
                  <a:lnTo>
                    <a:pt x="231" y="192"/>
                  </a:lnTo>
                  <a:lnTo>
                    <a:pt x="232" y="192"/>
                  </a:lnTo>
                  <a:lnTo>
                    <a:pt x="232" y="192"/>
                  </a:lnTo>
                  <a:lnTo>
                    <a:pt x="233" y="192"/>
                  </a:lnTo>
                  <a:lnTo>
                    <a:pt x="233" y="193"/>
                  </a:lnTo>
                  <a:lnTo>
                    <a:pt x="234" y="193"/>
                  </a:lnTo>
                  <a:lnTo>
                    <a:pt x="237" y="194"/>
                  </a:lnTo>
                  <a:cubicBezTo>
                    <a:pt x="238" y="194"/>
                    <a:pt x="239" y="195"/>
                    <a:pt x="240" y="195"/>
                  </a:cubicBezTo>
                  <a:cubicBezTo>
                    <a:pt x="241" y="195"/>
                    <a:pt x="241" y="195"/>
                    <a:pt x="241" y="195"/>
                  </a:cubicBezTo>
                  <a:cubicBezTo>
                    <a:pt x="242" y="196"/>
                    <a:pt x="243" y="196"/>
                    <a:pt x="244" y="197"/>
                  </a:cubicBezTo>
                  <a:lnTo>
                    <a:pt x="245" y="197"/>
                  </a:lnTo>
                  <a:lnTo>
                    <a:pt x="245" y="198"/>
                  </a:lnTo>
                  <a:cubicBezTo>
                    <a:pt x="246" y="198"/>
                    <a:pt x="246" y="198"/>
                    <a:pt x="247" y="199"/>
                  </a:cubicBezTo>
                  <a:cubicBezTo>
                    <a:pt x="248" y="199"/>
                    <a:pt x="248" y="199"/>
                    <a:pt x="247" y="201"/>
                  </a:cubicBezTo>
                  <a:lnTo>
                    <a:pt x="246" y="201"/>
                  </a:lnTo>
                  <a:lnTo>
                    <a:pt x="246" y="202"/>
                  </a:lnTo>
                  <a:lnTo>
                    <a:pt x="245" y="202"/>
                  </a:lnTo>
                  <a:cubicBezTo>
                    <a:pt x="245" y="202"/>
                    <a:pt x="245" y="202"/>
                    <a:pt x="244" y="203"/>
                  </a:cubicBezTo>
                  <a:cubicBezTo>
                    <a:pt x="244" y="203"/>
                    <a:pt x="244" y="203"/>
                    <a:pt x="243" y="203"/>
                  </a:cubicBezTo>
                  <a:lnTo>
                    <a:pt x="243" y="203"/>
                  </a:lnTo>
                  <a:cubicBezTo>
                    <a:pt x="242" y="203"/>
                    <a:pt x="241" y="203"/>
                    <a:pt x="241" y="203"/>
                  </a:cubicBezTo>
                  <a:lnTo>
                    <a:pt x="240" y="203"/>
                  </a:lnTo>
                  <a:cubicBezTo>
                    <a:pt x="240" y="203"/>
                    <a:pt x="239" y="202"/>
                    <a:pt x="239" y="202"/>
                  </a:cubicBezTo>
                  <a:lnTo>
                    <a:pt x="238" y="202"/>
                  </a:lnTo>
                  <a:lnTo>
                    <a:pt x="235" y="201"/>
                  </a:lnTo>
                  <a:lnTo>
                    <a:pt x="235" y="201"/>
                  </a:lnTo>
                  <a:lnTo>
                    <a:pt x="234" y="201"/>
                  </a:lnTo>
                  <a:lnTo>
                    <a:pt x="234" y="201"/>
                  </a:lnTo>
                  <a:lnTo>
                    <a:pt x="233" y="201"/>
                  </a:lnTo>
                  <a:cubicBezTo>
                    <a:pt x="233" y="201"/>
                    <a:pt x="233" y="201"/>
                    <a:pt x="233" y="201"/>
                  </a:cubicBezTo>
                  <a:lnTo>
                    <a:pt x="232" y="201"/>
                  </a:lnTo>
                  <a:cubicBezTo>
                    <a:pt x="228" y="200"/>
                    <a:pt x="225" y="199"/>
                    <a:pt x="222" y="198"/>
                  </a:cubicBezTo>
                  <a:cubicBezTo>
                    <a:pt x="220" y="198"/>
                    <a:pt x="219" y="198"/>
                    <a:pt x="218" y="198"/>
                  </a:cubicBezTo>
                  <a:cubicBezTo>
                    <a:pt x="217" y="198"/>
                    <a:pt x="217" y="198"/>
                    <a:pt x="216" y="198"/>
                  </a:cubicBezTo>
                  <a:cubicBezTo>
                    <a:pt x="215" y="197"/>
                    <a:pt x="215" y="197"/>
                    <a:pt x="214" y="197"/>
                  </a:cubicBezTo>
                  <a:cubicBezTo>
                    <a:pt x="214" y="197"/>
                    <a:pt x="214" y="197"/>
                    <a:pt x="213" y="198"/>
                  </a:cubicBezTo>
                  <a:cubicBezTo>
                    <a:pt x="213" y="198"/>
                    <a:pt x="213" y="198"/>
                    <a:pt x="213" y="198"/>
                  </a:cubicBezTo>
                  <a:cubicBezTo>
                    <a:pt x="213" y="199"/>
                    <a:pt x="212" y="199"/>
                    <a:pt x="212" y="200"/>
                  </a:cubicBezTo>
                  <a:cubicBezTo>
                    <a:pt x="212" y="201"/>
                    <a:pt x="212" y="201"/>
                    <a:pt x="212" y="202"/>
                  </a:cubicBezTo>
                  <a:lnTo>
                    <a:pt x="210" y="209"/>
                  </a:lnTo>
                  <a:cubicBezTo>
                    <a:pt x="210" y="211"/>
                    <a:pt x="211" y="211"/>
                    <a:pt x="212" y="211"/>
                  </a:cubicBezTo>
                  <a:cubicBezTo>
                    <a:pt x="212" y="210"/>
                    <a:pt x="213" y="210"/>
                    <a:pt x="214" y="210"/>
                  </a:cubicBezTo>
                  <a:cubicBezTo>
                    <a:pt x="215" y="210"/>
                    <a:pt x="216" y="210"/>
                    <a:pt x="217" y="210"/>
                  </a:cubicBezTo>
                  <a:cubicBezTo>
                    <a:pt x="218" y="211"/>
                    <a:pt x="220" y="213"/>
                    <a:pt x="220" y="214"/>
                  </a:cubicBezTo>
                  <a:cubicBezTo>
                    <a:pt x="221" y="215"/>
                    <a:pt x="221" y="217"/>
                    <a:pt x="221" y="218"/>
                  </a:cubicBezTo>
                  <a:cubicBezTo>
                    <a:pt x="221" y="219"/>
                    <a:pt x="221" y="220"/>
                    <a:pt x="221" y="221"/>
                  </a:cubicBezTo>
                  <a:cubicBezTo>
                    <a:pt x="221" y="222"/>
                    <a:pt x="221" y="223"/>
                    <a:pt x="221" y="225"/>
                  </a:cubicBezTo>
                  <a:cubicBezTo>
                    <a:pt x="220" y="229"/>
                    <a:pt x="220" y="237"/>
                    <a:pt x="219" y="241"/>
                  </a:cubicBezTo>
                  <a:cubicBezTo>
                    <a:pt x="218" y="243"/>
                    <a:pt x="218" y="245"/>
                    <a:pt x="218" y="246"/>
                  </a:cubicBezTo>
                  <a:lnTo>
                    <a:pt x="218" y="249"/>
                  </a:lnTo>
                  <a:lnTo>
                    <a:pt x="218" y="252"/>
                  </a:lnTo>
                  <a:cubicBezTo>
                    <a:pt x="218" y="253"/>
                    <a:pt x="218" y="254"/>
                    <a:pt x="218" y="255"/>
                  </a:cubicBezTo>
                  <a:cubicBezTo>
                    <a:pt x="217" y="256"/>
                    <a:pt x="216" y="257"/>
                    <a:pt x="215" y="257"/>
                  </a:cubicBezTo>
                  <a:cubicBezTo>
                    <a:pt x="215" y="258"/>
                    <a:pt x="214" y="258"/>
                    <a:pt x="214" y="258"/>
                  </a:cubicBezTo>
                  <a:cubicBezTo>
                    <a:pt x="213" y="258"/>
                    <a:pt x="212" y="258"/>
                    <a:pt x="211" y="258"/>
                  </a:cubicBezTo>
                  <a:cubicBezTo>
                    <a:pt x="211" y="258"/>
                    <a:pt x="210" y="259"/>
                    <a:pt x="210" y="259"/>
                  </a:cubicBezTo>
                  <a:cubicBezTo>
                    <a:pt x="207" y="260"/>
                    <a:pt x="206" y="259"/>
                    <a:pt x="203" y="258"/>
                  </a:cubicBezTo>
                  <a:cubicBezTo>
                    <a:pt x="202" y="258"/>
                    <a:pt x="202" y="257"/>
                    <a:pt x="202" y="257"/>
                  </a:cubicBezTo>
                  <a:lnTo>
                    <a:pt x="201" y="255"/>
                  </a:lnTo>
                  <a:cubicBezTo>
                    <a:pt x="201" y="254"/>
                    <a:pt x="200" y="254"/>
                    <a:pt x="200" y="253"/>
                  </a:cubicBezTo>
                  <a:lnTo>
                    <a:pt x="199" y="253"/>
                  </a:lnTo>
                  <a:cubicBezTo>
                    <a:pt x="199" y="252"/>
                    <a:pt x="199" y="251"/>
                    <a:pt x="197" y="249"/>
                  </a:cubicBezTo>
                  <a:lnTo>
                    <a:pt x="194" y="246"/>
                  </a:lnTo>
                  <a:cubicBezTo>
                    <a:pt x="194" y="245"/>
                    <a:pt x="194" y="245"/>
                    <a:pt x="194" y="244"/>
                  </a:cubicBezTo>
                  <a:cubicBezTo>
                    <a:pt x="193" y="244"/>
                    <a:pt x="193" y="244"/>
                    <a:pt x="193" y="244"/>
                  </a:cubicBezTo>
                  <a:cubicBezTo>
                    <a:pt x="193" y="242"/>
                    <a:pt x="192" y="240"/>
                    <a:pt x="191" y="239"/>
                  </a:cubicBezTo>
                  <a:cubicBezTo>
                    <a:pt x="190" y="237"/>
                    <a:pt x="190" y="236"/>
                    <a:pt x="189" y="235"/>
                  </a:cubicBezTo>
                  <a:cubicBezTo>
                    <a:pt x="189" y="235"/>
                    <a:pt x="189" y="235"/>
                    <a:pt x="189" y="234"/>
                  </a:cubicBezTo>
                  <a:cubicBezTo>
                    <a:pt x="188" y="233"/>
                    <a:pt x="188" y="233"/>
                    <a:pt x="187" y="232"/>
                  </a:cubicBezTo>
                  <a:cubicBezTo>
                    <a:pt x="186" y="231"/>
                    <a:pt x="186" y="231"/>
                    <a:pt x="186" y="231"/>
                  </a:cubicBezTo>
                  <a:cubicBezTo>
                    <a:pt x="186" y="230"/>
                    <a:pt x="185" y="230"/>
                    <a:pt x="185" y="230"/>
                  </a:cubicBezTo>
                  <a:lnTo>
                    <a:pt x="185" y="229"/>
                  </a:lnTo>
                  <a:lnTo>
                    <a:pt x="185" y="229"/>
                  </a:lnTo>
                  <a:lnTo>
                    <a:pt x="183" y="228"/>
                  </a:lnTo>
                  <a:lnTo>
                    <a:pt x="183" y="227"/>
                  </a:lnTo>
                  <a:lnTo>
                    <a:pt x="183" y="227"/>
                  </a:lnTo>
                  <a:cubicBezTo>
                    <a:pt x="182" y="227"/>
                    <a:pt x="182" y="227"/>
                    <a:pt x="182" y="226"/>
                  </a:cubicBezTo>
                  <a:lnTo>
                    <a:pt x="182" y="226"/>
                  </a:lnTo>
                  <a:lnTo>
                    <a:pt x="181" y="226"/>
                  </a:lnTo>
                  <a:cubicBezTo>
                    <a:pt x="181" y="225"/>
                    <a:pt x="180" y="224"/>
                    <a:pt x="179" y="224"/>
                  </a:cubicBezTo>
                  <a:lnTo>
                    <a:pt x="179" y="223"/>
                  </a:lnTo>
                  <a:cubicBezTo>
                    <a:pt x="179" y="222"/>
                    <a:pt x="178" y="222"/>
                    <a:pt x="178" y="221"/>
                  </a:cubicBezTo>
                  <a:lnTo>
                    <a:pt x="176" y="219"/>
                  </a:lnTo>
                  <a:lnTo>
                    <a:pt x="176" y="218"/>
                  </a:lnTo>
                  <a:lnTo>
                    <a:pt x="175" y="217"/>
                  </a:lnTo>
                  <a:lnTo>
                    <a:pt x="173" y="214"/>
                  </a:lnTo>
                  <a:lnTo>
                    <a:pt x="172" y="214"/>
                  </a:lnTo>
                  <a:lnTo>
                    <a:pt x="170" y="211"/>
                  </a:lnTo>
                  <a:lnTo>
                    <a:pt x="168" y="208"/>
                  </a:lnTo>
                  <a:cubicBezTo>
                    <a:pt x="167" y="207"/>
                    <a:pt x="167" y="207"/>
                    <a:pt x="167" y="206"/>
                  </a:cubicBezTo>
                  <a:lnTo>
                    <a:pt x="166" y="205"/>
                  </a:lnTo>
                  <a:cubicBezTo>
                    <a:pt x="166" y="205"/>
                    <a:pt x="166" y="204"/>
                    <a:pt x="165" y="204"/>
                  </a:cubicBezTo>
                  <a:lnTo>
                    <a:pt x="165" y="204"/>
                  </a:lnTo>
                  <a:lnTo>
                    <a:pt x="165" y="203"/>
                  </a:lnTo>
                  <a:lnTo>
                    <a:pt x="164" y="201"/>
                  </a:lnTo>
                  <a:cubicBezTo>
                    <a:pt x="164" y="201"/>
                    <a:pt x="164" y="200"/>
                    <a:pt x="165" y="199"/>
                  </a:cubicBezTo>
                  <a:cubicBezTo>
                    <a:pt x="165" y="199"/>
                    <a:pt x="165" y="199"/>
                    <a:pt x="165" y="199"/>
                  </a:cubicBezTo>
                  <a:cubicBezTo>
                    <a:pt x="165" y="198"/>
                    <a:pt x="165" y="198"/>
                    <a:pt x="165" y="198"/>
                  </a:cubicBezTo>
                  <a:cubicBezTo>
                    <a:pt x="166" y="198"/>
                    <a:pt x="167" y="197"/>
                    <a:pt x="167" y="196"/>
                  </a:cubicBezTo>
                </a:path>
                <a:path w="953" h="953">
                  <a:moveTo>
                    <a:pt x="399" y="100"/>
                  </a:moveTo>
                  <a:lnTo>
                    <a:pt x="398" y="99"/>
                  </a:lnTo>
                  <a:cubicBezTo>
                    <a:pt x="397" y="97"/>
                    <a:pt x="396" y="95"/>
                    <a:pt x="397" y="93"/>
                  </a:cubicBezTo>
                  <a:lnTo>
                    <a:pt x="397" y="91"/>
                  </a:lnTo>
                  <a:lnTo>
                    <a:pt x="397" y="91"/>
                  </a:lnTo>
                  <a:lnTo>
                    <a:pt x="397" y="90"/>
                  </a:lnTo>
                  <a:lnTo>
                    <a:pt x="397" y="89"/>
                  </a:lnTo>
                  <a:lnTo>
                    <a:pt x="397" y="89"/>
                  </a:lnTo>
                  <a:lnTo>
                    <a:pt x="397" y="89"/>
                  </a:lnTo>
                  <a:lnTo>
                    <a:pt x="398" y="88"/>
                  </a:lnTo>
                  <a:lnTo>
                    <a:pt x="398" y="88"/>
                  </a:lnTo>
                  <a:lnTo>
                    <a:pt x="399" y="86"/>
                  </a:lnTo>
                  <a:lnTo>
                    <a:pt x="399" y="86"/>
                  </a:lnTo>
                  <a:lnTo>
                    <a:pt x="399" y="85"/>
                  </a:lnTo>
                  <a:lnTo>
                    <a:pt x="399" y="85"/>
                  </a:lnTo>
                  <a:lnTo>
                    <a:pt x="400" y="84"/>
                  </a:lnTo>
                  <a:lnTo>
                    <a:pt x="400" y="84"/>
                  </a:lnTo>
                  <a:lnTo>
                    <a:pt x="400" y="83"/>
                  </a:lnTo>
                  <a:lnTo>
                    <a:pt x="401" y="81"/>
                  </a:lnTo>
                  <a:cubicBezTo>
                    <a:pt x="401" y="81"/>
                    <a:pt x="402" y="80"/>
                    <a:pt x="403" y="79"/>
                  </a:cubicBezTo>
                  <a:lnTo>
                    <a:pt x="403" y="79"/>
                  </a:lnTo>
                  <a:cubicBezTo>
                    <a:pt x="404" y="78"/>
                    <a:pt x="404" y="79"/>
                    <a:pt x="404" y="80"/>
                  </a:cubicBezTo>
                  <a:lnTo>
                    <a:pt x="404" y="81"/>
                  </a:lnTo>
                  <a:cubicBezTo>
                    <a:pt x="405" y="81"/>
                    <a:pt x="405" y="82"/>
                    <a:pt x="405" y="83"/>
                  </a:cubicBezTo>
                  <a:cubicBezTo>
                    <a:pt x="405" y="83"/>
                    <a:pt x="405" y="83"/>
                    <a:pt x="405" y="83"/>
                  </a:cubicBezTo>
                  <a:cubicBezTo>
                    <a:pt x="406" y="83"/>
                    <a:pt x="405" y="84"/>
                    <a:pt x="406" y="84"/>
                  </a:cubicBezTo>
                  <a:cubicBezTo>
                    <a:pt x="406" y="85"/>
                    <a:pt x="406" y="85"/>
                    <a:pt x="406" y="86"/>
                  </a:cubicBezTo>
                  <a:lnTo>
                    <a:pt x="408" y="91"/>
                  </a:lnTo>
                  <a:cubicBezTo>
                    <a:pt x="408" y="93"/>
                    <a:pt x="409" y="95"/>
                    <a:pt x="408" y="95"/>
                  </a:cubicBezTo>
                  <a:lnTo>
                    <a:pt x="408" y="95"/>
                  </a:lnTo>
                  <a:cubicBezTo>
                    <a:pt x="408" y="95"/>
                    <a:pt x="408" y="95"/>
                    <a:pt x="407" y="94"/>
                  </a:cubicBezTo>
                  <a:lnTo>
                    <a:pt x="407" y="93"/>
                  </a:lnTo>
                  <a:lnTo>
                    <a:pt x="406" y="93"/>
                  </a:lnTo>
                  <a:lnTo>
                    <a:pt x="405" y="92"/>
                  </a:lnTo>
                  <a:cubicBezTo>
                    <a:pt x="405" y="92"/>
                    <a:pt x="405" y="92"/>
                    <a:pt x="404" y="92"/>
                  </a:cubicBezTo>
                  <a:lnTo>
                    <a:pt x="404" y="92"/>
                  </a:lnTo>
                  <a:cubicBezTo>
                    <a:pt x="403" y="92"/>
                    <a:pt x="403" y="91"/>
                    <a:pt x="402" y="91"/>
                  </a:cubicBezTo>
                  <a:lnTo>
                    <a:pt x="401" y="90"/>
                  </a:lnTo>
                  <a:lnTo>
                    <a:pt x="401" y="90"/>
                  </a:lnTo>
                  <a:lnTo>
                    <a:pt x="400" y="90"/>
                  </a:lnTo>
                  <a:lnTo>
                    <a:pt x="400" y="90"/>
                  </a:lnTo>
                  <a:lnTo>
                    <a:pt x="400" y="90"/>
                  </a:lnTo>
                  <a:lnTo>
                    <a:pt x="400" y="90"/>
                  </a:lnTo>
                  <a:lnTo>
                    <a:pt x="399" y="90"/>
                  </a:lnTo>
                  <a:lnTo>
                    <a:pt x="398" y="90"/>
                  </a:lnTo>
                  <a:lnTo>
                    <a:pt x="398" y="91"/>
                  </a:lnTo>
                  <a:lnTo>
                    <a:pt x="399" y="91"/>
                  </a:lnTo>
                  <a:cubicBezTo>
                    <a:pt x="400" y="93"/>
                    <a:pt x="400" y="95"/>
                    <a:pt x="401" y="97"/>
                  </a:cubicBezTo>
                  <a:cubicBezTo>
                    <a:pt x="402" y="97"/>
                    <a:pt x="401" y="98"/>
                    <a:pt x="401" y="99"/>
                  </a:cubicBezTo>
                  <a:lnTo>
                    <a:pt x="401" y="100"/>
                  </a:lnTo>
                  <a:lnTo>
                    <a:pt x="401" y="101"/>
                  </a:lnTo>
                  <a:cubicBezTo>
                    <a:pt x="400" y="102"/>
                    <a:pt x="400" y="103"/>
                    <a:pt x="400" y="104"/>
                  </a:cubicBezTo>
                  <a:cubicBezTo>
                    <a:pt x="398" y="106"/>
                    <a:pt x="398" y="106"/>
                    <a:pt x="398" y="104"/>
                  </a:cubicBezTo>
                  <a:lnTo>
                    <a:pt x="398" y="103"/>
                  </a:lnTo>
                  <a:lnTo>
                    <a:pt x="399" y="103"/>
                  </a:lnTo>
                  <a:lnTo>
                    <a:pt x="399" y="100"/>
                  </a:lnTo>
                  <a:close/>
                  <a:moveTo>
                    <a:pt x="401" y="112"/>
                  </a:moveTo>
                  <a:cubicBezTo>
                    <a:pt x="401" y="111"/>
                    <a:pt x="403" y="110"/>
                    <a:pt x="405" y="109"/>
                  </a:cubicBezTo>
                  <a:lnTo>
                    <a:pt x="406" y="107"/>
                  </a:lnTo>
                  <a:cubicBezTo>
                    <a:pt x="409" y="104"/>
                    <a:pt x="410" y="104"/>
                    <a:pt x="409" y="106"/>
                  </a:cubicBezTo>
                  <a:cubicBezTo>
                    <a:pt x="410" y="108"/>
                    <a:pt x="410" y="111"/>
                    <a:pt x="410" y="113"/>
                  </a:cubicBezTo>
                  <a:cubicBezTo>
                    <a:pt x="411" y="114"/>
                    <a:pt x="411" y="115"/>
                    <a:pt x="411" y="116"/>
                  </a:cubicBezTo>
                  <a:lnTo>
                    <a:pt x="411" y="119"/>
                  </a:lnTo>
                  <a:cubicBezTo>
                    <a:pt x="412" y="121"/>
                    <a:pt x="412" y="122"/>
                    <a:pt x="412" y="124"/>
                  </a:cubicBezTo>
                  <a:cubicBezTo>
                    <a:pt x="412" y="126"/>
                    <a:pt x="412" y="126"/>
                    <a:pt x="409" y="127"/>
                  </a:cubicBezTo>
                  <a:cubicBezTo>
                    <a:pt x="405" y="127"/>
                    <a:pt x="402" y="127"/>
                    <a:pt x="400" y="126"/>
                  </a:cubicBezTo>
                  <a:cubicBezTo>
                    <a:pt x="399" y="126"/>
                    <a:pt x="398" y="126"/>
                    <a:pt x="397" y="126"/>
                  </a:cubicBezTo>
                  <a:cubicBezTo>
                    <a:pt x="396" y="126"/>
                    <a:pt x="396" y="123"/>
                    <a:pt x="396" y="122"/>
                  </a:cubicBezTo>
                  <a:cubicBezTo>
                    <a:pt x="396" y="120"/>
                    <a:pt x="397" y="119"/>
                    <a:pt x="397" y="121"/>
                  </a:cubicBezTo>
                  <a:cubicBezTo>
                    <a:pt x="397" y="122"/>
                    <a:pt x="398" y="122"/>
                    <a:pt x="400" y="123"/>
                  </a:cubicBezTo>
                  <a:cubicBezTo>
                    <a:pt x="401" y="124"/>
                    <a:pt x="402" y="122"/>
                    <a:pt x="403" y="123"/>
                  </a:cubicBezTo>
                  <a:cubicBezTo>
                    <a:pt x="403" y="124"/>
                    <a:pt x="404" y="124"/>
                    <a:pt x="405" y="123"/>
                  </a:cubicBezTo>
                  <a:cubicBezTo>
                    <a:pt x="405" y="120"/>
                    <a:pt x="404" y="117"/>
                    <a:pt x="402" y="114"/>
                  </a:cubicBezTo>
                  <a:cubicBezTo>
                    <a:pt x="401" y="114"/>
                    <a:pt x="401" y="113"/>
                    <a:pt x="401" y="112"/>
                  </a:cubicBezTo>
                  <a:moveTo>
                    <a:pt x="408" y="97"/>
                  </a:moveTo>
                  <a:cubicBezTo>
                    <a:pt x="408" y="97"/>
                    <a:pt x="409" y="97"/>
                    <a:pt x="409" y="98"/>
                  </a:cubicBezTo>
                  <a:cubicBezTo>
                    <a:pt x="410" y="100"/>
                    <a:pt x="406" y="102"/>
                    <a:pt x="405" y="103"/>
                  </a:cubicBezTo>
                  <a:lnTo>
                    <a:pt x="400" y="107"/>
                  </a:lnTo>
                  <a:cubicBezTo>
                    <a:pt x="399" y="107"/>
                    <a:pt x="399" y="107"/>
                    <a:pt x="399" y="106"/>
                  </a:cubicBezTo>
                  <a:cubicBezTo>
                    <a:pt x="400" y="106"/>
                    <a:pt x="400" y="105"/>
                    <a:pt x="400" y="105"/>
                  </a:cubicBezTo>
                  <a:lnTo>
                    <a:pt x="400" y="105"/>
                  </a:lnTo>
                  <a:cubicBezTo>
                    <a:pt x="400" y="105"/>
                    <a:pt x="401" y="105"/>
                    <a:pt x="401" y="105"/>
                  </a:cubicBezTo>
                  <a:cubicBezTo>
                    <a:pt x="401" y="104"/>
                    <a:pt x="402" y="104"/>
                    <a:pt x="402" y="102"/>
                  </a:cubicBezTo>
                  <a:cubicBezTo>
                    <a:pt x="403" y="102"/>
                    <a:pt x="405" y="101"/>
                    <a:pt x="406" y="100"/>
                  </a:cubicBezTo>
                  <a:cubicBezTo>
                    <a:pt x="407" y="100"/>
                    <a:pt x="407" y="99"/>
                    <a:pt x="407" y="98"/>
                  </a:cubicBezTo>
                  <a:cubicBezTo>
                    <a:pt x="407" y="97"/>
                    <a:pt x="407" y="97"/>
                    <a:pt x="408" y="97"/>
                  </a:cubicBezTo>
                  <a:moveTo>
                    <a:pt x="391" y="84"/>
                  </a:moveTo>
                  <a:cubicBezTo>
                    <a:pt x="390" y="84"/>
                    <a:pt x="389" y="83"/>
                    <a:pt x="389" y="85"/>
                  </a:cubicBezTo>
                  <a:lnTo>
                    <a:pt x="389" y="85"/>
                  </a:lnTo>
                  <a:lnTo>
                    <a:pt x="389" y="86"/>
                  </a:lnTo>
                  <a:lnTo>
                    <a:pt x="389" y="86"/>
                  </a:lnTo>
                  <a:lnTo>
                    <a:pt x="389" y="86"/>
                  </a:lnTo>
                  <a:lnTo>
                    <a:pt x="389" y="87"/>
                  </a:lnTo>
                  <a:lnTo>
                    <a:pt x="389" y="87"/>
                  </a:lnTo>
                  <a:lnTo>
                    <a:pt x="389" y="89"/>
                  </a:lnTo>
                  <a:lnTo>
                    <a:pt x="389" y="89"/>
                  </a:lnTo>
                  <a:lnTo>
                    <a:pt x="389" y="90"/>
                  </a:lnTo>
                  <a:lnTo>
                    <a:pt x="388" y="91"/>
                  </a:lnTo>
                  <a:lnTo>
                    <a:pt x="388" y="93"/>
                  </a:lnTo>
                  <a:cubicBezTo>
                    <a:pt x="388" y="94"/>
                    <a:pt x="388" y="95"/>
                    <a:pt x="388" y="95"/>
                  </a:cubicBezTo>
                  <a:lnTo>
                    <a:pt x="388" y="96"/>
                  </a:lnTo>
                  <a:cubicBezTo>
                    <a:pt x="389" y="97"/>
                    <a:pt x="388" y="98"/>
                    <a:pt x="388" y="100"/>
                  </a:cubicBezTo>
                  <a:lnTo>
                    <a:pt x="388" y="101"/>
                  </a:lnTo>
                  <a:cubicBezTo>
                    <a:pt x="389" y="101"/>
                    <a:pt x="389" y="102"/>
                    <a:pt x="389" y="103"/>
                  </a:cubicBezTo>
                  <a:cubicBezTo>
                    <a:pt x="389" y="103"/>
                    <a:pt x="388" y="104"/>
                    <a:pt x="388" y="104"/>
                  </a:cubicBezTo>
                  <a:cubicBezTo>
                    <a:pt x="389" y="106"/>
                    <a:pt x="389" y="108"/>
                    <a:pt x="389" y="110"/>
                  </a:cubicBezTo>
                  <a:lnTo>
                    <a:pt x="389" y="110"/>
                  </a:lnTo>
                  <a:cubicBezTo>
                    <a:pt x="389" y="111"/>
                    <a:pt x="389" y="112"/>
                    <a:pt x="389" y="113"/>
                  </a:cubicBezTo>
                  <a:cubicBezTo>
                    <a:pt x="389" y="114"/>
                    <a:pt x="389" y="114"/>
                    <a:pt x="389" y="115"/>
                  </a:cubicBezTo>
                  <a:cubicBezTo>
                    <a:pt x="389" y="115"/>
                    <a:pt x="389" y="115"/>
                    <a:pt x="388" y="115"/>
                  </a:cubicBezTo>
                  <a:lnTo>
                    <a:pt x="387" y="116"/>
                  </a:lnTo>
                  <a:lnTo>
                    <a:pt x="385" y="118"/>
                  </a:lnTo>
                  <a:lnTo>
                    <a:pt x="384" y="119"/>
                  </a:lnTo>
                  <a:lnTo>
                    <a:pt x="384" y="119"/>
                  </a:lnTo>
                  <a:lnTo>
                    <a:pt x="383" y="120"/>
                  </a:lnTo>
                  <a:lnTo>
                    <a:pt x="383" y="120"/>
                  </a:lnTo>
                  <a:lnTo>
                    <a:pt x="382" y="121"/>
                  </a:lnTo>
                  <a:cubicBezTo>
                    <a:pt x="382" y="121"/>
                    <a:pt x="382" y="121"/>
                    <a:pt x="381" y="121"/>
                  </a:cubicBezTo>
                  <a:lnTo>
                    <a:pt x="381" y="122"/>
                  </a:lnTo>
                  <a:cubicBezTo>
                    <a:pt x="380" y="122"/>
                    <a:pt x="379" y="122"/>
                    <a:pt x="379" y="122"/>
                  </a:cubicBezTo>
                  <a:lnTo>
                    <a:pt x="378" y="123"/>
                  </a:lnTo>
                  <a:cubicBezTo>
                    <a:pt x="378" y="122"/>
                    <a:pt x="377" y="123"/>
                    <a:pt x="377" y="123"/>
                  </a:cubicBezTo>
                  <a:lnTo>
                    <a:pt x="376" y="123"/>
                  </a:lnTo>
                  <a:lnTo>
                    <a:pt x="375" y="124"/>
                  </a:lnTo>
                  <a:lnTo>
                    <a:pt x="374" y="125"/>
                  </a:lnTo>
                  <a:cubicBezTo>
                    <a:pt x="373" y="127"/>
                    <a:pt x="373" y="128"/>
                    <a:pt x="373" y="129"/>
                  </a:cubicBezTo>
                  <a:lnTo>
                    <a:pt x="373" y="130"/>
                  </a:lnTo>
                  <a:cubicBezTo>
                    <a:pt x="374" y="131"/>
                    <a:pt x="374" y="131"/>
                    <a:pt x="375" y="131"/>
                  </a:cubicBezTo>
                  <a:lnTo>
                    <a:pt x="377" y="132"/>
                  </a:lnTo>
                  <a:lnTo>
                    <a:pt x="378" y="132"/>
                  </a:lnTo>
                  <a:cubicBezTo>
                    <a:pt x="379" y="131"/>
                    <a:pt x="379" y="131"/>
                    <a:pt x="380" y="130"/>
                  </a:cubicBezTo>
                  <a:cubicBezTo>
                    <a:pt x="381" y="129"/>
                    <a:pt x="381" y="129"/>
                    <a:pt x="382" y="128"/>
                  </a:cubicBezTo>
                  <a:lnTo>
                    <a:pt x="382" y="128"/>
                  </a:lnTo>
                  <a:cubicBezTo>
                    <a:pt x="383" y="128"/>
                    <a:pt x="383" y="127"/>
                    <a:pt x="384" y="127"/>
                  </a:cubicBezTo>
                  <a:lnTo>
                    <a:pt x="384" y="127"/>
                  </a:lnTo>
                  <a:cubicBezTo>
                    <a:pt x="385" y="127"/>
                    <a:pt x="385" y="126"/>
                    <a:pt x="385" y="126"/>
                  </a:cubicBezTo>
                  <a:cubicBezTo>
                    <a:pt x="385" y="126"/>
                    <a:pt x="386" y="126"/>
                    <a:pt x="386" y="125"/>
                  </a:cubicBezTo>
                  <a:lnTo>
                    <a:pt x="387" y="125"/>
                  </a:lnTo>
                  <a:cubicBezTo>
                    <a:pt x="388" y="126"/>
                    <a:pt x="388" y="127"/>
                    <a:pt x="388" y="129"/>
                  </a:cubicBezTo>
                  <a:cubicBezTo>
                    <a:pt x="387" y="130"/>
                    <a:pt x="387" y="132"/>
                    <a:pt x="388" y="134"/>
                  </a:cubicBezTo>
                  <a:cubicBezTo>
                    <a:pt x="388" y="134"/>
                    <a:pt x="388" y="134"/>
                    <a:pt x="388" y="134"/>
                  </a:cubicBezTo>
                  <a:cubicBezTo>
                    <a:pt x="388" y="134"/>
                    <a:pt x="388" y="134"/>
                    <a:pt x="389" y="134"/>
                  </a:cubicBezTo>
                  <a:cubicBezTo>
                    <a:pt x="389" y="135"/>
                    <a:pt x="389" y="135"/>
                    <a:pt x="389" y="135"/>
                  </a:cubicBezTo>
                  <a:cubicBezTo>
                    <a:pt x="389" y="135"/>
                    <a:pt x="389" y="135"/>
                    <a:pt x="389" y="136"/>
                  </a:cubicBezTo>
                  <a:cubicBezTo>
                    <a:pt x="390" y="136"/>
                    <a:pt x="390" y="136"/>
                    <a:pt x="391" y="136"/>
                  </a:cubicBezTo>
                  <a:lnTo>
                    <a:pt x="392" y="137"/>
                  </a:lnTo>
                  <a:cubicBezTo>
                    <a:pt x="392" y="138"/>
                    <a:pt x="392" y="138"/>
                    <a:pt x="393" y="138"/>
                  </a:cubicBezTo>
                  <a:cubicBezTo>
                    <a:pt x="393" y="138"/>
                    <a:pt x="394" y="137"/>
                    <a:pt x="394" y="137"/>
                  </a:cubicBezTo>
                  <a:cubicBezTo>
                    <a:pt x="395" y="134"/>
                    <a:pt x="396" y="132"/>
                    <a:pt x="396" y="130"/>
                  </a:cubicBezTo>
                  <a:cubicBezTo>
                    <a:pt x="396" y="129"/>
                    <a:pt x="396" y="128"/>
                    <a:pt x="396" y="128"/>
                  </a:cubicBezTo>
                  <a:cubicBezTo>
                    <a:pt x="397" y="128"/>
                    <a:pt x="397" y="128"/>
                    <a:pt x="398" y="129"/>
                  </a:cubicBezTo>
                  <a:lnTo>
                    <a:pt x="398" y="129"/>
                  </a:lnTo>
                  <a:cubicBezTo>
                    <a:pt x="400" y="129"/>
                    <a:pt x="400" y="129"/>
                    <a:pt x="401" y="130"/>
                  </a:cubicBezTo>
                  <a:lnTo>
                    <a:pt x="401" y="130"/>
                  </a:lnTo>
                  <a:cubicBezTo>
                    <a:pt x="402" y="129"/>
                    <a:pt x="402" y="130"/>
                    <a:pt x="403" y="130"/>
                  </a:cubicBezTo>
                  <a:lnTo>
                    <a:pt x="403" y="130"/>
                  </a:lnTo>
                  <a:cubicBezTo>
                    <a:pt x="404" y="130"/>
                    <a:pt x="405" y="130"/>
                    <a:pt x="406" y="130"/>
                  </a:cubicBezTo>
                  <a:lnTo>
                    <a:pt x="407" y="130"/>
                  </a:lnTo>
                  <a:cubicBezTo>
                    <a:pt x="407" y="131"/>
                    <a:pt x="407" y="131"/>
                    <a:pt x="408" y="131"/>
                  </a:cubicBezTo>
                  <a:cubicBezTo>
                    <a:pt x="408" y="131"/>
                    <a:pt x="409" y="132"/>
                    <a:pt x="409" y="132"/>
                  </a:cubicBezTo>
                  <a:cubicBezTo>
                    <a:pt x="410" y="132"/>
                    <a:pt x="410" y="132"/>
                    <a:pt x="410" y="133"/>
                  </a:cubicBezTo>
                  <a:cubicBezTo>
                    <a:pt x="410" y="133"/>
                    <a:pt x="410" y="133"/>
                    <a:pt x="410" y="134"/>
                  </a:cubicBezTo>
                  <a:lnTo>
                    <a:pt x="410" y="134"/>
                  </a:lnTo>
                  <a:lnTo>
                    <a:pt x="411" y="135"/>
                  </a:lnTo>
                  <a:cubicBezTo>
                    <a:pt x="412" y="136"/>
                    <a:pt x="413" y="136"/>
                    <a:pt x="413" y="136"/>
                  </a:cubicBezTo>
                  <a:cubicBezTo>
                    <a:pt x="414" y="136"/>
                    <a:pt x="414" y="136"/>
                    <a:pt x="414" y="136"/>
                  </a:cubicBezTo>
                  <a:cubicBezTo>
                    <a:pt x="414" y="136"/>
                    <a:pt x="414" y="135"/>
                    <a:pt x="415" y="135"/>
                  </a:cubicBezTo>
                  <a:cubicBezTo>
                    <a:pt x="415" y="135"/>
                    <a:pt x="415" y="135"/>
                    <a:pt x="415" y="135"/>
                  </a:cubicBezTo>
                  <a:lnTo>
                    <a:pt x="415" y="134"/>
                  </a:lnTo>
                  <a:lnTo>
                    <a:pt x="416" y="134"/>
                  </a:lnTo>
                  <a:cubicBezTo>
                    <a:pt x="416" y="134"/>
                    <a:pt x="416" y="134"/>
                    <a:pt x="416" y="134"/>
                  </a:cubicBezTo>
                  <a:lnTo>
                    <a:pt x="416" y="133"/>
                  </a:lnTo>
                  <a:cubicBezTo>
                    <a:pt x="417" y="133"/>
                    <a:pt x="417" y="132"/>
                    <a:pt x="417" y="132"/>
                  </a:cubicBezTo>
                  <a:cubicBezTo>
                    <a:pt x="419" y="130"/>
                    <a:pt x="419" y="128"/>
                    <a:pt x="419" y="126"/>
                  </a:cubicBezTo>
                  <a:lnTo>
                    <a:pt x="419" y="125"/>
                  </a:lnTo>
                  <a:lnTo>
                    <a:pt x="419" y="124"/>
                  </a:lnTo>
                  <a:lnTo>
                    <a:pt x="419" y="121"/>
                  </a:lnTo>
                  <a:lnTo>
                    <a:pt x="418" y="120"/>
                  </a:lnTo>
                  <a:lnTo>
                    <a:pt x="418" y="120"/>
                  </a:lnTo>
                  <a:lnTo>
                    <a:pt x="418" y="119"/>
                  </a:lnTo>
                  <a:lnTo>
                    <a:pt x="418" y="119"/>
                  </a:lnTo>
                  <a:lnTo>
                    <a:pt x="418" y="118"/>
                  </a:lnTo>
                  <a:lnTo>
                    <a:pt x="418" y="118"/>
                  </a:lnTo>
                  <a:cubicBezTo>
                    <a:pt x="418" y="117"/>
                    <a:pt x="419" y="117"/>
                    <a:pt x="419" y="118"/>
                  </a:cubicBezTo>
                  <a:cubicBezTo>
                    <a:pt x="420" y="118"/>
                    <a:pt x="421" y="118"/>
                    <a:pt x="421" y="118"/>
                  </a:cubicBezTo>
                  <a:cubicBezTo>
                    <a:pt x="422" y="119"/>
                    <a:pt x="422" y="119"/>
                    <a:pt x="423" y="119"/>
                  </a:cubicBezTo>
                  <a:cubicBezTo>
                    <a:pt x="424" y="118"/>
                    <a:pt x="424" y="118"/>
                    <a:pt x="424" y="117"/>
                  </a:cubicBezTo>
                  <a:cubicBezTo>
                    <a:pt x="424" y="116"/>
                    <a:pt x="425" y="116"/>
                    <a:pt x="426" y="115"/>
                  </a:cubicBezTo>
                  <a:cubicBezTo>
                    <a:pt x="426" y="115"/>
                    <a:pt x="426" y="115"/>
                    <a:pt x="426" y="115"/>
                  </a:cubicBezTo>
                  <a:cubicBezTo>
                    <a:pt x="426" y="114"/>
                    <a:pt x="426" y="113"/>
                    <a:pt x="427" y="113"/>
                  </a:cubicBezTo>
                  <a:lnTo>
                    <a:pt x="427" y="111"/>
                  </a:lnTo>
                  <a:lnTo>
                    <a:pt x="429" y="107"/>
                  </a:lnTo>
                  <a:lnTo>
                    <a:pt x="429" y="106"/>
                  </a:lnTo>
                  <a:lnTo>
                    <a:pt x="429" y="105"/>
                  </a:lnTo>
                  <a:lnTo>
                    <a:pt x="430" y="105"/>
                  </a:lnTo>
                  <a:lnTo>
                    <a:pt x="431" y="102"/>
                  </a:lnTo>
                  <a:lnTo>
                    <a:pt x="432" y="101"/>
                  </a:lnTo>
                  <a:lnTo>
                    <a:pt x="432" y="101"/>
                  </a:lnTo>
                  <a:lnTo>
                    <a:pt x="432" y="101"/>
                  </a:lnTo>
                  <a:lnTo>
                    <a:pt x="434" y="97"/>
                  </a:lnTo>
                  <a:lnTo>
                    <a:pt x="434" y="97"/>
                  </a:lnTo>
                  <a:lnTo>
                    <a:pt x="434" y="95"/>
                  </a:lnTo>
                  <a:cubicBezTo>
                    <a:pt x="436" y="93"/>
                    <a:pt x="437" y="92"/>
                    <a:pt x="438" y="90"/>
                  </a:cubicBezTo>
                  <a:cubicBezTo>
                    <a:pt x="438" y="89"/>
                    <a:pt x="437" y="89"/>
                    <a:pt x="438" y="88"/>
                  </a:cubicBezTo>
                  <a:cubicBezTo>
                    <a:pt x="439" y="88"/>
                    <a:pt x="439" y="87"/>
                    <a:pt x="439" y="87"/>
                  </a:cubicBezTo>
                  <a:lnTo>
                    <a:pt x="440" y="85"/>
                  </a:lnTo>
                  <a:lnTo>
                    <a:pt x="440" y="85"/>
                  </a:lnTo>
                  <a:lnTo>
                    <a:pt x="440" y="84"/>
                  </a:lnTo>
                  <a:lnTo>
                    <a:pt x="440" y="84"/>
                  </a:lnTo>
                  <a:lnTo>
                    <a:pt x="441" y="83"/>
                  </a:lnTo>
                  <a:lnTo>
                    <a:pt x="441" y="82"/>
                  </a:lnTo>
                  <a:lnTo>
                    <a:pt x="442" y="80"/>
                  </a:lnTo>
                  <a:lnTo>
                    <a:pt x="442" y="79"/>
                  </a:lnTo>
                  <a:lnTo>
                    <a:pt x="442" y="79"/>
                  </a:lnTo>
                  <a:lnTo>
                    <a:pt x="443" y="78"/>
                  </a:lnTo>
                  <a:lnTo>
                    <a:pt x="444" y="77"/>
                  </a:lnTo>
                  <a:cubicBezTo>
                    <a:pt x="444" y="76"/>
                    <a:pt x="443" y="76"/>
                    <a:pt x="444" y="76"/>
                  </a:cubicBezTo>
                  <a:cubicBezTo>
                    <a:pt x="444" y="76"/>
                    <a:pt x="444" y="76"/>
                    <a:pt x="444" y="75"/>
                  </a:cubicBezTo>
                  <a:cubicBezTo>
                    <a:pt x="445" y="75"/>
                    <a:pt x="445" y="74"/>
                    <a:pt x="445" y="73"/>
                  </a:cubicBezTo>
                  <a:lnTo>
                    <a:pt x="445" y="72"/>
                  </a:lnTo>
                  <a:cubicBezTo>
                    <a:pt x="445" y="72"/>
                    <a:pt x="445" y="71"/>
                    <a:pt x="445" y="71"/>
                  </a:cubicBezTo>
                  <a:cubicBezTo>
                    <a:pt x="445" y="70"/>
                    <a:pt x="445" y="70"/>
                    <a:pt x="444" y="70"/>
                  </a:cubicBezTo>
                  <a:lnTo>
                    <a:pt x="442" y="70"/>
                  </a:lnTo>
                  <a:lnTo>
                    <a:pt x="442" y="71"/>
                  </a:lnTo>
                  <a:lnTo>
                    <a:pt x="441" y="71"/>
                  </a:lnTo>
                  <a:lnTo>
                    <a:pt x="441" y="71"/>
                  </a:lnTo>
                  <a:lnTo>
                    <a:pt x="440" y="71"/>
                  </a:lnTo>
                  <a:lnTo>
                    <a:pt x="440" y="72"/>
                  </a:lnTo>
                  <a:cubicBezTo>
                    <a:pt x="439" y="72"/>
                    <a:pt x="439" y="72"/>
                    <a:pt x="438" y="72"/>
                  </a:cubicBezTo>
                  <a:lnTo>
                    <a:pt x="437" y="73"/>
                  </a:lnTo>
                  <a:lnTo>
                    <a:pt x="436" y="74"/>
                  </a:lnTo>
                  <a:lnTo>
                    <a:pt x="436" y="75"/>
                  </a:lnTo>
                  <a:lnTo>
                    <a:pt x="435" y="75"/>
                  </a:lnTo>
                  <a:lnTo>
                    <a:pt x="435" y="75"/>
                  </a:lnTo>
                  <a:lnTo>
                    <a:pt x="435" y="76"/>
                  </a:lnTo>
                  <a:cubicBezTo>
                    <a:pt x="434" y="76"/>
                    <a:pt x="433" y="77"/>
                    <a:pt x="433" y="78"/>
                  </a:cubicBezTo>
                  <a:lnTo>
                    <a:pt x="433" y="78"/>
                  </a:lnTo>
                  <a:cubicBezTo>
                    <a:pt x="432" y="78"/>
                    <a:pt x="432" y="78"/>
                    <a:pt x="432" y="79"/>
                  </a:cubicBezTo>
                  <a:cubicBezTo>
                    <a:pt x="432" y="79"/>
                    <a:pt x="431" y="79"/>
                    <a:pt x="431" y="79"/>
                  </a:cubicBezTo>
                  <a:cubicBezTo>
                    <a:pt x="430" y="80"/>
                    <a:pt x="430" y="80"/>
                    <a:pt x="430" y="79"/>
                  </a:cubicBezTo>
                  <a:lnTo>
                    <a:pt x="430" y="79"/>
                  </a:lnTo>
                  <a:lnTo>
                    <a:pt x="430" y="79"/>
                  </a:lnTo>
                  <a:lnTo>
                    <a:pt x="430" y="79"/>
                  </a:lnTo>
                  <a:lnTo>
                    <a:pt x="430" y="78"/>
                  </a:lnTo>
                  <a:lnTo>
                    <a:pt x="430" y="78"/>
                  </a:lnTo>
                  <a:cubicBezTo>
                    <a:pt x="430" y="78"/>
                    <a:pt x="430" y="78"/>
                    <a:pt x="430" y="77"/>
                  </a:cubicBezTo>
                  <a:lnTo>
                    <a:pt x="430" y="77"/>
                  </a:lnTo>
                  <a:lnTo>
                    <a:pt x="430" y="77"/>
                  </a:lnTo>
                  <a:lnTo>
                    <a:pt x="430" y="76"/>
                  </a:lnTo>
                  <a:cubicBezTo>
                    <a:pt x="430" y="76"/>
                    <a:pt x="430" y="76"/>
                    <a:pt x="430" y="76"/>
                  </a:cubicBezTo>
                  <a:lnTo>
                    <a:pt x="430" y="73"/>
                  </a:lnTo>
                  <a:cubicBezTo>
                    <a:pt x="430" y="72"/>
                    <a:pt x="431" y="71"/>
                    <a:pt x="432" y="69"/>
                  </a:cubicBezTo>
                  <a:lnTo>
                    <a:pt x="433" y="69"/>
                  </a:lnTo>
                  <a:lnTo>
                    <a:pt x="433" y="68"/>
                  </a:lnTo>
                  <a:lnTo>
                    <a:pt x="433" y="68"/>
                  </a:lnTo>
                  <a:lnTo>
                    <a:pt x="434" y="67"/>
                  </a:lnTo>
                  <a:lnTo>
                    <a:pt x="434" y="67"/>
                  </a:lnTo>
                  <a:lnTo>
                    <a:pt x="435" y="67"/>
                  </a:lnTo>
                  <a:lnTo>
                    <a:pt x="436" y="66"/>
                  </a:lnTo>
                  <a:lnTo>
                    <a:pt x="436" y="66"/>
                  </a:lnTo>
                  <a:lnTo>
                    <a:pt x="437" y="65"/>
                  </a:lnTo>
                  <a:lnTo>
                    <a:pt x="437" y="65"/>
                  </a:lnTo>
                  <a:cubicBezTo>
                    <a:pt x="437" y="65"/>
                    <a:pt x="438" y="65"/>
                    <a:pt x="438" y="65"/>
                  </a:cubicBezTo>
                  <a:cubicBezTo>
                    <a:pt x="438" y="64"/>
                    <a:pt x="439" y="64"/>
                    <a:pt x="441" y="64"/>
                  </a:cubicBezTo>
                  <a:lnTo>
                    <a:pt x="441" y="63"/>
                  </a:lnTo>
                  <a:lnTo>
                    <a:pt x="441" y="63"/>
                  </a:lnTo>
                  <a:lnTo>
                    <a:pt x="440" y="62"/>
                  </a:lnTo>
                  <a:lnTo>
                    <a:pt x="440" y="62"/>
                  </a:lnTo>
                  <a:lnTo>
                    <a:pt x="440" y="61"/>
                  </a:lnTo>
                  <a:lnTo>
                    <a:pt x="439" y="60"/>
                  </a:lnTo>
                  <a:lnTo>
                    <a:pt x="439" y="60"/>
                  </a:lnTo>
                  <a:lnTo>
                    <a:pt x="439" y="60"/>
                  </a:lnTo>
                  <a:lnTo>
                    <a:pt x="439" y="59"/>
                  </a:lnTo>
                  <a:lnTo>
                    <a:pt x="439" y="59"/>
                  </a:lnTo>
                  <a:lnTo>
                    <a:pt x="438" y="57"/>
                  </a:lnTo>
                  <a:lnTo>
                    <a:pt x="438" y="57"/>
                  </a:lnTo>
                  <a:cubicBezTo>
                    <a:pt x="438" y="56"/>
                    <a:pt x="437" y="55"/>
                    <a:pt x="437" y="55"/>
                  </a:cubicBezTo>
                  <a:cubicBezTo>
                    <a:pt x="436" y="55"/>
                    <a:pt x="436" y="55"/>
                    <a:pt x="435" y="55"/>
                  </a:cubicBezTo>
                  <a:cubicBezTo>
                    <a:pt x="435" y="55"/>
                    <a:pt x="435" y="55"/>
                    <a:pt x="434" y="55"/>
                  </a:cubicBezTo>
                  <a:lnTo>
                    <a:pt x="434" y="56"/>
                  </a:lnTo>
                  <a:cubicBezTo>
                    <a:pt x="434" y="56"/>
                    <a:pt x="434" y="56"/>
                    <a:pt x="433" y="57"/>
                  </a:cubicBezTo>
                  <a:cubicBezTo>
                    <a:pt x="433" y="57"/>
                    <a:pt x="433" y="57"/>
                    <a:pt x="433" y="58"/>
                  </a:cubicBezTo>
                  <a:cubicBezTo>
                    <a:pt x="432" y="59"/>
                    <a:pt x="432" y="60"/>
                    <a:pt x="431" y="61"/>
                  </a:cubicBezTo>
                  <a:lnTo>
                    <a:pt x="431" y="62"/>
                  </a:lnTo>
                  <a:lnTo>
                    <a:pt x="430" y="65"/>
                  </a:lnTo>
                  <a:lnTo>
                    <a:pt x="429" y="67"/>
                  </a:lnTo>
                  <a:lnTo>
                    <a:pt x="428" y="70"/>
                  </a:lnTo>
                  <a:lnTo>
                    <a:pt x="427" y="73"/>
                  </a:lnTo>
                  <a:cubicBezTo>
                    <a:pt x="426" y="76"/>
                    <a:pt x="426" y="80"/>
                    <a:pt x="423" y="83"/>
                  </a:cubicBezTo>
                  <a:lnTo>
                    <a:pt x="423" y="84"/>
                  </a:lnTo>
                  <a:lnTo>
                    <a:pt x="423" y="85"/>
                  </a:lnTo>
                  <a:lnTo>
                    <a:pt x="423" y="86"/>
                  </a:lnTo>
                  <a:lnTo>
                    <a:pt x="423" y="86"/>
                  </a:lnTo>
                  <a:lnTo>
                    <a:pt x="422" y="86"/>
                  </a:lnTo>
                  <a:lnTo>
                    <a:pt x="422" y="88"/>
                  </a:lnTo>
                  <a:lnTo>
                    <a:pt x="422" y="89"/>
                  </a:lnTo>
                  <a:lnTo>
                    <a:pt x="423" y="89"/>
                  </a:lnTo>
                  <a:cubicBezTo>
                    <a:pt x="423" y="90"/>
                    <a:pt x="424" y="90"/>
                    <a:pt x="425" y="91"/>
                  </a:cubicBezTo>
                  <a:cubicBezTo>
                    <a:pt x="425" y="91"/>
                    <a:pt x="426" y="91"/>
                    <a:pt x="426" y="91"/>
                  </a:cubicBezTo>
                  <a:cubicBezTo>
                    <a:pt x="428" y="91"/>
                    <a:pt x="428" y="93"/>
                    <a:pt x="427" y="94"/>
                  </a:cubicBezTo>
                  <a:cubicBezTo>
                    <a:pt x="427" y="94"/>
                    <a:pt x="426" y="95"/>
                    <a:pt x="426" y="95"/>
                  </a:cubicBezTo>
                  <a:cubicBezTo>
                    <a:pt x="426" y="96"/>
                    <a:pt x="426" y="96"/>
                    <a:pt x="425" y="97"/>
                  </a:cubicBezTo>
                  <a:cubicBezTo>
                    <a:pt x="425" y="98"/>
                    <a:pt x="425" y="98"/>
                    <a:pt x="424" y="99"/>
                  </a:cubicBezTo>
                  <a:lnTo>
                    <a:pt x="424" y="100"/>
                  </a:lnTo>
                  <a:lnTo>
                    <a:pt x="424" y="101"/>
                  </a:lnTo>
                  <a:cubicBezTo>
                    <a:pt x="423" y="102"/>
                    <a:pt x="423" y="104"/>
                    <a:pt x="422" y="106"/>
                  </a:cubicBezTo>
                  <a:cubicBezTo>
                    <a:pt x="422" y="106"/>
                    <a:pt x="421" y="106"/>
                    <a:pt x="421" y="106"/>
                  </a:cubicBezTo>
                  <a:cubicBezTo>
                    <a:pt x="421" y="106"/>
                    <a:pt x="421" y="107"/>
                    <a:pt x="421" y="107"/>
                  </a:cubicBezTo>
                  <a:cubicBezTo>
                    <a:pt x="421" y="107"/>
                    <a:pt x="421" y="107"/>
                    <a:pt x="421" y="108"/>
                  </a:cubicBezTo>
                  <a:cubicBezTo>
                    <a:pt x="420" y="109"/>
                    <a:pt x="420" y="110"/>
                    <a:pt x="419" y="111"/>
                  </a:cubicBezTo>
                  <a:cubicBezTo>
                    <a:pt x="419" y="111"/>
                    <a:pt x="419" y="111"/>
                    <a:pt x="419" y="112"/>
                  </a:cubicBezTo>
                  <a:cubicBezTo>
                    <a:pt x="419" y="113"/>
                    <a:pt x="419" y="114"/>
                    <a:pt x="417" y="114"/>
                  </a:cubicBezTo>
                  <a:lnTo>
                    <a:pt x="417" y="114"/>
                  </a:lnTo>
                  <a:lnTo>
                    <a:pt x="417" y="110"/>
                  </a:lnTo>
                  <a:lnTo>
                    <a:pt x="417" y="109"/>
                  </a:lnTo>
                  <a:lnTo>
                    <a:pt x="417" y="109"/>
                  </a:lnTo>
                  <a:lnTo>
                    <a:pt x="417" y="108"/>
                  </a:lnTo>
                  <a:lnTo>
                    <a:pt x="417" y="107"/>
                  </a:lnTo>
                  <a:lnTo>
                    <a:pt x="417" y="107"/>
                  </a:lnTo>
                  <a:lnTo>
                    <a:pt x="417" y="107"/>
                  </a:lnTo>
                  <a:lnTo>
                    <a:pt x="417" y="106"/>
                  </a:lnTo>
                  <a:lnTo>
                    <a:pt x="417" y="106"/>
                  </a:lnTo>
                  <a:lnTo>
                    <a:pt x="416" y="105"/>
                  </a:lnTo>
                  <a:lnTo>
                    <a:pt x="416" y="105"/>
                  </a:lnTo>
                  <a:lnTo>
                    <a:pt x="416" y="105"/>
                  </a:lnTo>
                  <a:lnTo>
                    <a:pt x="416" y="101"/>
                  </a:lnTo>
                  <a:lnTo>
                    <a:pt x="416" y="101"/>
                  </a:lnTo>
                  <a:lnTo>
                    <a:pt x="416" y="100"/>
                  </a:lnTo>
                  <a:cubicBezTo>
                    <a:pt x="417" y="100"/>
                    <a:pt x="418" y="99"/>
                    <a:pt x="418" y="99"/>
                  </a:cubicBezTo>
                  <a:lnTo>
                    <a:pt x="418" y="98"/>
                  </a:lnTo>
                  <a:cubicBezTo>
                    <a:pt x="418" y="97"/>
                    <a:pt x="416" y="96"/>
                    <a:pt x="415" y="96"/>
                  </a:cubicBezTo>
                  <a:lnTo>
                    <a:pt x="415" y="93"/>
                  </a:lnTo>
                  <a:lnTo>
                    <a:pt x="415" y="92"/>
                  </a:lnTo>
                  <a:lnTo>
                    <a:pt x="414" y="86"/>
                  </a:lnTo>
                  <a:lnTo>
                    <a:pt x="414" y="84"/>
                  </a:lnTo>
                  <a:lnTo>
                    <a:pt x="413" y="82"/>
                  </a:lnTo>
                  <a:cubicBezTo>
                    <a:pt x="412" y="80"/>
                    <a:pt x="411" y="80"/>
                    <a:pt x="411" y="78"/>
                  </a:cubicBezTo>
                  <a:lnTo>
                    <a:pt x="410" y="74"/>
                  </a:lnTo>
                  <a:cubicBezTo>
                    <a:pt x="409" y="73"/>
                    <a:pt x="409" y="72"/>
                    <a:pt x="408" y="71"/>
                  </a:cubicBezTo>
                  <a:cubicBezTo>
                    <a:pt x="406" y="71"/>
                    <a:pt x="405" y="71"/>
                    <a:pt x="403" y="72"/>
                  </a:cubicBezTo>
                  <a:lnTo>
                    <a:pt x="400" y="75"/>
                  </a:lnTo>
                  <a:lnTo>
                    <a:pt x="400" y="76"/>
                  </a:lnTo>
                  <a:lnTo>
                    <a:pt x="399" y="76"/>
                  </a:lnTo>
                  <a:lnTo>
                    <a:pt x="398" y="78"/>
                  </a:lnTo>
                  <a:lnTo>
                    <a:pt x="398" y="78"/>
                  </a:lnTo>
                  <a:lnTo>
                    <a:pt x="396" y="81"/>
                  </a:lnTo>
                  <a:lnTo>
                    <a:pt x="395" y="81"/>
                  </a:lnTo>
                  <a:lnTo>
                    <a:pt x="395" y="82"/>
                  </a:lnTo>
                  <a:lnTo>
                    <a:pt x="395" y="82"/>
                  </a:lnTo>
                  <a:lnTo>
                    <a:pt x="393" y="84"/>
                  </a:lnTo>
                  <a:cubicBezTo>
                    <a:pt x="393" y="85"/>
                    <a:pt x="393" y="85"/>
                    <a:pt x="393" y="85"/>
                  </a:cubicBezTo>
                  <a:cubicBezTo>
                    <a:pt x="392" y="85"/>
                    <a:pt x="392" y="85"/>
                    <a:pt x="392" y="85"/>
                  </a:cubicBezTo>
                  <a:lnTo>
                    <a:pt x="392" y="85"/>
                  </a:lnTo>
                  <a:cubicBezTo>
                    <a:pt x="391" y="85"/>
                    <a:pt x="392" y="84"/>
                    <a:pt x="391" y="84"/>
                  </a:cubicBezTo>
                  <a:moveTo>
                    <a:pt x="443" y="88"/>
                  </a:moveTo>
                  <a:cubicBezTo>
                    <a:pt x="445" y="88"/>
                    <a:pt x="446" y="91"/>
                    <a:pt x="447" y="93"/>
                  </a:cubicBezTo>
                  <a:cubicBezTo>
                    <a:pt x="447" y="93"/>
                    <a:pt x="447" y="95"/>
                    <a:pt x="447" y="96"/>
                  </a:cubicBezTo>
                  <a:cubicBezTo>
                    <a:pt x="446" y="97"/>
                    <a:pt x="447" y="98"/>
                    <a:pt x="447" y="99"/>
                  </a:cubicBezTo>
                  <a:cubicBezTo>
                    <a:pt x="446" y="99"/>
                    <a:pt x="446" y="99"/>
                    <a:pt x="446" y="100"/>
                  </a:cubicBezTo>
                  <a:cubicBezTo>
                    <a:pt x="446" y="101"/>
                    <a:pt x="446" y="102"/>
                    <a:pt x="446" y="104"/>
                  </a:cubicBezTo>
                  <a:lnTo>
                    <a:pt x="446" y="105"/>
                  </a:lnTo>
                  <a:lnTo>
                    <a:pt x="446" y="105"/>
                  </a:lnTo>
                  <a:lnTo>
                    <a:pt x="446" y="107"/>
                  </a:lnTo>
                  <a:cubicBezTo>
                    <a:pt x="447" y="110"/>
                    <a:pt x="447" y="112"/>
                    <a:pt x="447" y="113"/>
                  </a:cubicBezTo>
                  <a:cubicBezTo>
                    <a:pt x="448" y="114"/>
                    <a:pt x="448" y="115"/>
                    <a:pt x="449" y="116"/>
                  </a:cubicBezTo>
                  <a:cubicBezTo>
                    <a:pt x="449" y="116"/>
                    <a:pt x="450" y="117"/>
                    <a:pt x="451" y="118"/>
                  </a:cubicBezTo>
                  <a:cubicBezTo>
                    <a:pt x="457" y="117"/>
                    <a:pt x="464" y="115"/>
                    <a:pt x="467" y="113"/>
                  </a:cubicBezTo>
                  <a:cubicBezTo>
                    <a:pt x="467" y="113"/>
                    <a:pt x="468" y="113"/>
                    <a:pt x="468" y="113"/>
                  </a:cubicBezTo>
                  <a:lnTo>
                    <a:pt x="468" y="113"/>
                  </a:lnTo>
                  <a:cubicBezTo>
                    <a:pt x="469" y="112"/>
                    <a:pt x="469" y="112"/>
                    <a:pt x="470" y="111"/>
                  </a:cubicBezTo>
                  <a:cubicBezTo>
                    <a:pt x="472" y="111"/>
                    <a:pt x="474" y="109"/>
                    <a:pt x="476" y="106"/>
                  </a:cubicBezTo>
                  <a:cubicBezTo>
                    <a:pt x="475" y="106"/>
                    <a:pt x="476" y="105"/>
                    <a:pt x="477" y="105"/>
                  </a:cubicBezTo>
                  <a:lnTo>
                    <a:pt x="477" y="104"/>
                  </a:lnTo>
                  <a:cubicBezTo>
                    <a:pt x="477" y="103"/>
                    <a:pt x="478" y="103"/>
                    <a:pt x="479" y="103"/>
                  </a:cubicBezTo>
                  <a:cubicBezTo>
                    <a:pt x="481" y="103"/>
                    <a:pt x="482" y="103"/>
                    <a:pt x="483" y="105"/>
                  </a:cubicBezTo>
                  <a:cubicBezTo>
                    <a:pt x="483" y="106"/>
                    <a:pt x="481" y="108"/>
                    <a:pt x="480" y="111"/>
                  </a:cubicBezTo>
                  <a:lnTo>
                    <a:pt x="479" y="111"/>
                  </a:lnTo>
                  <a:lnTo>
                    <a:pt x="479" y="112"/>
                  </a:lnTo>
                  <a:lnTo>
                    <a:pt x="479" y="112"/>
                  </a:lnTo>
                  <a:lnTo>
                    <a:pt x="478" y="113"/>
                  </a:lnTo>
                  <a:lnTo>
                    <a:pt x="477" y="115"/>
                  </a:lnTo>
                  <a:lnTo>
                    <a:pt x="477" y="116"/>
                  </a:lnTo>
                  <a:lnTo>
                    <a:pt x="477" y="116"/>
                  </a:lnTo>
                  <a:cubicBezTo>
                    <a:pt x="476" y="116"/>
                    <a:pt x="476" y="116"/>
                    <a:pt x="476" y="117"/>
                  </a:cubicBezTo>
                  <a:cubicBezTo>
                    <a:pt x="474" y="118"/>
                    <a:pt x="473" y="119"/>
                    <a:pt x="471" y="120"/>
                  </a:cubicBezTo>
                  <a:cubicBezTo>
                    <a:pt x="470" y="120"/>
                    <a:pt x="470" y="120"/>
                    <a:pt x="469" y="120"/>
                  </a:cubicBezTo>
                  <a:cubicBezTo>
                    <a:pt x="469" y="120"/>
                    <a:pt x="468" y="120"/>
                    <a:pt x="468" y="121"/>
                  </a:cubicBezTo>
                  <a:lnTo>
                    <a:pt x="468" y="121"/>
                  </a:lnTo>
                  <a:cubicBezTo>
                    <a:pt x="465" y="122"/>
                    <a:pt x="462" y="124"/>
                    <a:pt x="458" y="125"/>
                  </a:cubicBezTo>
                  <a:cubicBezTo>
                    <a:pt x="457" y="125"/>
                    <a:pt x="457" y="125"/>
                    <a:pt x="456" y="125"/>
                  </a:cubicBezTo>
                  <a:cubicBezTo>
                    <a:pt x="451" y="126"/>
                    <a:pt x="447" y="126"/>
                    <a:pt x="446" y="124"/>
                  </a:cubicBezTo>
                  <a:lnTo>
                    <a:pt x="445" y="124"/>
                  </a:lnTo>
                  <a:lnTo>
                    <a:pt x="444" y="124"/>
                  </a:lnTo>
                  <a:cubicBezTo>
                    <a:pt x="444" y="123"/>
                    <a:pt x="444" y="123"/>
                    <a:pt x="443" y="122"/>
                  </a:cubicBezTo>
                  <a:cubicBezTo>
                    <a:pt x="443" y="122"/>
                    <a:pt x="443" y="123"/>
                    <a:pt x="443" y="122"/>
                  </a:cubicBezTo>
                  <a:cubicBezTo>
                    <a:pt x="442" y="122"/>
                    <a:pt x="442" y="121"/>
                    <a:pt x="441" y="120"/>
                  </a:cubicBezTo>
                  <a:lnTo>
                    <a:pt x="441" y="119"/>
                  </a:lnTo>
                  <a:lnTo>
                    <a:pt x="441" y="119"/>
                  </a:lnTo>
                  <a:lnTo>
                    <a:pt x="441" y="118"/>
                  </a:lnTo>
                  <a:lnTo>
                    <a:pt x="440" y="112"/>
                  </a:lnTo>
                  <a:lnTo>
                    <a:pt x="439" y="106"/>
                  </a:lnTo>
                  <a:lnTo>
                    <a:pt x="439" y="105"/>
                  </a:lnTo>
                  <a:lnTo>
                    <a:pt x="439" y="103"/>
                  </a:lnTo>
                  <a:lnTo>
                    <a:pt x="439" y="102"/>
                  </a:lnTo>
                  <a:lnTo>
                    <a:pt x="439" y="102"/>
                  </a:lnTo>
                  <a:lnTo>
                    <a:pt x="439" y="101"/>
                  </a:lnTo>
                  <a:cubicBezTo>
                    <a:pt x="439" y="100"/>
                    <a:pt x="439" y="100"/>
                    <a:pt x="439" y="99"/>
                  </a:cubicBezTo>
                  <a:lnTo>
                    <a:pt x="439" y="96"/>
                  </a:lnTo>
                  <a:lnTo>
                    <a:pt x="439" y="95"/>
                  </a:lnTo>
                  <a:lnTo>
                    <a:pt x="439" y="94"/>
                  </a:lnTo>
                  <a:lnTo>
                    <a:pt x="439" y="93"/>
                  </a:lnTo>
                  <a:lnTo>
                    <a:pt x="439" y="93"/>
                  </a:lnTo>
                  <a:cubicBezTo>
                    <a:pt x="439" y="92"/>
                    <a:pt x="439" y="92"/>
                    <a:pt x="439" y="91"/>
                  </a:cubicBezTo>
                  <a:cubicBezTo>
                    <a:pt x="440" y="91"/>
                    <a:pt x="439" y="91"/>
                    <a:pt x="439" y="91"/>
                  </a:cubicBezTo>
                  <a:cubicBezTo>
                    <a:pt x="440" y="90"/>
                    <a:pt x="440" y="89"/>
                    <a:pt x="441" y="88"/>
                  </a:cubicBezTo>
                  <a:cubicBezTo>
                    <a:pt x="442" y="88"/>
                    <a:pt x="443" y="88"/>
                    <a:pt x="443" y="88"/>
                  </a:cubicBezTo>
                  <a:moveTo>
                    <a:pt x="395" y="60"/>
                  </a:moveTo>
                  <a:cubicBezTo>
                    <a:pt x="394" y="61"/>
                    <a:pt x="394" y="63"/>
                    <a:pt x="394" y="65"/>
                  </a:cubicBezTo>
                  <a:lnTo>
                    <a:pt x="393" y="65"/>
                  </a:lnTo>
                  <a:cubicBezTo>
                    <a:pt x="393" y="66"/>
                    <a:pt x="393" y="67"/>
                    <a:pt x="393" y="67"/>
                  </a:cubicBezTo>
                  <a:cubicBezTo>
                    <a:pt x="393" y="68"/>
                    <a:pt x="393" y="68"/>
                    <a:pt x="392" y="69"/>
                  </a:cubicBezTo>
                  <a:cubicBezTo>
                    <a:pt x="392" y="69"/>
                    <a:pt x="393" y="69"/>
                    <a:pt x="392" y="70"/>
                  </a:cubicBezTo>
                  <a:lnTo>
                    <a:pt x="392" y="71"/>
                  </a:lnTo>
                  <a:lnTo>
                    <a:pt x="392" y="72"/>
                  </a:lnTo>
                  <a:lnTo>
                    <a:pt x="392" y="72"/>
                  </a:lnTo>
                  <a:cubicBezTo>
                    <a:pt x="392" y="72"/>
                    <a:pt x="392" y="73"/>
                    <a:pt x="392" y="73"/>
                  </a:cubicBezTo>
                  <a:lnTo>
                    <a:pt x="392" y="74"/>
                  </a:lnTo>
                  <a:cubicBezTo>
                    <a:pt x="392" y="74"/>
                    <a:pt x="392" y="75"/>
                    <a:pt x="392" y="75"/>
                  </a:cubicBezTo>
                  <a:cubicBezTo>
                    <a:pt x="392" y="75"/>
                    <a:pt x="391" y="75"/>
                    <a:pt x="391" y="75"/>
                  </a:cubicBezTo>
                  <a:lnTo>
                    <a:pt x="391" y="77"/>
                  </a:lnTo>
                  <a:cubicBezTo>
                    <a:pt x="391" y="77"/>
                    <a:pt x="391" y="78"/>
                    <a:pt x="391" y="78"/>
                  </a:cubicBezTo>
                  <a:lnTo>
                    <a:pt x="391" y="78"/>
                  </a:lnTo>
                  <a:lnTo>
                    <a:pt x="391" y="80"/>
                  </a:lnTo>
                  <a:cubicBezTo>
                    <a:pt x="391" y="80"/>
                    <a:pt x="391" y="80"/>
                    <a:pt x="391" y="80"/>
                  </a:cubicBezTo>
                  <a:cubicBezTo>
                    <a:pt x="391" y="81"/>
                    <a:pt x="391" y="82"/>
                    <a:pt x="390" y="82"/>
                  </a:cubicBezTo>
                  <a:cubicBezTo>
                    <a:pt x="391" y="83"/>
                    <a:pt x="391" y="83"/>
                    <a:pt x="391" y="83"/>
                  </a:cubicBezTo>
                  <a:cubicBezTo>
                    <a:pt x="391" y="84"/>
                    <a:pt x="391" y="84"/>
                    <a:pt x="392" y="84"/>
                  </a:cubicBezTo>
                  <a:cubicBezTo>
                    <a:pt x="392" y="84"/>
                    <a:pt x="392" y="84"/>
                    <a:pt x="392" y="83"/>
                  </a:cubicBezTo>
                  <a:cubicBezTo>
                    <a:pt x="393" y="82"/>
                    <a:pt x="393" y="83"/>
                    <a:pt x="394" y="82"/>
                  </a:cubicBezTo>
                  <a:lnTo>
                    <a:pt x="394" y="81"/>
                  </a:lnTo>
                  <a:cubicBezTo>
                    <a:pt x="394" y="79"/>
                    <a:pt x="394" y="78"/>
                    <a:pt x="397" y="77"/>
                  </a:cubicBezTo>
                  <a:cubicBezTo>
                    <a:pt x="397" y="77"/>
                    <a:pt x="397" y="77"/>
                    <a:pt x="397" y="77"/>
                  </a:cubicBezTo>
                  <a:cubicBezTo>
                    <a:pt x="398" y="76"/>
                    <a:pt x="398" y="76"/>
                    <a:pt x="399" y="75"/>
                  </a:cubicBezTo>
                  <a:cubicBezTo>
                    <a:pt x="399" y="75"/>
                    <a:pt x="399" y="75"/>
                    <a:pt x="399" y="74"/>
                  </a:cubicBezTo>
                  <a:cubicBezTo>
                    <a:pt x="399" y="74"/>
                    <a:pt x="400" y="74"/>
                    <a:pt x="400" y="74"/>
                  </a:cubicBezTo>
                  <a:cubicBezTo>
                    <a:pt x="400" y="73"/>
                    <a:pt x="400" y="72"/>
                    <a:pt x="401" y="72"/>
                  </a:cubicBezTo>
                  <a:cubicBezTo>
                    <a:pt x="401" y="72"/>
                    <a:pt x="401" y="71"/>
                    <a:pt x="401" y="71"/>
                  </a:cubicBezTo>
                  <a:lnTo>
                    <a:pt x="401" y="71"/>
                  </a:lnTo>
                  <a:lnTo>
                    <a:pt x="402" y="70"/>
                  </a:lnTo>
                  <a:lnTo>
                    <a:pt x="402" y="70"/>
                  </a:lnTo>
                  <a:cubicBezTo>
                    <a:pt x="402" y="69"/>
                    <a:pt x="402" y="69"/>
                    <a:pt x="402" y="68"/>
                  </a:cubicBezTo>
                  <a:cubicBezTo>
                    <a:pt x="403" y="67"/>
                    <a:pt x="402" y="66"/>
                    <a:pt x="402" y="65"/>
                  </a:cubicBezTo>
                  <a:cubicBezTo>
                    <a:pt x="400" y="61"/>
                    <a:pt x="397" y="59"/>
                    <a:pt x="395" y="60"/>
                  </a:cubicBezTo>
                </a:path>
                <a:path w="953" h="953">
                  <a:moveTo>
                    <a:pt x="621" y="133"/>
                  </a:moveTo>
                  <a:cubicBezTo>
                    <a:pt x="620" y="133"/>
                    <a:pt x="619" y="133"/>
                    <a:pt x="618" y="134"/>
                  </a:cubicBezTo>
                  <a:lnTo>
                    <a:pt x="618" y="134"/>
                  </a:lnTo>
                  <a:lnTo>
                    <a:pt x="618" y="134"/>
                  </a:lnTo>
                  <a:cubicBezTo>
                    <a:pt x="617" y="134"/>
                    <a:pt x="617" y="135"/>
                    <a:pt x="616" y="135"/>
                  </a:cubicBezTo>
                  <a:lnTo>
                    <a:pt x="616" y="135"/>
                  </a:lnTo>
                  <a:cubicBezTo>
                    <a:pt x="615" y="136"/>
                    <a:pt x="614" y="136"/>
                    <a:pt x="614" y="137"/>
                  </a:cubicBezTo>
                  <a:cubicBezTo>
                    <a:pt x="614" y="137"/>
                    <a:pt x="614" y="137"/>
                    <a:pt x="614" y="137"/>
                  </a:cubicBezTo>
                  <a:cubicBezTo>
                    <a:pt x="613" y="138"/>
                    <a:pt x="611" y="139"/>
                    <a:pt x="610" y="140"/>
                  </a:cubicBezTo>
                  <a:lnTo>
                    <a:pt x="610" y="140"/>
                  </a:lnTo>
                  <a:cubicBezTo>
                    <a:pt x="610" y="140"/>
                    <a:pt x="609" y="140"/>
                    <a:pt x="609" y="141"/>
                  </a:cubicBezTo>
                  <a:lnTo>
                    <a:pt x="608" y="141"/>
                  </a:lnTo>
                  <a:cubicBezTo>
                    <a:pt x="608" y="141"/>
                    <a:pt x="608" y="141"/>
                    <a:pt x="608" y="142"/>
                  </a:cubicBezTo>
                  <a:cubicBezTo>
                    <a:pt x="607" y="142"/>
                    <a:pt x="606" y="143"/>
                    <a:pt x="606" y="143"/>
                  </a:cubicBezTo>
                  <a:cubicBezTo>
                    <a:pt x="606" y="144"/>
                    <a:pt x="606" y="144"/>
                    <a:pt x="605" y="144"/>
                  </a:cubicBezTo>
                  <a:cubicBezTo>
                    <a:pt x="605" y="144"/>
                    <a:pt x="605" y="144"/>
                    <a:pt x="605" y="145"/>
                  </a:cubicBezTo>
                  <a:cubicBezTo>
                    <a:pt x="604" y="145"/>
                    <a:pt x="604" y="146"/>
                    <a:pt x="604" y="146"/>
                  </a:cubicBezTo>
                  <a:cubicBezTo>
                    <a:pt x="604" y="147"/>
                    <a:pt x="604" y="147"/>
                    <a:pt x="604" y="148"/>
                  </a:cubicBezTo>
                  <a:cubicBezTo>
                    <a:pt x="605" y="148"/>
                    <a:pt x="605" y="149"/>
                    <a:pt x="606" y="149"/>
                  </a:cubicBezTo>
                  <a:cubicBezTo>
                    <a:pt x="607" y="149"/>
                    <a:pt x="608" y="149"/>
                    <a:pt x="609" y="148"/>
                  </a:cubicBezTo>
                  <a:cubicBezTo>
                    <a:pt x="610" y="148"/>
                    <a:pt x="611" y="147"/>
                    <a:pt x="612" y="146"/>
                  </a:cubicBezTo>
                  <a:lnTo>
                    <a:pt x="612" y="146"/>
                  </a:lnTo>
                  <a:cubicBezTo>
                    <a:pt x="612" y="145"/>
                    <a:pt x="612" y="146"/>
                    <a:pt x="613" y="145"/>
                  </a:cubicBezTo>
                  <a:cubicBezTo>
                    <a:pt x="613" y="145"/>
                    <a:pt x="613" y="145"/>
                    <a:pt x="613" y="144"/>
                  </a:cubicBezTo>
                  <a:lnTo>
                    <a:pt x="614" y="144"/>
                  </a:lnTo>
                  <a:lnTo>
                    <a:pt x="615" y="143"/>
                  </a:lnTo>
                  <a:lnTo>
                    <a:pt x="615" y="143"/>
                  </a:lnTo>
                  <a:cubicBezTo>
                    <a:pt x="615" y="142"/>
                    <a:pt x="615" y="142"/>
                    <a:pt x="616" y="142"/>
                  </a:cubicBezTo>
                  <a:cubicBezTo>
                    <a:pt x="616" y="141"/>
                    <a:pt x="616" y="141"/>
                    <a:pt x="616" y="141"/>
                  </a:cubicBezTo>
                  <a:lnTo>
                    <a:pt x="616" y="141"/>
                  </a:lnTo>
                  <a:cubicBezTo>
                    <a:pt x="617" y="140"/>
                    <a:pt x="617" y="140"/>
                    <a:pt x="617" y="139"/>
                  </a:cubicBezTo>
                  <a:lnTo>
                    <a:pt x="618" y="139"/>
                  </a:lnTo>
                  <a:lnTo>
                    <a:pt x="619" y="137"/>
                  </a:lnTo>
                  <a:lnTo>
                    <a:pt x="619" y="136"/>
                  </a:lnTo>
                  <a:lnTo>
                    <a:pt x="620" y="136"/>
                  </a:lnTo>
                  <a:lnTo>
                    <a:pt x="620" y="135"/>
                  </a:lnTo>
                  <a:lnTo>
                    <a:pt x="621" y="134"/>
                  </a:lnTo>
                  <a:lnTo>
                    <a:pt x="621" y="134"/>
                  </a:lnTo>
                  <a:cubicBezTo>
                    <a:pt x="622" y="133"/>
                    <a:pt x="622" y="132"/>
                    <a:pt x="621" y="133"/>
                  </a:cubicBezTo>
                  <a:moveTo>
                    <a:pt x="644" y="115"/>
                  </a:moveTo>
                  <a:cubicBezTo>
                    <a:pt x="644" y="115"/>
                    <a:pt x="643" y="115"/>
                    <a:pt x="643" y="116"/>
                  </a:cubicBezTo>
                  <a:cubicBezTo>
                    <a:pt x="642" y="116"/>
                    <a:pt x="642" y="116"/>
                    <a:pt x="642" y="116"/>
                  </a:cubicBezTo>
                  <a:cubicBezTo>
                    <a:pt x="642" y="116"/>
                    <a:pt x="641" y="117"/>
                    <a:pt x="641" y="117"/>
                  </a:cubicBezTo>
                  <a:cubicBezTo>
                    <a:pt x="641" y="117"/>
                    <a:pt x="640" y="118"/>
                    <a:pt x="640" y="118"/>
                  </a:cubicBezTo>
                  <a:cubicBezTo>
                    <a:pt x="641" y="119"/>
                    <a:pt x="641" y="119"/>
                    <a:pt x="641" y="119"/>
                  </a:cubicBezTo>
                  <a:lnTo>
                    <a:pt x="641" y="119"/>
                  </a:lnTo>
                  <a:lnTo>
                    <a:pt x="642" y="119"/>
                  </a:lnTo>
                  <a:lnTo>
                    <a:pt x="642" y="119"/>
                  </a:lnTo>
                  <a:lnTo>
                    <a:pt x="642" y="119"/>
                  </a:lnTo>
                  <a:cubicBezTo>
                    <a:pt x="643" y="119"/>
                    <a:pt x="644" y="119"/>
                    <a:pt x="644" y="118"/>
                  </a:cubicBezTo>
                  <a:lnTo>
                    <a:pt x="645" y="118"/>
                  </a:lnTo>
                  <a:cubicBezTo>
                    <a:pt x="645" y="118"/>
                    <a:pt x="645" y="117"/>
                    <a:pt x="645" y="117"/>
                  </a:cubicBezTo>
                  <a:lnTo>
                    <a:pt x="645" y="117"/>
                  </a:lnTo>
                  <a:cubicBezTo>
                    <a:pt x="645" y="116"/>
                    <a:pt x="645" y="116"/>
                    <a:pt x="644" y="115"/>
                  </a:cubicBezTo>
                  <a:moveTo>
                    <a:pt x="638" y="92"/>
                  </a:moveTo>
                  <a:lnTo>
                    <a:pt x="639" y="93"/>
                  </a:lnTo>
                  <a:cubicBezTo>
                    <a:pt x="639" y="95"/>
                    <a:pt x="640" y="95"/>
                    <a:pt x="642" y="97"/>
                  </a:cubicBezTo>
                  <a:lnTo>
                    <a:pt x="642" y="98"/>
                  </a:lnTo>
                  <a:lnTo>
                    <a:pt x="642" y="98"/>
                  </a:lnTo>
                  <a:lnTo>
                    <a:pt x="644" y="99"/>
                  </a:lnTo>
                  <a:lnTo>
                    <a:pt x="646" y="99"/>
                  </a:lnTo>
                  <a:lnTo>
                    <a:pt x="646" y="100"/>
                  </a:lnTo>
                  <a:lnTo>
                    <a:pt x="650" y="100"/>
                  </a:lnTo>
                  <a:cubicBezTo>
                    <a:pt x="652" y="99"/>
                    <a:pt x="653" y="100"/>
                    <a:pt x="652" y="101"/>
                  </a:cubicBezTo>
                  <a:lnTo>
                    <a:pt x="652" y="101"/>
                  </a:lnTo>
                  <a:lnTo>
                    <a:pt x="651" y="102"/>
                  </a:lnTo>
                  <a:cubicBezTo>
                    <a:pt x="651" y="103"/>
                    <a:pt x="651" y="104"/>
                    <a:pt x="650" y="105"/>
                  </a:cubicBezTo>
                  <a:cubicBezTo>
                    <a:pt x="650" y="106"/>
                    <a:pt x="649" y="107"/>
                    <a:pt x="648" y="107"/>
                  </a:cubicBezTo>
                  <a:lnTo>
                    <a:pt x="647" y="107"/>
                  </a:lnTo>
                  <a:cubicBezTo>
                    <a:pt x="646" y="107"/>
                    <a:pt x="645" y="107"/>
                    <a:pt x="643" y="107"/>
                  </a:cubicBezTo>
                  <a:cubicBezTo>
                    <a:pt x="642" y="107"/>
                    <a:pt x="640" y="108"/>
                    <a:pt x="638" y="104"/>
                  </a:cubicBezTo>
                  <a:cubicBezTo>
                    <a:pt x="638" y="104"/>
                    <a:pt x="637" y="104"/>
                    <a:pt x="636" y="103"/>
                  </a:cubicBezTo>
                  <a:cubicBezTo>
                    <a:pt x="633" y="103"/>
                    <a:pt x="632" y="105"/>
                    <a:pt x="631" y="106"/>
                  </a:cubicBezTo>
                  <a:cubicBezTo>
                    <a:pt x="629" y="110"/>
                    <a:pt x="629" y="111"/>
                    <a:pt x="626" y="113"/>
                  </a:cubicBezTo>
                  <a:lnTo>
                    <a:pt x="625" y="113"/>
                  </a:lnTo>
                  <a:cubicBezTo>
                    <a:pt x="623" y="114"/>
                    <a:pt x="622" y="114"/>
                    <a:pt x="622" y="113"/>
                  </a:cubicBezTo>
                  <a:lnTo>
                    <a:pt x="620" y="112"/>
                  </a:lnTo>
                  <a:cubicBezTo>
                    <a:pt x="619" y="114"/>
                    <a:pt x="618" y="116"/>
                    <a:pt x="616" y="117"/>
                  </a:cubicBezTo>
                  <a:lnTo>
                    <a:pt x="612" y="122"/>
                  </a:lnTo>
                  <a:cubicBezTo>
                    <a:pt x="611" y="125"/>
                    <a:pt x="612" y="127"/>
                    <a:pt x="617" y="128"/>
                  </a:cubicBezTo>
                  <a:lnTo>
                    <a:pt x="618" y="127"/>
                  </a:lnTo>
                  <a:cubicBezTo>
                    <a:pt x="619" y="125"/>
                    <a:pt x="621" y="123"/>
                    <a:pt x="623" y="122"/>
                  </a:cubicBezTo>
                  <a:cubicBezTo>
                    <a:pt x="624" y="121"/>
                    <a:pt x="626" y="120"/>
                    <a:pt x="628" y="119"/>
                  </a:cubicBezTo>
                  <a:cubicBezTo>
                    <a:pt x="630" y="119"/>
                    <a:pt x="631" y="119"/>
                    <a:pt x="629" y="121"/>
                  </a:cubicBezTo>
                  <a:lnTo>
                    <a:pt x="627" y="123"/>
                  </a:lnTo>
                  <a:lnTo>
                    <a:pt x="627" y="123"/>
                  </a:lnTo>
                  <a:cubicBezTo>
                    <a:pt x="626" y="126"/>
                    <a:pt x="625" y="126"/>
                    <a:pt x="624" y="126"/>
                  </a:cubicBezTo>
                  <a:cubicBezTo>
                    <a:pt x="622" y="127"/>
                    <a:pt x="620" y="128"/>
                    <a:pt x="617" y="128"/>
                  </a:cubicBezTo>
                  <a:cubicBezTo>
                    <a:pt x="617" y="128"/>
                    <a:pt x="617" y="129"/>
                    <a:pt x="617" y="129"/>
                  </a:cubicBezTo>
                  <a:cubicBezTo>
                    <a:pt x="614" y="129"/>
                    <a:pt x="611" y="131"/>
                    <a:pt x="608" y="132"/>
                  </a:cubicBezTo>
                  <a:cubicBezTo>
                    <a:pt x="606" y="134"/>
                    <a:pt x="603" y="135"/>
                    <a:pt x="602" y="136"/>
                  </a:cubicBezTo>
                  <a:cubicBezTo>
                    <a:pt x="601" y="136"/>
                    <a:pt x="600" y="137"/>
                    <a:pt x="599" y="138"/>
                  </a:cubicBezTo>
                  <a:lnTo>
                    <a:pt x="598" y="139"/>
                  </a:lnTo>
                  <a:lnTo>
                    <a:pt x="598" y="139"/>
                  </a:lnTo>
                  <a:lnTo>
                    <a:pt x="597" y="140"/>
                  </a:lnTo>
                  <a:lnTo>
                    <a:pt x="597" y="141"/>
                  </a:lnTo>
                  <a:lnTo>
                    <a:pt x="597" y="141"/>
                  </a:lnTo>
                  <a:lnTo>
                    <a:pt x="597" y="141"/>
                  </a:lnTo>
                  <a:lnTo>
                    <a:pt x="597" y="142"/>
                  </a:lnTo>
                  <a:lnTo>
                    <a:pt x="597" y="142"/>
                  </a:lnTo>
                  <a:lnTo>
                    <a:pt x="597" y="143"/>
                  </a:lnTo>
                  <a:lnTo>
                    <a:pt x="597" y="144"/>
                  </a:lnTo>
                  <a:cubicBezTo>
                    <a:pt x="596" y="147"/>
                    <a:pt x="596" y="149"/>
                    <a:pt x="597" y="151"/>
                  </a:cubicBezTo>
                  <a:lnTo>
                    <a:pt x="597" y="151"/>
                  </a:lnTo>
                  <a:lnTo>
                    <a:pt x="597" y="151"/>
                  </a:lnTo>
                  <a:lnTo>
                    <a:pt x="598" y="153"/>
                  </a:lnTo>
                  <a:cubicBezTo>
                    <a:pt x="599" y="154"/>
                    <a:pt x="600" y="154"/>
                    <a:pt x="602" y="155"/>
                  </a:cubicBezTo>
                  <a:lnTo>
                    <a:pt x="603" y="155"/>
                  </a:lnTo>
                  <a:lnTo>
                    <a:pt x="604" y="156"/>
                  </a:lnTo>
                  <a:lnTo>
                    <a:pt x="606" y="157"/>
                  </a:lnTo>
                  <a:lnTo>
                    <a:pt x="609" y="157"/>
                  </a:lnTo>
                  <a:lnTo>
                    <a:pt x="609" y="157"/>
                  </a:lnTo>
                  <a:cubicBezTo>
                    <a:pt x="609" y="156"/>
                    <a:pt x="610" y="156"/>
                    <a:pt x="610" y="156"/>
                  </a:cubicBezTo>
                  <a:cubicBezTo>
                    <a:pt x="611" y="155"/>
                    <a:pt x="612" y="155"/>
                    <a:pt x="613" y="154"/>
                  </a:cubicBezTo>
                  <a:lnTo>
                    <a:pt x="613" y="153"/>
                  </a:lnTo>
                  <a:lnTo>
                    <a:pt x="613" y="153"/>
                  </a:lnTo>
                  <a:cubicBezTo>
                    <a:pt x="613" y="153"/>
                    <a:pt x="613" y="153"/>
                    <a:pt x="614" y="153"/>
                  </a:cubicBezTo>
                  <a:lnTo>
                    <a:pt x="614" y="152"/>
                  </a:lnTo>
                  <a:cubicBezTo>
                    <a:pt x="616" y="150"/>
                    <a:pt x="618" y="147"/>
                    <a:pt x="620" y="145"/>
                  </a:cubicBezTo>
                  <a:lnTo>
                    <a:pt x="620" y="144"/>
                  </a:lnTo>
                  <a:lnTo>
                    <a:pt x="622" y="142"/>
                  </a:lnTo>
                  <a:lnTo>
                    <a:pt x="622" y="141"/>
                  </a:lnTo>
                  <a:lnTo>
                    <a:pt x="622" y="141"/>
                  </a:lnTo>
                  <a:lnTo>
                    <a:pt x="622" y="140"/>
                  </a:lnTo>
                  <a:lnTo>
                    <a:pt x="623" y="140"/>
                  </a:lnTo>
                  <a:lnTo>
                    <a:pt x="623" y="140"/>
                  </a:lnTo>
                  <a:lnTo>
                    <a:pt x="624" y="138"/>
                  </a:lnTo>
                  <a:lnTo>
                    <a:pt x="624" y="138"/>
                  </a:lnTo>
                  <a:lnTo>
                    <a:pt x="625" y="136"/>
                  </a:lnTo>
                  <a:lnTo>
                    <a:pt x="625" y="136"/>
                  </a:lnTo>
                  <a:lnTo>
                    <a:pt x="626" y="135"/>
                  </a:lnTo>
                  <a:lnTo>
                    <a:pt x="627" y="135"/>
                  </a:lnTo>
                  <a:lnTo>
                    <a:pt x="627" y="134"/>
                  </a:lnTo>
                  <a:lnTo>
                    <a:pt x="627" y="134"/>
                  </a:lnTo>
                  <a:lnTo>
                    <a:pt x="627" y="134"/>
                  </a:lnTo>
                  <a:lnTo>
                    <a:pt x="627" y="133"/>
                  </a:lnTo>
                  <a:lnTo>
                    <a:pt x="628" y="133"/>
                  </a:lnTo>
                  <a:cubicBezTo>
                    <a:pt x="629" y="132"/>
                    <a:pt x="629" y="132"/>
                    <a:pt x="630" y="132"/>
                  </a:cubicBezTo>
                  <a:lnTo>
                    <a:pt x="631" y="130"/>
                  </a:lnTo>
                  <a:lnTo>
                    <a:pt x="632" y="130"/>
                  </a:lnTo>
                  <a:lnTo>
                    <a:pt x="632" y="130"/>
                  </a:lnTo>
                  <a:lnTo>
                    <a:pt x="632" y="129"/>
                  </a:lnTo>
                  <a:lnTo>
                    <a:pt x="632" y="129"/>
                  </a:lnTo>
                  <a:lnTo>
                    <a:pt x="632" y="129"/>
                  </a:lnTo>
                  <a:lnTo>
                    <a:pt x="632" y="129"/>
                  </a:lnTo>
                  <a:lnTo>
                    <a:pt x="634" y="127"/>
                  </a:lnTo>
                  <a:cubicBezTo>
                    <a:pt x="635" y="126"/>
                    <a:pt x="635" y="126"/>
                    <a:pt x="636" y="126"/>
                  </a:cubicBezTo>
                  <a:lnTo>
                    <a:pt x="636" y="126"/>
                  </a:lnTo>
                  <a:lnTo>
                    <a:pt x="639" y="125"/>
                  </a:lnTo>
                  <a:lnTo>
                    <a:pt x="639" y="125"/>
                  </a:lnTo>
                  <a:lnTo>
                    <a:pt x="640" y="124"/>
                  </a:lnTo>
                  <a:lnTo>
                    <a:pt x="640" y="124"/>
                  </a:lnTo>
                  <a:lnTo>
                    <a:pt x="643" y="122"/>
                  </a:lnTo>
                  <a:cubicBezTo>
                    <a:pt x="644" y="123"/>
                    <a:pt x="644" y="123"/>
                    <a:pt x="644" y="123"/>
                  </a:cubicBezTo>
                  <a:lnTo>
                    <a:pt x="644" y="124"/>
                  </a:lnTo>
                  <a:lnTo>
                    <a:pt x="643" y="125"/>
                  </a:lnTo>
                  <a:lnTo>
                    <a:pt x="642" y="127"/>
                  </a:lnTo>
                  <a:lnTo>
                    <a:pt x="642" y="128"/>
                  </a:lnTo>
                  <a:lnTo>
                    <a:pt x="642" y="129"/>
                  </a:lnTo>
                  <a:lnTo>
                    <a:pt x="642" y="129"/>
                  </a:lnTo>
                  <a:lnTo>
                    <a:pt x="642" y="129"/>
                  </a:lnTo>
                  <a:lnTo>
                    <a:pt x="641" y="130"/>
                  </a:lnTo>
                  <a:lnTo>
                    <a:pt x="641" y="130"/>
                  </a:lnTo>
                  <a:lnTo>
                    <a:pt x="641" y="130"/>
                  </a:lnTo>
                  <a:lnTo>
                    <a:pt x="641" y="130"/>
                  </a:lnTo>
                  <a:lnTo>
                    <a:pt x="639" y="134"/>
                  </a:lnTo>
                  <a:lnTo>
                    <a:pt x="639" y="134"/>
                  </a:lnTo>
                  <a:lnTo>
                    <a:pt x="638" y="135"/>
                  </a:lnTo>
                  <a:lnTo>
                    <a:pt x="638" y="135"/>
                  </a:lnTo>
                  <a:lnTo>
                    <a:pt x="638" y="136"/>
                  </a:lnTo>
                  <a:lnTo>
                    <a:pt x="638" y="136"/>
                  </a:lnTo>
                  <a:lnTo>
                    <a:pt x="637" y="137"/>
                  </a:lnTo>
                  <a:lnTo>
                    <a:pt x="637" y="137"/>
                  </a:lnTo>
                  <a:lnTo>
                    <a:pt x="635" y="140"/>
                  </a:lnTo>
                  <a:lnTo>
                    <a:pt x="635" y="141"/>
                  </a:lnTo>
                  <a:lnTo>
                    <a:pt x="634" y="144"/>
                  </a:lnTo>
                  <a:lnTo>
                    <a:pt x="634" y="144"/>
                  </a:lnTo>
                  <a:lnTo>
                    <a:pt x="633" y="144"/>
                  </a:lnTo>
                  <a:lnTo>
                    <a:pt x="633" y="145"/>
                  </a:lnTo>
                  <a:lnTo>
                    <a:pt x="633" y="145"/>
                  </a:lnTo>
                  <a:lnTo>
                    <a:pt x="633" y="145"/>
                  </a:lnTo>
                  <a:lnTo>
                    <a:pt x="633" y="145"/>
                  </a:lnTo>
                  <a:lnTo>
                    <a:pt x="632" y="146"/>
                  </a:lnTo>
                  <a:lnTo>
                    <a:pt x="632" y="147"/>
                  </a:lnTo>
                  <a:lnTo>
                    <a:pt x="631" y="148"/>
                  </a:lnTo>
                  <a:lnTo>
                    <a:pt x="631" y="148"/>
                  </a:lnTo>
                  <a:lnTo>
                    <a:pt x="630" y="150"/>
                  </a:lnTo>
                  <a:lnTo>
                    <a:pt x="630" y="150"/>
                  </a:lnTo>
                  <a:lnTo>
                    <a:pt x="630" y="151"/>
                  </a:lnTo>
                  <a:lnTo>
                    <a:pt x="629" y="151"/>
                  </a:lnTo>
                  <a:lnTo>
                    <a:pt x="629" y="152"/>
                  </a:lnTo>
                  <a:lnTo>
                    <a:pt x="628" y="152"/>
                  </a:lnTo>
                  <a:lnTo>
                    <a:pt x="628" y="153"/>
                  </a:lnTo>
                  <a:lnTo>
                    <a:pt x="628" y="154"/>
                  </a:lnTo>
                  <a:lnTo>
                    <a:pt x="627" y="155"/>
                  </a:lnTo>
                  <a:lnTo>
                    <a:pt x="627" y="155"/>
                  </a:lnTo>
                  <a:lnTo>
                    <a:pt x="627" y="156"/>
                  </a:lnTo>
                  <a:lnTo>
                    <a:pt x="627" y="156"/>
                  </a:lnTo>
                  <a:lnTo>
                    <a:pt x="626" y="156"/>
                  </a:lnTo>
                  <a:lnTo>
                    <a:pt x="626" y="157"/>
                  </a:lnTo>
                  <a:lnTo>
                    <a:pt x="626" y="158"/>
                  </a:lnTo>
                  <a:lnTo>
                    <a:pt x="625" y="158"/>
                  </a:lnTo>
                  <a:lnTo>
                    <a:pt x="625" y="159"/>
                  </a:lnTo>
                  <a:lnTo>
                    <a:pt x="625" y="159"/>
                  </a:lnTo>
                  <a:lnTo>
                    <a:pt x="624" y="161"/>
                  </a:lnTo>
                  <a:lnTo>
                    <a:pt x="623" y="161"/>
                  </a:lnTo>
                  <a:cubicBezTo>
                    <a:pt x="623" y="161"/>
                    <a:pt x="622" y="161"/>
                    <a:pt x="622" y="160"/>
                  </a:cubicBezTo>
                  <a:cubicBezTo>
                    <a:pt x="621" y="160"/>
                    <a:pt x="620" y="159"/>
                    <a:pt x="620" y="158"/>
                  </a:cubicBezTo>
                  <a:cubicBezTo>
                    <a:pt x="619" y="156"/>
                    <a:pt x="618" y="157"/>
                    <a:pt x="618" y="158"/>
                  </a:cubicBezTo>
                  <a:cubicBezTo>
                    <a:pt x="618" y="159"/>
                    <a:pt x="618" y="160"/>
                    <a:pt x="619" y="162"/>
                  </a:cubicBezTo>
                  <a:lnTo>
                    <a:pt x="620" y="162"/>
                  </a:lnTo>
                  <a:lnTo>
                    <a:pt x="619" y="162"/>
                  </a:lnTo>
                  <a:lnTo>
                    <a:pt x="620" y="162"/>
                  </a:lnTo>
                  <a:cubicBezTo>
                    <a:pt x="620" y="163"/>
                    <a:pt x="621" y="164"/>
                    <a:pt x="621" y="165"/>
                  </a:cubicBezTo>
                  <a:cubicBezTo>
                    <a:pt x="621" y="166"/>
                    <a:pt x="621" y="168"/>
                    <a:pt x="622" y="169"/>
                  </a:cubicBezTo>
                  <a:lnTo>
                    <a:pt x="623" y="169"/>
                  </a:lnTo>
                  <a:lnTo>
                    <a:pt x="623" y="169"/>
                  </a:lnTo>
                  <a:cubicBezTo>
                    <a:pt x="624" y="170"/>
                    <a:pt x="624" y="170"/>
                    <a:pt x="624" y="171"/>
                  </a:cubicBezTo>
                  <a:cubicBezTo>
                    <a:pt x="625" y="171"/>
                    <a:pt x="626" y="172"/>
                    <a:pt x="627" y="172"/>
                  </a:cubicBezTo>
                  <a:cubicBezTo>
                    <a:pt x="627" y="172"/>
                    <a:pt x="628" y="171"/>
                    <a:pt x="628" y="171"/>
                  </a:cubicBezTo>
                  <a:lnTo>
                    <a:pt x="629" y="170"/>
                  </a:lnTo>
                  <a:lnTo>
                    <a:pt x="630" y="169"/>
                  </a:lnTo>
                  <a:lnTo>
                    <a:pt x="630" y="169"/>
                  </a:lnTo>
                  <a:lnTo>
                    <a:pt x="631" y="169"/>
                  </a:lnTo>
                  <a:lnTo>
                    <a:pt x="631" y="168"/>
                  </a:lnTo>
                  <a:lnTo>
                    <a:pt x="631" y="168"/>
                  </a:lnTo>
                  <a:lnTo>
                    <a:pt x="632" y="167"/>
                  </a:lnTo>
                  <a:lnTo>
                    <a:pt x="631" y="167"/>
                  </a:lnTo>
                  <a:lnTo>
                    <a:pt x="632" y="166"/>
                  </a:lnTo>
                  <a:lnTo>
                    <a:pt x="633" y="165"/>
                  </a:lnTo>
                  <a:lnTo>
                    <a:pt x="633" y="163"/>
                  </a:lnTo>
                  <a:lnTo>
                    <a:pt x="634" y="161"/>
                  </a:lnTo>
                  <a:lnTo>
                    <a:pt x="635" y="158"/>
                  </a:lnTo>
                  <a:lnTo>
                    <a:pt x="635" y="158"/>
                  </a:lnTo>
                  <a:lnTo>
                    <a:pt x="635" y="158"/>
                  </a:lnTo>
                  <a:lnTo>
                    <a:pt x="636" y="157"/>
                  </a:lnTo>
                  <a:lnTo>
                    <a:pt x="636" y="157"/>
                  </a:lnTo>
                  <a:lnTo>
                    <a:pt x="636" y="156"/>
                  </a:lnTo>
                  <a:lnTo>
                    <a:pt x="637" y="154"/>
                  </a:lnTo>
                  <a:lnTo>
                    <a:pt x="637" y="154"/>
                  </a:lnTo>
                  <a:lnTo>
                    <a:pt x="638" y="152"/>
                  </a:lnTo>
                  <a:lnTo>
                    <a:pt x="638" y="152"/>
                  </a:lnTo>
                  <a:lnTo>
                    <a:pt x="639" y="151"/>
                  </a:lnTo>
                  <a:lnTo>
                    <a:pt x="639" y="151"/>
                  </a:lnTo>
                  <a:lnTo>
                    <a:pt x="640" y="150"/>
                  </a:lnTo>
                  <a:lnTo>
                    <a:pt x="640" y="150"/>
                  </a:lnTo>
                  <a:lnTo>
                    <a:pt x="640" y="149"/>
                  </a:lnTo>
                  <a:lnTo>
                    <a:pt x="640" y="149"/>
                  </a:lnTo>
                  <a:lnTo>
                    <a:pt x="640" y="149"/>
                  </a:lnTo>
                  <a:lnTo>
                    <a:pt x="641" y="148"/>
                  </a:lnTo>
                  <a:lnTo>
                    <a:pt x="642" y="146"/>
                  </a:lnTo>
                  <a:lnTo>
                    <a:pt x="643" y="142"/>
                  </a:lnTo>
                  <a:lnTo>
                    <a:pt x="643" y="142"/>
                  </a:lnTo>
                  <a:lnTo>
                    <a:pt x="644" y="142"/>
                  </a:lnTo>
                  <a:lnTo>
                    <a:pt x="644" y="142"/>
                  </a:lnTo>
                  <a:lnTo>
                    <a:pt x="644" y="140"/>
                  </a:lnTo>
                  <a:lnTo>
                    <a:pt x="645" y="140"/>
                  </a:lnTo>
                  <a:lnTo>
                    <a:pt x="645" y="139"/>
                  </a:lnTo>
                  <a:lnTo>
                    <a:pt x="645" y="138"/>
                  </a:lnTo>
                  <a:lnTo>
                    <a:pt x="646" y="137"/>
                  </a:lnTo>
                  <a:lnTo>
                    <a:pt x="646" y="137"/>
                  </a:lnTo>
                  <a:lnTo>
                    <a:pt x="646" y="137"/>
                  </a:lnTo>
                  <a:lnTo>
                    <a:pt x="646" y="136"/>
                  </a:lnTo>
                  <a:lnTo>
                    <a:pt x="646" y="136"/>
                  </a:lnTo>
                  <a:lnTo>
                    <a:pt x="647" y="135"/>
                  </a:lnTo>
                  <a:lnTo>
                    <a:pt x="647" y="134"/>
                  </a:lnTo>
                  <a:lnTo>
                    <a:pt x="647" y="134"/>
                  </a:lnTo>
                  <a:lnTo>
                    <a:pt x="647" y="133"/>
                  </a:lnTo>
                  <a:lnTo>
                    <a:pt x="648" y="133"/>
                  </a:lnTo>
                  <a:lnTo>
                    <a:pt x="648" y="132"/>
                  </a:lnTo>
                  <a:lnTo>
                    <a:pt x="648" y="132"/>
                  </a:lnTo>
                  <a:lnTo>
                    <a:pt x="649" y="130"/>
                  </a:lnTo>
                  <a:lnTo>
                    <a:pt x="649" y="129"/>
                  </a:lnTo>
                  <a:lnTo>
                    <a:pt x="649" y="129"/>
                  </a:lnTo>
                  <a:lnTo>
                    <a:pt x="649" y="129"/>
                  </a:lnTo>
                  <a:lnTo>
                    <a:pt x="650" y="128"/>
                  </a:lnTo>
                  <a:lnTo>
                    <a:pt x="650" y="128"/>
                  </a:lnTo>
                  <a:lnTo>
                    <a:pt x="650" y="127"/>
                  </a:lnTo>
                  <a:lnTo>
                    <a:pt x="650" y="127"/>
                  </a:lnTo>
                  <a:lnTo>
                    <a:pt x="650" y="127"/>
                  </a:lnTo>
                  <a:lnTo>
                    <a:pt x="651" y="127"/>
                  </a:lnTo>
                  <a:lnTo>
                    <a:pt x="651" y="126"/>
                  </a:lnTo>
                  <a:lnTo>
                    <a:pt x="651" y="125"/>
                  </a:lnTo>
                  <a:lnTo>
                    <a:pt x="651" y="125"/>
                  </a:lnTo>
                  <a:lnTo>
                    <a:pt x="652" y="125"/>
                  </a:lnTo>
                  <a:lnTo>
                    <a:pt x="652" y="124"/>
                  </a:lnTo>
                  <a:lnTo>
                    <a:pt x="652" y="124"/>
                  </a:lnTo>
                  <a:lnTo>
                    <a:pt x="652" y="123"/>
                  </a:lnTo>
                  <a:lnTo>
                    <a:pt x="653" y="123"/>
                  </a:lnTo>
                  <a:lnTo>
                    <a:pt x="653" y="123"/>
                  </a:lnTo>
                  <a:lnTo>
                    <a:pt x="653" y="123"/>
                  </a:lnTo>
                  <a:lnTo>
                    <a:pt x="653" y="122"/>
                  </a:lnTo>
                  <a:lnTo>
                    <a:pt x="653" y="122"/>
                  </a:lnTo>
                  <a:lnTo>
                    <a:pt x="654" y="121"/>
                  </a:lnTo>
                  <a:lnTo>
                    <a:pt x="656" y="122"/>
                  </a:lnTo>
                  <a:lnTo>
                    <a:pt x="657" y="122"/>
                  </a:lnTo>
                  <a:lnTo>
                    <a:pt x="657" y="122"/>
                  </a:lnTo>
                  <a:lnTo>
                    <a:pt x="658" y="123"/>
                  </a:lnTo>
                  <a:lnTo>
                    <a:pt x="659" y="123"/>
                  </a:lnTo>
                  <a:cubicBezTo>
                    <a:pt x="659" y="123"/>
                    <a:pt x="659" y="123"/>
                    <a:pt x="659" y="123"/>
                  </a:cubicBezTo>
                  <a:lnTo>
                    <a:pt x="659" y="123"/>
                  </a:lnTo>
                  <a:lnTo>
                    <a:pt x="659" y="124"/>
                  </a:lnTo>
                  <a:cubicBezTo>
                    <a:pt x="660" y="124"/>
                    <a:pt x="660" y="125"/>
                    <a:pt x="659" y="125"/>
                  </a:cubicBezTo>
                  <a:lnTo>
                    <a:pt x="659" y="126"/>
                  </a:lnTo>
                  <a:lnTo>
                    <a:pt x="659" y="126"/>
                  </a:lnTo>
                  <a:lnTo>
                    <a:pt x="659" y="127"/>
                  </a:lnTo>
                  <a:lnTo>
                    <a:pt x="659" y="128"/>
                  </a:lnTo>
                  <a:lnTo>
                    <a:pt x="659" y="128"/>
                  </a:lnTo>
                  <a:lnTo>
                    <a:pt x="659" y="128"/>
                  </a:lnTo>
                  <a:lnTo>
                    <a:pt x="658" y="128"/>
                  </a:lnTo>
                  <a:lnTo>
                    <a:pt x="659" y="128"/>
                  </a:lnTo>
                  <a:lnTo>
                    <a:pt x="658" y="129"/>
                  </a:lnTo>
                  <a:lnTo>
                    <a:pt x="658" y="130"/>
                  </a:lnTo>
                  <a:lnTo>
                    <a:pt x="658" y="130"/>
                  </a:lnTo>
                  <a:lnTo>
                    <a:pt x="658" y="131"/>
                  </a:lnTo>
                  <a:lnTo>
                    <a:pt x="658" y="132"/>
                  </a:lnTo>
                  <a:lnTo>
                    <a:pt x="657" y="132"/>
                  </a:lnTo>
                  <a:lnTo>
                    <a:pt x="657" y="132"/>
                  </a:lnTo>
                  <a:lnTo>
                    <a:pt x="657" y="133"/>
                  </a:lnTo>
                  <a:lnTo>
                    <a:pt x="656" y="134"/>
                  </a:lnTo>
                  <a:lnTo>
                    <a:pt x="657" y="134"/>
                  </a:lnTo>
                  <a:lnTo>
                    <a:pt x="656" y="135"/>
                  </a:lnTo>
                  <a:lnTo>
                    <a:pt x="656" y="135"/>
                  </a:lnTo>
                  <a:lnTo>
                    <a:pt x="656" y="135"/>
                  </a:lnTo>
                  <a:lnTo>
                    <a:pt x="655" y="137"/>
                  </a:lnTo>
                  <a:lnTo>
                    <a:pt x="655" y="138"/>
                  </a:lnTo>
                  <a:lnTo>
                    <a:pt x="654" y="138"/>
                  </a:lnTo>
                  <a:lnTo>
                    <a:pt x="654" y="139"/>
                  </a:lnTo>
                  <a:lnTo>
                    <a:pt x="653" y="141"/>
                  </a:lnTo>
                  <a:lnTo>
                    <a:pt x="652" y="141"/>
                  </a:lnTo>
                  <a:lnTo>
                    <a:pt x="652" y="142"/>
                  </a:lnTo>
                  <a:lnTo>
                    <a:pt x="652" y="142"/>
                  </a:lnTo>
                  <a:lnTo>
                    <a:pt x="651" y="143"/>
                  </a:lnTo>
                  <a:lnTo>
                    <a:pt x="651" y="144"/>
                  </a:lnTo>
                  <a:lnTo>
                    <a:pt x="650" y="144"/>
                  </a:lnTo>
                  <a:lnTo>
                    <a:pt x="650" y="144"/>
                  </a:lnTo>
                  <a:lnTo>
                    <a:pt x="650" y="144"/>
                  </a:lnTo>
                  <a:lnTo>
                    <a:pt x="650" y="145"/>
                  </a:lnTo>
                  <a:lnTo>
                    <a:pt x="650" y="146"/>
                  </a:lnTo>
                  <a:lnTo>
                    <a:pt x="649" y="147"/>
                  </a:lnTo>
                  <a:lnTo>
                    <a:pt x="649" y="147"/>
                  </a:lnTo>
                  <a:lnTo>
                    <a:pt x="649" y="147"/>
                  </a:lnTo>
                  <a:lnTo>
                    <a:pt x="648" y="147"/>
                  </a:lnTo>
                  <a:lnTo>
                    <a:pt x="648" y="148"/>
                  </a:lnTo>
                  <a:lnTo>
                    <a:pt x="648" y="148"/>
                  </a:lnTo>
                  <a:lnTo>
                    <a:pt x="646" y="152"/>
                  </a:lnTo>
                  <a:lnTo>
                    <a:pt x="646" y="153"/>
                  </a:lnTo>
                  <a:lnTo>
                    <a:pt x="646" y="154"/>
                  </a:lnTo>
                  <a:lnTo>
                    <a:pt x="645" y="155"/>
                  </a:lnTo>
                  <a:lnTo>
                    <a:pt x="645" y="155"/>
                  </a:lnTo>
                  <a:lnTo>
                    <a:pt x="645" y="156"/>
                  </a:lnTo>
                  <a:lnTo>
                    <a:pt x="645" y="156"/>
                  </a:lnTo>
                  <a:lnTo>
                    <a:pt x="645" y="156"/>
                  </a:lnTo>
                  <a:lnTo>
                    <a:pt x="645" y="156"/>
                  </a:lnTo>
                  <a:lnTo>
                    <a:pt x="645" y="157"/>
                  </a:lnTo>
                  <a:lnTo>
                    <a:pt x="645" y="157"/>
                  </a:lnTo>
                  <a:lnTo>
                    <a:pt x="644" y="159"/>
                  </a:lnTo>
                  <a:lnTo>
                    <a:pt x="645" y="162"/>
                  </a:lnTo>
                  <a:lnTo>
                    <a:pt x="646" y="162"/>
                  </a:lnTo>
                  <a:lnTo>
                    <a:pt x="645" y="162"/>
                  </a:lnTo>
                  <a:lnTo>
                    <a:pt x="646" y="163"/>
                  </a:lnTo>
                  <a:cubicBezTo>
                    <a:pt x="646" y="163"/>
                    <a:pt x="646" y="163"/>
                    <a:pt x="646" y="163"/>
                  </a:cubicBezTo>
                  <a:lnTo>
                    <a:pt x="646" y="164"/>
                  </a:lnTo>
                  <a:lnTo>
                    <a:pt x="647" y="164"/>
                  </a:lnTo>
                  <a:lnTo>
                    <a:pt x="647" y="164"/>
                  </a:lnTo>
                  <a:lnTo>
                    <a:pt x="647" y="165"/>
                  </a:lnTo>
                  <a:lnTo>
                    <a:pt x="647" y="165"/>
                  </a:lnTo>
                  <a:lnTo>
                    <a:pt x="648" y="165"/>
                  </a:lnTo>
                  <a:lnTo>
                    <a:pt x="648" y="165"/>
                  </a:lnTo>
                  <a:lnTo>
                    <a:pt x="648" y="166"/>
                  </a:lnTo>
                  <a:lnTo>
                    <a:pt x="648" y="166"/>
                  </a:lnTo>
                  <a:lnTo>
                    <a:pt x="648" y="166"/>
                  </a:lnTo>
                  <a:lnTo>
                    <a:pt x="649" y="166"/>
                  </a:lnTo>
                  <a:lnTo>
                    <a:pt x="649" y="166"/>
                  </a:lnTo>
                  <a:cubicBezTo>
                    <a:pt x="649" y="167"/>
                    <a:pt x="650" y="167"/>
                    <a:pt x="650" y="167"/>
                  </a:cubicBezTo>
                  <a:lnTo>
                    <a:pt x="650" y="167"/>
                  </a:lnTo>
                  <a:lnTo>
                    <a:pt x="650" y="167"/>
                  </a:lnTo>
                  <a:lnTo>
                    <a:pt x="651" y="168"/>
                  </a:lnTo>
                  <a:lnTo>
                    <a:pt x="651" y="168"/>
                  </a:lnTo>
                  <a:lnTo>
                    <a:pt x="651" y="168"/>
                  </a:lnTo>
                  <a:lnTo>
                    <a:pt x="651" y="168"/>
                  </a:lnTo>
                  <a:lnTo>
                    <a:pt x="652" y="168"/>
                  </a:lnTo>
                  <a:lnTo>
                    <a:pt x="652" y="168"/>
                  </a:lnTo>
                  <a:lnTo>
                    <a:pt x="653" y="169"/>
                  </a:lnTo>
                  <a:lnTo>
                    <a:pt x="654" y="169"/>
                  </a:lnTo>
                  <a:lnTo>
                    <a:pt x="655" y="170"/>
                  </a:lnTo>
                  <a:lnTo>
                    <a:pt x="655" y="170"/>
                  </a:lnTo>
                  <a:lnTo>
                    <a:pt x="655" y="170"/>
                  </a:lnTo>
                  <a:lnTo>
                    <a:pt x="656" y="171"/>
                  </a:lnTo>
                  <a:lnTo>
                    <a:pt x="656" y="170"/>
                  </a:lnTo>
                  <a:lnTo>
                    <a:pt x="657" y="171"/>
                  </a:lnTo>
                  <a:lnTo>
                    <a:pt x="657" y="171"/>
                  </a:lnTo>
                  <a:lnTo>
                    <a:pt x="658" y="171"/>
                  </a:lnTo>
                  <a:lnTo>
                    <a:pt x="659" y="172"/>
                  </a:lnTo>
                  <a:lnTo>
                    <a:pt x="660" y="172"/>
                  </a:lnTo>
                  <a:lnTo>
                    <a:pt x="661" y="172"/>
                  </a:lnTo>
                  <a:lnTo>
                    <a:pt x="662" y="173"/>
                  </a:lnTo>
                  <a:lnTo>
                    <a:pt x="662" y="173"/>
                  </a:lnTo>
                  <a:lnTo>
                    <a:pt x="663" y="173"/>
                  </a:lnTo>
                  <a:lnTo>
                    <a:pt x="663" y="173"/>
                  </a:lnTo>
                  <a:lnTo>
                    <a:pt x="663" y="173"/>
                  </a:lnTo>
                  <a:lnTo>
                    <a:pt x="664" y="173"/>
                  </a:lnTo>
                  <a:lnTo>
                    <a:pt x="665" y="174"/>
                  </a:lnTo>
                  <a:lnTo>
                    <a:pt x="666" y="174"/>
                  </a:lnTo>
                  <a:lnTo>
                    <a:pt x="666" y="174"/>
                  </a:lnTo>
                  <a:lnTo>
                    <a:pt x="668" y="175"/>
                  </a:lnTo>
                  <a:lnTo>
                    <a:pt x="668" y="175"/>
                  </a:lnTo>
                  <a:lnTo>
                    <a:pt x="669" y="175"/>
                  </a:lnTo>
                  <a:lnTo>
                    <a:pt x="669" y="175"/>
                  </a:lnTo>
                  <a:lnTo>
                    <a:pt x="671" y="176"/>
                  </a:lnTo>
                  <a:cubicBezTo>
                    <a:pt x="671" y="175"/>
                    <a:pt x="672" y="176"/>
                    <a:pt x="673" y="176"/>
                  </a:cubicBezTo>
                  <a:lnTo>
                    <a:pt x="673" y="176"/>
                  </a:lnTo>
                  <a:lnTo>
                    <a:pt x="673" y="176"/>
                  </a:lnTo>
                  <a:lnTo>
                    <a:pt x="673" y="176"/>
                  </a:lnTo>
                  <a:lnTo>
                    <a:pt x="674" y="176"/>
                  </a:lnTo>
                  <a:lnTo>
                    <a:pt x="674" y="176"/>
                  </a:lnTo>
                  <a:lnTo>
                    <a:pt x="676" y="175"/>
                  </a:lnTo>
                  <a:lnTo>
                    <a:pt x="676" y="175"/>
                  </a:lnTo>
                  <a:lnTo>
                    <a:pt x="676" y="174"/>
                  </a:lnTo>
                  <a:lnTo>
                    <a:pt x="676" y="174"/>
                  </a:lnTo>
                  <a:lnTo>
                    <a:pt x="676" y="174"/>
                  </a:lnTo>
                  <a:lnTo>
                    <a:pt x="677" y="174"/>
                  </a:lnTo>
                  <a:lnTo>
                    <a:pt x="677" y="174"/>
                  </a:lnTo>
                  <a:lnTo>
                    <a:pt x="677" y="173"/>
                  </a:lnTo>
                  <a:lnTo>
                    <a:pt x="678" y="171"/>
                  </a:lnTo>
                  <a:lnTo>
                    <a:pt x="678" y="171"/>
                  </a:lnTo>
                  <a:lnTo>
                    <a:pt x="678" y="171"/>
                  </a:lnTo>
                  <a:lnTo>
                    <a:pt x="678" y="170"/>
                  </a:lnTo>
                  <a:lnTo>
                    <a:pt x="678" y="170"/>
                  </a:lnTo>
                  <a:lnTo>
                    <a:pt x="678" y="169"/>
                  </a:lnTo>
                  <a:lnTo>
                    <a:pt x="679" y="169"/>
                  </a:lnTo>
                  <a:lnTo>
                    <a:pt x="679" y="168"/>
                  </a:lnTo>
                  <a:lnTo>
                    <a:pt x="679" y="167"/>
                  </a:lnTo>
                  <a:lnTo>
                    <a:pt x="679" y="167"/>
                  </a:lnTo>
                  <a:lnTo>
                    <a:pt x="679" y="167"/>
                  </a:lnTo>
                  <a:lnTo>
                    <a:pt x="679" y="166"/>
                  </a:lnTo>
                  <a:lnTo>
                    <a:pt x="680" y="165"/>
                  </a:lnTo>
                  <a:lnTo>
                    <a:pt x="680" y="165"/>
                  </a:lnTo>
                  <a:lnTo>
                    <a:pt x="680" y="163"/>
                  </a:lnTo>
                  <a:lnTo>
                    <a:pt x="680" y="163"/>
                  </a:lnTo>
                  <a:lnTo>
                    <a:pt x="680" y="162"/>
                  </a:lnTo>
                  <a:lnTo>
                    <a:pt x="680" y="162"/>
                  </a:lnTo>
                  <a:cubicBezTo>
                    <a:pt x="680" y="162"/>
                    <a:pt x="680" y="162"/>
                    <a:pt x="681" y="161"/>
                  </a:cubicBezTo>
                  <a:lnTo>
                    <a:pt x="680" y="161"/>
                  </a:lnTo>
                  <a:lnTo>
                    <a:pt x="681" y="161"/>
                  </a:lnTo>
                  <a:lnTo>
                    <a:pt x="680" y="161"/>
                  </a:lnTo>
                  <a:lnTo>
                    <a:pt x="681" y="160"/>
                  </a:lnTo>
                  <a:lnTo>
                    <a:pt x="681" y="160"/>
                  </a:lnTo>
                  <a:lnTo>
                    <a:pt x="681" y="159"/>
                  </a:lnTo>
                  <a:cubicBezTo>
                    <a:pt x="681" y="159"/>
                    <a:pt x="681" y="159"/>
                    <a:pt x="681" y="159"/>
                  </a:cubicBezTo>
                  <a:lnTo>
                    <a:pt x="681" y="158"/>
                  </a:lnTo>
                  <a:lnTo>
                    <a:pt x="681" y="158"/>
                  </a:lnTo>
                  <a:lnTo>
                    <a:pt x="681" y="156"/>
                  </a:lnTo>
                  <a:lnTo>
                    <a:pt x="681" y="156"/>
                  </a:lnTo>
                  <a:cubicBezTo>
                    <a:pt x="681" y="155"/>
                    <a:pt x="681" y="155"/>
                    <a:pt x="681" y="155"/>
                  </a:cubicBezTo>
                  <a:cubicBezTo>
                    <a:pt x="681" y="153"/>
                    <a:pt x="680" y="153"/>
                    <a:pt x="679" y="153"/>
                  </a:cubicBezTo>
                  <a:cubicBezTo>
                    <a:pt x="679" y="154"/>
                    <a:pt x="679" y="154"/>
                    <a:pt x="679" y="155"/>
                  </a:cubicBezTo>
                  <a:lnTo>
                    <a:pt x="679" y="155"/>
                  </a:lnTo>
                  <a:lnTo>
                    <a:pt x="679" y="156"/>
                  </a:lnTo>
                  <a:cubicBezTo>
                    <a:pt x="678" y="157"/>
                    <a:pt x="678" y="158"/>
                    <a:pt x="678" y="159"/>
                  </a:cubicBezTo>
                  <a:lnTo>
                    <a:pt x="678" y="159"/>
                  </a:lnTo>
                  <a:lnTo>
                    <a:pt x="678" y="159"/>
                  </a:lnTo>
                  <a:lnTo>
                    <a:pt x="678" y="160"/>
                  </a:lnTo>
                  <a:cubicBezTo>
                    <a:pt x="678" y="161"/>
                    <a:pt x="677" y="163"/>
                    <a:pt x="675" y="165"/>
                  </a:cubicBezTo>
                  <a:cubicBezTo>
                    <a:pt x="674" y="165"/>
                    <a:pt x="672" y="166"/>
                    <a:pt x="672" y="166"/>
                  </a:cubicBezTo>
                  <a:cubicBezTo>
                    <a:pt x="671" y="167"/>
                    <a:pt x="670" y="167"/>
                    <a:pt x="668" y="166"/>
                  </a:cubicBezTo>
                  <a:lnTo>
                    <a:pt x="667" y="166"/>
                  </a:lnTo>
                  <a:cubicBezTo>
                    <a:pt x="667" y="166"/>
                    <a:pt x="667" y="166"/>
                    <a:pt x="666" y="166"/>
                  </a:cubicBezTo>
                  <a:cubicBezTo>
                    <a:pt x="666" y="166"/>
                    <a:pt x="665" y="166"/>
                    <a:pt x="665" y="166"/>
                  </a:cubicBezTo>
                  <a:cubicBezTo>
                    <a:pt x="665" y="166"/>
                    <a:pt x="665" y="166"/>
                    <a:pt x="664" y="166"/>
                  </a:cubicBezTo>
                  <a:cubicBezTo>
                    <a:pt x="664" y="166"/>
                    <a:pt x="664" y="166"/>
                    <a:pt x="664" y="166"/>
                  </a:cubicBezTo>
                  <a:lnTo>
                    <a:pt x="663" y="166"/>
                  </a:lnTo>
                  <a:cubicBezTo>
                    <a:pt x="663" y="165"/>
                    <a:pt x="663" y="166"/>
                    <a:pt x="663" y="166"/>
                  </a:cubicBezTo>
                  <a:lnTo>
                    <a:pt x="662" y="165"/>
                  </a:lnTo>
                  <a:cubicBezTo>
                    <a:pt x="662" y="165"/>
                    <a:pt x="662" y="165"/>
                    <a:pt x="661" y="165"/>
                  </a:cubicBezTo>
                  <a:cubicBezTo>
                    <a:pt x="660" y="165"/>
                    <a:pt x="660" y="164"/>
                    <a:pt x="659" y="164"/>
                  </a:cubicBezTo>
                  <a:lnTo>
                    <a:pt x="658" y="164"/>
                  </a:lnTo>
                  <a:cubicBezTo>
                    <a:pt x="658" y="164"/>
                    <a:pt x="658" y="164"/>
                    <a:pt x="658" y="164"/>
                  </a:cubicBezTo>
                  <a:cubicBezTo>
                    <a:pt x="657" y="163"/>
                    <a:pt x="656" y="162"/>
                    <a:pt x="655" y="162"/>
                  </a:cubicBezTo>
                  <a:cubicBezTo>
                    <a:pt x="652" y="158"/>
                    <a:pt x="653" y="156"/>
                    <a:pt x="653" y="154"/>
                  </a:cubicBezTo>
                  <a:lnTo>
                    <a:pt x="654" y="153"/>
                  </a:lnTo>
                  <a:lnTo>
                    <a:pt x="654" y="153"/>
                  </a:lnTo>
                  <a:lnTo>
                    <a:pt x="654" y="153"/>
                  </a:lnTo>
                  <a:lnTo>
                    <a:pt x="655" y="152"/>
                  </a:lnTo>
                  <a:lnTo>
                    <a:pt x="655" y="151"/>
                  </a:lnTo>
                  <a:lnTo>
                    <a:pt x="655" y="151"/>
                  </a:lnTo>
                  <a:lnTo>
                    <a:pt x="655" y="150"/>
                  </a:lnTo>
                  <a:lnTo>
                    <a:pt x="656" y="150"/>
                  </a:lnTo>
                  <a:lnTo>
                    <a:pt x="656" y="150"/>
                  </a:lnTo>
                  <a:lnTo>
                    <a:pt x="657" y="149"/>
                  </a:lnTo>
                  <a:lnTo>
                    <a:pt x="657" y="148"/>
                  </a:lnTo>
                  <a:lnTo>
                    <a:pt x="658" y="146"/>
                  </a:lnTo>
                  <a:lnTo>
                    <a:pt x="658" y="146"/>
                  </a:lnTo>
                  <a:lnTo>
                    <a:pt x="660" y="141"/>
                  </a:lnTo>
                  <a:lnTo>
                    <a:pt x="661" y="141"/>
                  </a:lnTo>
                  <a:lnTo>
                    <a:pt x="661" y="141"/>
                  </a:lnTo>
                  <a:lnTo>
                    <a:pt x="661" y="140"/>
                  </a:lnTo>
                  <a:lnTo>
                    <a:pt x="661" y="140"/>
                  </a:lnTo>
                  <a:lnTo>
                    <a:pt x="662" y="139"/>
                  </a:lnTo>
                  <a:lnTo>
                    <a:pt x="662" y="138"/>
                  </a:lnTo>
                  <a:lnTo>
                    <a:pt x="663" y="138"/>
                  </a:lnTo>
                  <a:lnTo>
                    <a:pt x="663" y="137"/>
                  </a:lnTo>
                  <a:lnTo>
                    <a:pt x="663" y="137"/>
                  </a:lnTo>
                  <a:lnTo>
                    <a:pt x="664" y="136"/>
                  </a:lnTo>
                  <a:lnTo>
                    <a:pt x="664" y="134"/>
                  </a:lnTo>
                  <a:lnTo>
                    <a:pt x="665" y="134"/>
                  </a:lnTo>
                  <a:lnTo>
                    <a:pt x="665" y="133"/>
                  </a:lnTo>
                  <a:lnTo>
                    <a:pt x="666" y="133"/>
                  </a:lnTo>
                  <a:lnTo>
                    <a:pt x="666" y="132"/>
                  </a:lnTo>
                  <a:lnTo>
                    <a:pt x="666" y="131"/>
                  </a:lnTo>
                  <a:lnTo>
                    <a:pt x="666" y="131"/>
                  </a:lnTo>
                  <a:cubicBezTo>
                    <a:pt x="667" y="129"/>
                    <a:pt x="667" y="125"/>
                    <a:pt x="666" y="124"/>
                  </a:cubicBezTo>
                  <a:cubicBezTo>
                    <a:pt x="664" y="121"/>
                    <a:pt x="666" y="121"/>
                    <a:pt x="667" y="121"/>
                  </a:cubicBezTo>
                  <a:lnTo>
                    <a:pt x="668" y="121"/>
                  </a:lnTo>
                  <a:lnTo>
                    <a:pt x="668" y="120"/>
                  </a:lnTo>
                  <a:lnTo>
                    <a:pt x="669" y="121"/>
                  </a:lnTo>
                  <a:lnTo>
                    <a:pt x="671" y="120"/>
                  </a:lnTo>
                  <a:lnTo>
                    <a:pt x="672" y="120"/>
                  </a:lnTo>
                  <a:lnTo>
                    <a:pt x="674" y="119"/>
                  </a:lnTo>
                  <a:cubicBezTo>
                    <a:pt x="675" y="119"/>
                    <a:pt x="676" y="118"/>
                    <a:pt x="677" y="118"/>
                  </a:cubicBezTo>
                  <a:lnTo>
                    <a:pt x="677" y="117"/>
                  </a:lnTo>
                  <a:lnTo>
                    <a:pt x="678" y="117"/>
                  </a:lnTo>
                  <a:lnTo>
                    <a:pt x="679" y="115"/>
                  </a:lnTo>
                  <a:lnTo>
                    <a:pt x="679" y="115"/>
                  </a:lnTo>
                  <a:lnTo>
                    <a:pt x="679" y="115"/>
                  </a:lnTo>
                  <a:lnTo>
                    <a:pt x="680" y="113"/>
                  </a:lnTo>
                  <a:cubicBezTo>
                    <a:pt x="680" y="112"/>
                    <a:pt x="678" y="111"/>
                    <a:pt x="677" y="110"/>
                  </a:cubicBezTo>
                  <a:cubicBezTo>
                    <a:pt x="676" y="109"/>
                    <a:pt x="675" y="108"/>
                    <a:pt x="674" y="108"/>
                  </a:cubicBezTo>
                  <a:cubicBezTo>
                    <a:pt x="673" y="108"/>
                    <a:pt x="672" y="108"/>
                    <a:pt x="671" y="107"/>
                  </a:cubicBezTo>
                  <a:lnTo>
                    <a:pt x="670" y="107"/>
                  </a:lnTo>
                  <a:cubicBezTo>
                    <a:pt x="670" y="107"/>
                    <a:pt x="669" y="107"/>
                    <a:pt x="668" y="107"/>
                  </a:cubicBezTo>
                  <a:lnTo>
                    <a:pt x="667" y="107"/>
                  </a:lnTo>
                  <a:lnTo>
                    <a:pt x="666" y="107"/>
                  </a:lnTo>
                  <a:cubicBezTo>
                    <a:pt x="666" y="107"/>
                    <a:pt x="665" y="107"/>
                    <a:pt x="664" y="108"/>
                  </a:cubicBezTo>
                  <a:cubicBezTo>
                    <a:pt x="663" y="107"/>
                    <a:pt x="662" y="108"/>
                    <a:pt x="664" y="104"/>
                  </a:cubicBezTo>
                  <a:lnTo>
                    <a:pt x="664" y="103"/>
                  </a:lnTo>
                  <a:lnTo>
                    <a:pt x="664" y="103"/>
                  </a:lnTo>
                  <a:lnTo>
                    <a:pt x="665" y="103"/>
                  </a:lnTo>
                  <a:lnTo>
                    <a:pt x="665" y="102"/>
                  </a:lnTo>
                  <a:lnTo>
                    <a:pt x="665" y="101"/>
                  </a:lnTo>
                  <a:lnTo>
                    <a:pt x="665" y="101"/>
                  </a:lnTo>
                  <a:lnTo>
                    <a:pt x="666" y="101"/>
                  </a:lnTo>
                  <a:lnTo>
                    <a:pt x="666" y="100"/>
                  </a:lnTo>
                  <a:lnTo>
                    <a:pt x="666" y="99"/>
                  </a:lnTo>
                  <a:lnTo>
                    <a:pt x="666" y="99"/>
                  </a:lnTo>
                  <a:lnTo>
                    <a:pt x="667" y="99"/>
                  </a:lnTo>
                  <a:lnTo>
                    <a:pt x="668" y="97"/>
                  </a:lnTo>
                  <a:lnTo>
                    <a:pt x="668" y="96"/>
                  </a:lnTo>
                  <a:lnTo>
                    <a:pt x="669" y="96"/>
                  </a:lnTo>
                  <a:cubicBezTo>
                    <a:pt x="669" y="94"/>
                    <a:pt x="670" y="93"/>
                    <a:pt x="670" y="91"/>
                  </a:cubicBezTo>
                  <a:cubicBezTo>
                    <a:pt x="669" y="88"/>
                    <a:pt x="668" y="87"/>
                    <a:pt x="666" y="87"/>
                  </a:cubicBezTo>
                  <a:cubicBezTo>
                    <a:pt x="664" y="86"/>
                    <a:pt x="664" y="87"/>
                    <a:pt x="662" y="87"/>
                  </a:cubicBezTo>
                  <a:lnTo>
                    <a:pt x="662" y="87"/>
                  </a:lnTo>
                  <a:lnTo>
                    <a:pt x="660" y="88"/>
                  </a:lnTo>
                  <a:lnTo>
                    <a:pt x="659" y="88"/>
                  </a:lnTo>
                  <a:lnTo>
                    <a:pt x="655" y="89"/>
                  </a:lnTo>
                  <a:lnTo>
                    <a:pt x="655" y="89"/>
                  </a:lnTo>
                  <a:lnTo>
                    <a:pt x="654" y="90"/>
                  </a:lnTo>
                  <a:lnTo>
                    <a:pt x="653" y="90"/>
                  </a:lnTo>
                  <a:lnTo>
                    <a:pt x="650" y="90"/>
                  </a:lnTo>
                  <a:lnTo>
                    <a:pt x="650" y="91"/>
                  </a:lnTo>
                  <a:cubicBezTo>
                    <a:pt x="649" y="91"/>
                    <a:pt x="649" y="90"/>
                    <a:pt x="648" y="91"/>
                  </a:cubicBezTo>
                  <a:cubicBezTo>
                    <a:pt x="648" y="90"/>
                    <a:pt x="648" y="91"/>
                    <a:pt x="648" y="91"/>
                  </a:cubicBezTo>
                  <a:lnTo>
                    <a:pt x="647" y="91"/>
                  </a:lnTo>
                  <a:cubicBezTo>
                    <a:pt x="647" y="91"/>
                    <a:pt x="647" y="91"/>
                    <a:pt x="647" y="91"/>
                  </a:cubicBezTo>
                  <a:cubicBezTo>
                    <a:pt x="647" y="91"/>
                    <a:pt x="646" y="91"/>
                    <a:pt x="646" y="91"/>
                  </a:cubicBezTo>
                  <a:cubicBezTo>
                    <a:pt x="646" y="91"/>
                    <a:pt x="645" y="91"/>
                    <a:pt x="644" y="91"/>
                  </a:cubicBezTo>
                  <a:lnTo>
                    <a:pt x="644" y="91"/>
                  </a:lnTo>
                  <a:lnTo>
                    <a:pt x="644" y="91"/>
                  </a:lnTo>
                  <a:lnTo>
                    <a:pt x="643" y="91"/>
                  </a:lnTo>
                  <a:lnTo>
                    <a:pt x="642" y="91"/>
                  </a:lnTo>
                  <a:lnTo>
                    <a:pt x="642" y="91"/>
                  </a:lnTo>
                  <a:lnTo>
                    <a:pt x="641" y="91"/>
                  </a:lnTo>
                  <a:lnTo>
                    <a:pt x="640" y="91"/>
                  </a:lnTo>
                  <a:lnTo>
                    <a:pt x="640" y="91"/>
                  </a:lnTo>
                  <a:lnTo>
                    <a:pt x="639" y="91"/>
                  </a:lnTo>
                  <a:cubicBezTo>
                    <a:pt x="639" y="91"/>
                    <a:pt x="638" y="91"/>
                    <a:pt x="638" y="92"/>
                  </a:cubicBezTo>
                  <a:moveTo>
                    <a:pt x="678" y="137"/>
                  </a:moveTo>
                  <a:lnTo>
                    <a:pt x="677" y="138"/>
                  </a:lnTo>
                  <a:cubicBezTo>
                    <a:pt x="675" y="138"/>
                    <a:pt x="674" y="138"/>
                    <a:pt x="672" y="138"/>
                  </a:cubicBezTo>
                  <a:lnTo>
                    <a:pt x="672" y="138"/>
                  </a:lnTo>
                  <a:lnTo>
                    <a:pt x="670" y="138"/>
                  </a:lnTo>
                  <a:cubicBezTo>
                    <a:pt x="670" y="139"/>
                    <a:pt x="670" y="140"/>
                    <a:pt x="670" y="140"/>
                  </a:cubicBezTo>
                  <a:cubicBezTo>
                    <a:pt x="671" y="140"/>
                    <a:pt x="672" y="140"/>
                    <a:pt x="672" y="141"/>
                  </a:cubicBezTo>
                  <a:cubicBezTo>
                    <a:pt x="674" y="141"/>
                    <a:pt x="676" y="142"/>
                    <a:pt x="678" y="142"/>
                  </a:cubicBezTo>
                  <a:cubicBezTo>
                    <a:pt x="679" y="142"/>
                    <a:pt x="679" y="143"/>
                    <a:pt x="679" y="144"/>
                  </a:cubicBezTo>
                  <a:lnTo>
                    <a:pt x="679" y="146"/>
                  </a:lnTo>
                  <a:lnTo>
                    <a:pt x="679" y="146"/>
                  </a:lnTo>
                  <a:cubicBezTo>
                    <a:pt x="679" y="148"/>
                    <a:pt x="679" y="149"/>
                    <a:pt x="680" y="149"/>
                  </a:cubicBezTo>
                  <a:cubicBezTo>
                    <a:pt x="681" y="150"/>
                    <a:pt x="681" y="150"/>
                    <a:pt x="681" y="149"/>
                  </a:cubicBezTo>
                  <a:lnTo>
                    <a:pt x="682" y="148"/>
                  </a:lnTo>
                  <a:lnTo>
                    <a:pt x="682" y="148"/>
                  </a:lnTo>
                  <a:cubicBezTo>
                    <a:pt x="682" y="147"/>
                    <a:pt x="682" y="146"/>
                    <a:pt x="682" y="145"/>
                  </a:cubicBezTo>
                  <a:cubicBezTo>
                    <a:pt x="681" y="143"/>
                    <a:pt x="682" y="144"/>
                    <a:pt x="683" y="144"/>
                  </a:cubicBezTo>
                  <a:lnTo>
                    <a:pt x="684" y="143"/>
                  </a:lnTo>
                  <a:cubicBezTo>
                    <a:pt x="685" y="143"/>
                    <a:pt x="685" y="143"/>
                    <a:pt x="686" y="142"/>
                  </a:cubicBezTo>
                  <a:cubicBezTo>
                    <a:pt x="686" y="141"/>
                    <a:pt x="686" y="140"/>
                    <a:pt x="686" y="140"/>
                  </a:cubicBezTo>
                  <a:cubicBezTo>
                    <a:pt x="685" y="137"/>
                    <a:pt x="683" y="136"/>
                    <a:pt x="681" y="136"/>
                  </a:cubicBezTo>
                  <a:lnTo>
                    <a:pt x="678" y="137"/>
                  </a:lnTo>
                  <a:close/>
                </a:path>
                <a:path w="953" h="953">
                  <a:moveTo>
                    <a:pt x="767" y="196"/>
                  </a:moveTo>
                  <a:lnTo>
                    <a:pt x="767" y="197"/>
                  </a:lnTo>
                  <a:lnTo>
                    <a:pt x="766" y="198"/>
                  </a:lnTo>
                  <a:lnTo>
                    <a:pt x="765" y="198"/>
                  </a:lnTo>
                  <a:lnTo>
                    <a:pt x="765" y="199"/>
                  </a:lnTo>
                  <a:lnTo>
                    <a:pt x="764" y="199"/>
                  </a:lnTo>
                  <a:lnTo>
                    <a:pt x="764" y="200"/>
                  </a:lnTo>
                  <a:lnTo>
                    <a:pt x="764" y="200"/>
                  </a:lnTo>
                  <a:lnTo>
                    <a:pt x="764" y="201"/>
                  </a:lnTo>
                  <a:lnTo>
                    <a:pt x="763" y="201"/>
                  </a:lnTo>
                  <a:lnTo>
                    <a:pt x="764" y="202"/>
                  </a:lnTo>
                  <a:lnTo>
                    <a:pt x="764" y="202"/>
                  </a:lnTo>
                  <a:lnTo>
                    <a:pt x="765" y="203"/>
                  </a:lnTo>
                  <a:lnTo>
                    <a:pt x="765" y="203"/>
                  </a:lnTo>
                  <a:lnTo>
                    <a:pt x="766" y="203"/>
                  </a:lnTo>
                  <a:lnTo>
                    <a:pt x="766" y="203"/>
                  </a:lnTo>
                  <a:lnTo>
                    <a:pt x="767" y="204"/>
                  </a:lnTo>
                  <a:lnTo>
                    <a:pt x="767" y="204"/>
                  </a:lnTo>
                  <a:lnTo>
                    <a:pt x="768" y="204"/>
                  </a:lnTo>
                  <a:lnTo>
                    <a:pt x="769" y="204"/>
                  </a:lnTo>
                  <a:lnTo>
                    <a:pt x="769" y="204"/>
                  </a:lnTo>
                  <a:lnTo>
                    <a:pt x="769" y="205"/>
                  </a:lnTo>
                  <a:lnTo>
                    <a:pt x="770" y="205"/>
                  </a:lnTo>
                  <a:lnTo>
                    <a:pt x="770" y="205"/>
                  </a:lnTo>
                  <a:lnTo>
                    <a:pt x="771" y="205"/>
                  </a:lnTo>
                  <a:lnTo>
                    <a:pt x="771" y="205"/>
                  </a:lnTo>
                  <a:lnTo>
                    <a:pt x="772" y="205"/>
                  </a:lnTo>
                  <a:lnTo>
                    <a:pt x="772" y="205"/>
                  </a:lnTo>
                  <a:lnTo>
                    <a:pt x="772" y="205"/>
                  </a:lnTo>
                  <a:lnTo>
                    <a:pt x="772" y="204"/>
                  </a:lnTo>
                  <a:lnTo>
                    <a:pt x="773" y="204"/>
                  </a:lnTo>
                  <a:lnTo>
                    <a:pt x="773" y="204"/>
                  </a:lnTo>
                  <a:lnTo>
                    <a:pt x="774" y="204"/>
                  </a:lnTo>
                  <a:lnTo>
                    <a:pt x="774" y="204"/>
                  </a:lnTo>
                  <a:lnTo>
                    <a:pt x="775" y="204"/>
                  </a:lnTo>
                  <a:lnTo>
                    <a:pt x="775" y="204"/>
                  </a:lnTo>
                  <a:lnTo>
                    <a:pt x="775" y="203"/>
                  </a:lnTo>
                  <a:lnTo>
                    <a:pt x="776" y="203"/>
                  </a:lnTo>
                  <a:lnTo>
                    <a:pt x="776" y="204"/>
                  </a:lnTo>
                  <a:lnTo>
                    <a:pt x="777" y="204"/>
                  </a:lnTo>
                  <a:lnTo>
                    <a:pt x="777" y="204"/>
                  </a:lnTo>
                  <a:lnTo>
                    <a:pt x="778" y="205"/>
                  </a:lnTo>
                  <a:lnTo>
                    <a:pt x="778" y="205"/>
                  </a:lnTo>
                  <a:lnTo>
                    <a:pt x="779" y="206"/>
                  </a:lnTo>
                  <a:lnTo>
                    <a:pt x="779" y="206"/>
                  </a:lnTo>
                  <a:lnTo>
                    <a:pt x="779" y="207"/>
                  </a:lnTo>
                  <a:lnTo>
                    <a:pt x="779" y="207"/>
                  </a:lnTo>
                  <a:lnTo>
                    <a:pt x="780" y="207"/>
                  </a:lnTo>
                  <a:lnTo>
                    <a:pt x="781" y="207"/>
                  </a:lnTo>
                  <a:lnTo>
                    <a:pt x="782" y="207"/>
                  </a:lnTo>
                  <a:lnTo>
                    <a:pt x="782" y="207"/>
                  </a:lnTo>
                  <a:lnTo>
                    <a:pt x="783" y="207"/>
                  </a:lnTo>
                  <a:lnTo>
                    <a:pt x="783" y="207"/>
                  </a:lnTo>
                  <a:lnTo>
                    <a:pt x="784" y="207"/>
                  </a:lnTo>
                  <a:lnTo>
                    <a:pt x="785" y="208"/>
                  </a:lnTo>
                  <a:lnTo>
                    <a:pt x="785" y="208"/>
                  </a:lnTo>
                  <a:lnTo>
                    <a:pt x="786" y="208"/>
                  </a:lnTo>
                  <a:lnTo>
                    <a:pt x="786" y="208"/>
                  </a:lnTo>
                  <a:lnTo>
                    <a:pt x="787" y="209"/>
                  </a:lnTo>
                  <a:lnTo>
                    <a:pt x="787" y="209"/>
                  </a:lnTo>
                  <a:lnTo>
                    <a:pt x="788" y="209"/>
                  </a:lnTo>
                  <a:lnTo>
                    <a:pt x="789" y="210"/>
                  </a:lnTo>
                  <a:lnTo>
                    <a:pt x="790" y="210"/>
                  </a:lnTo>
                  <a:lnTo>
                    <a:pt x="790" y="210"/>
                  </a:lnTo>
                  <a:lnTo>
                    <a:pt x="791" y="210"/>
                  </a:lnTo>
                  <a:lnTo>
                    <a:pt x="792" y="211"/>
                  </a:lnTo>
                  <a:lnTo>
                    <a:pt x="793" y="212"/>
                  </a:lnTo>
                  <a:lnTo>
                    <a:pt x="793" y="212"/>
                  </a:lnTo>
                  <a:lnTo>
                    <a:pt x="793" y="213"/>
                  </a:lnTo>
                  <a:lnTo>
                    <a:pt x="793" y="214"/>
                  </a:lnTo>
                  <a:lnTo>
                    <a:pt x="793" y="215"/>
                  </a:lnTo>
                  <a:lnTo>
                    <a:pt x="793" y="216"/>
                  </a:lnTo>
                  <a:lnTo>
                    <a:pt x="792" y="217"/>
                  </a:lnTo>
                  <a:lnTo>
                    <a:pt x="791" y="217"/>
                  </a:lnTo>
                  <a:lnTo>
                    <a:pt x="791" y="217"/>
                  </a:lnTo>
                  <a:lnTo>
                    <a:pt x="790" y="218"/>
                  </a:lnTo>
                  <a:lnTo>
                    <a:pt x="790" y="218"/>
                  </a:lnTo>
                  <a:lnTo>
                    <a:pt x="789" y="218"/>
                  </a:lnTo>
                  <a:lnTo>
                    <a:pt x="788" y="218"/>
                  </a:lnTo>
                  <a:lnTo>
                    <a:pt x="788" y="218"/>
                  </a:lnTo>
                  <a:lnTo>
                    <a:pt x="787" y="218"/>
                  </a:lnTo>
                  <a:lnTo>
                    <a:pt x="786" y="218"/>
                  </a:lnTo>
                  <a:lnTo>
                    <a:pt x="786" y="218"/>
                  </a:lnTo>
                  <a:lnTo>
                    <a:pt x="785" y="218"/>
                  </a:lnTo>
                  <a:lnTo>
                    <a:pt x="785" y="217"/>
                  </a:lnTo>
                  <a:lnTo>
                    <a:pt x="784" y="217"/>
                  </a:lnTo>
                  <a:lnTo>
                    <a:pt x="784" y="217"/>
                  </a:lnTo>
                  <a:lnTo>
                    <a:pt x="784" y="217"/>
                  </a:lnTo>
                  <a:lnTo>
                    <a:pt x="783" y="217"/>
                  </a:lnTo>
                  <a:lnTo>
                    <a:pt x="783" y="217"/>
                  </a:lnTo>
                  <a:lnTo>
                    <a:pt x="783" y="217"/>
                  </a:lnTo>
                  <a:lnTo>
                    <a:pt x="782" y="217"/>
                  </a:lnTo>
                  <a:lnTo>
                    <a:pt x="782" y="217"/>
                  </a:lnTo>
                  <a:lnTo>
                    <a:pt x="781" y="216"/>
                  </a:lnTo>
                  <a:lnTo>
                    <a:pt x="781" y="216"/>
                  </a:lnTo>
                  <a:lnTo>
                    <a:pt x="781" y="216"/>
                  </a:lnTo>
                  <a:lnTo>
                    <a:pt x="780" y="216"/>
                  </a:lnTo>
                  <a:lnTo>
                    <a:pt x="780" y="216"/>
                  </a:lnTo>
                  <a:lnTo>
                    <a:pt x="779" y="216"/>
                  </a:lnTo>
                  <a:lnTo>
                    <a:pt x="779" y="216"/>
                  </a:lnTo>
                  <a:lnTo>
                    <a:pt x="778" y="216"/>
                  </a:lnTo>
                  <a:lnTo>
                    <a:pt x="777" y="216"/>
                  </a:lnTo>
                  <a:lnTo>
                    <a:pt x="777" y="216"/>
                  </a:lnTo>
                  <a:lnTo>
                    <a:pt x="776" y="216"/>
                  </a:lnTo>
                  <a:lnTo>
                    <a:pt x="775" y="216"/>
                  </a:lnTo>
                  <a:lnTo>
                    <a:pt x="775" y="216"/>
                  </a:lnTo>
                  <a:lnTo>
                    <a:pt x="775" y="216"/>
                  </a:lnTo>
                  <a:lnTo>
                    <a:pt x="774" y="217"/>
                  </a:lnTo>
                  <a:lnTo>
                    <a:pt x="773" y="217"/>
                  </a:lnTo>
                  <a:lnTo>
                    <a:pt x="773" y="218"/>
                  </a:lnTo>
                  <a:lnTo>
                    <a:pt x="772" y="218"/>
                  </a:lnTo>
                  <a:lnTo>
                    <a:pt x="771" y="219"/>
                  </a:lnTo>
                  <a:lnTo>
                    <a:pt x="771" y="219"/>
                  </a:lnTo>
                  <a:lnTo>
                    <a:pt x="771" y="220"/>
                  </a:lnTo>
                  <a:lnTo>
                    <a:pt x="771" y="220"/>
                  </a:lnTo>
                  <a:lnTo>
                    <a:pt x="771" y="221"/>
                  </a:lnTo>
                  <a:lnTo>
                    <a:pt x="770" y="221"/>
                  </a:lnTo>
                  <a:lnTo>
                    <a:pt x="769" y="222"/>
                  </a:lnTo>
                  <a:lnTo>
                    <a:pt x="767" y="224"/>
                  </a:lnTo>
                  <a:lnTo>
                    <a:pt x="765" y="226"/>
                  </a:lnTo>
                  <a:lnTo>
                    <a:pt x="764" y="226"/>
                  </a:lnTo>
                  <a:lnTo>
                    <a:pt x="764" y="226"/>
                  </a:lnTo>
                  <a:lnTo>
                    <a:pt x="762" y="227"/>
                  </a:lnTo>
                  <a:lnTo>
                    <a:pt x="760" y="229"/>
                  </a:lnTo>
                  <a:lnTo>
                    <a:pt x="758" y="230"/>
                  </a:lnTo>
                  <a:lnTo>
                    <a:pt x="757" y="231"/>
                  </a:lnTo>
                  <a:lnTo>
                    <a:pt x="756" y="232"/>
                  </a:lnTo>
                  <a:lnTo>
                    <a:pt x="756" y="232"/>
                  </a:lnTo>
                  <a:lnTo>
                    <a:pt x="755" y="232"/>
                  </a:lnTo>
                  <a:lnTo>
                    <a:pt x="754" y="233"/>
                  </a:lnTo>
                  <a:lnTo>
                    <a:pt x="753" y="234"/>
                  </a:lnTo>
                  <a:lnTo>
                    <a:pt x="753" y="234"/>
                  </a:lnTo>
                  <a:lnTo>
                    <a:pt x="752" y="234"/>
                  </a:lnTo>
                  <a:lnTo>
                    <a:pt x="752" y="235"/>
                  </a:lnTo>
                  <a:lnTo>
                    <a:pt x="751" y="235"/>
                  </a:lnTo>
                  <a:lnTo>
                    <a:pt x="751" y="235"/>
                  </a:lnTo>
                  <a:lnTo>
                    <a:pt x="750" y="236"/>
                  </a:lnTo>
                  <a:lnTo>
                    <a:pt x="750" y="236"/>
                  </a:lnTo>
                  <a:lnTo>
                    <a:pt x="750" y="237"/>
                  </a:lnTo>
                  <a:lnTo>
                    <a:pt x="749" y="237"/>
                  </a:lnTo>
                  <a:lnTo>
                    <a:pt x="747" y="239"/>
                  </a:lnTo>
                  <a:lnTo>
                    <a:pt x="746" y="239"/>
                  </a:lnTo>
                  <a:lnTo>
                    <a:pt x="745" y="240"/>
                  </a:lnTo>
                  <a:lnTo>
                    <a:pt x="745" y="240"/>
                  </a:lnTo>
                  <a:lnTo>
                    <a:pt x="744" y="241"/>
                  </a:lnTo>
                  <a:lnTo>
                    <a:pt x="743" y="241"/>
                  </a:lnTo>
                  <a:lnTo>
                    <a:pt x="743" y="241"/>
                  </a:lnTo>
                  <a:lnTo>
                    <a:pt x="742" y="242"/>
                  </a:lnTo>
                  <a:lnTo>
                    <a:pt x="741" y="242"/>
                  </a:lnTo>
                  <a:lnTo>
                    <a:pt x="741" y="243"/>
                  </a:lnTo>
                  <a:lnTo>
                    <a:pt x="740" y="243"/>
                  </a:lnTo>
                  <a:lnTo>
                    <a:pt x="739" y="243"/>
                  </a:lnTo>
                  <a:lnTo>
                    <a:pt x="739" y="244"/>
                  </a:lnTo>
                  <a:lnTo>
                    <a:pt x="738" y="244"/>
                  </a:lnTo>
                  <a:lnTo>
                    <a:pt x="738" y="244"/>
                  </a:lnTo>
                  <a:lnTo>
                    <a:pt x="737" y="245"/>
                  </a:lnTo>
                  <a:lnTo>
                    <a:pt x="736" y="245"/>
                  </a:lnTo>
                  <a:lnTo>
                    <a:pt x="736" y="245"/>
                  </a:lnTo>
                  <a:lnTo>
                    <a:pt x="735" y="245"/>
                  </a:lnTo>
                  <a:lnTo>
                    <a:pt x="735" y="246"/>
                  </a:lnTo>
                  <a:lnTo>
                    <a:pt x="734" y="246"/>
                  </a:lnTo>
                  <a:lnTo>
                    <a:pt x="734" y="246"/>
                  </a:lnTo>
                  <a:lnTo>
                    <a:pt x="734" y="246"/>
                  </a:lnTo>
                  <a:lnTo>
                    <a:pt x="733" y="246"/>
                  </a:lnTo>
                  <a:lnTo>
                    <a:pt x="733" y="246"/>
                  </a:lnTo>
                  <a:lnTo>
                    <a:pt x="732" y="246"/>
                  </a:lnTo>
                  <a:lnTo>
                    <a:pt x="732" y="246"/>
                  </a:lnTo>
                  <a:lnTo>
                    <a:pt x="732" y="247"/>
                  </a:lnTo>
                  <a:lnTo>
                    <a:pt x="732" y="247"/>
                  </a:lnTo>
                  <a:lnTo>
                    <a:pt x="731" y="247"/>
                  </a:lnTo>
                  <a:lnTo>
                    <a:pt x="730" y="247"/>
                  </a:lnTo>
                  <a:lnTo>
                    <a:pt x="729" y="247"/>
                  </a:lnTo>
                  <a:lnTo>
                    <a:pt x="729" y="247"/>
                  </a:lnTo>
                  <a:lnTo>
                    <a:pt x="729" y="247"/>
                  </a:lnTo>
                  <a:lnTo>
                    <a:pt x="728" y="247"/>
                  </a:lnTo>
                  <a:lnTo>
                    <a:pt x="728" y="247"/>
                  </a:lnTo>
                  <a:lnTo>
                    <a:pt x="727" y="248"/>
                  </a:lnTo>
                  <a:lnTo>
                    <a:pt x="727" y="248"/>
                  </a:lnTo>
                  <a:lnTo>
                    <a:pt x="727" y="248"/>
                  </a:lnTo>
                  <a:lnTo>
                    <a:pt x="726" y="248"/>
                  </a:lnTo>
                  <a:lnTo>
                    <a:pt x="726" y="248"/>
                  </a:lnTo>
                  <a:lnTo>
                    <a:pt x="726" y="248"/>
                  </a:lnTo>
                  <a:lnTo>
                    <a:pt x="725" y="249"/>
                  </a:lnTo>
                  <a:lnTo>
                    <a:pt x="724" y="249"/>
                  </a:lnTo>
                  <a:lnTo>
                    <a:pt x="724" y="249"/>
                  </a:lnTo>
                  <a:lnTo>
                    <a:pt x="723" y="249"/>
                  </a:lnTo>
                  <a:lnTo>
                    <a:pt x="723" y="249"/>
                  </a:lnTo>
                  <a:lnTo>
                    <a:pt x="723" y="249"/>
                  </a:lnTo>
                  <a:lnTo>
                    <a:pt x="722" y="249"/>
                  </a:lnTo>
                  <a:lnTo>
                    <a:pt x="722" y="249"/>
                  </a:lnTo>
                  <a:lnTo>
                    <a:pt x="722" y="249"/>
                  </a:lnTo>
                  <a:lnTo>
                    <a:pt x="721" y="248"/>
                  </a:lnTo>
                  <a:lnTo>
                    <a:pt x="721" y="248"/>
                  </a:lnTo>
                  <a:lnTo>
                    <a:pt x="721" y="248"/>
                  </a:lnTo>
                  <a:lnTo>
                    <a:pt x="722" y="247"/>
                  </a:lnTo>
                  <a:lnTo>
                    <a:pt x="722" y="247"/>
                  </a:lnTo>
                  <a:lnTo>
                    <a:pt x="723" y="246"/>
                  </a:lnTo>
                  <a:lnTo>
                    <a:pt x="723" y="246"/>
                  </a:lnTo>
                  <a:lnTo>
                    <a:pt x="724" y="245"/>
                  </a:lnTo>
                  <a:lnTo>
                    <a:pt x="724" y="245"/>
                  </a:lnTo>
                  <a:lnTo>
                    <a:pt x="725" y="245"/>
                  </a:lnTo>
                  <a:lnTo>
                    <a:pt x="726" y="244"/>
                  </a:lnTo>
                  <a:lnTo>
                    <a:pt x="726" y="244"/>
                  </a:lnTo>
                  <a:lnTo>
                    <a:pt x="727" y="244"/>
                  </a:lnTo>
                  <a:lnTo>
                    <a:pt x="728" y="243"/>
                  </a:lnTo>
                  <a:lnTo>
                    <a:pt x="728" y="243"/>
                  </a:lnTo>
                  <a:lnTo>
                    <a:pt x="729" y="242"/>
                  </a:lnTo>
                  <a:lnTo>
                    <a:pt x="731" y="241"/>
                  </a:lnTo>
                  <a:lnTo>
                    <a:pt x="732" y="240"/>
                  </a:lnTo>
                  <a:lnTo>
                    <a:pt x="732" y="240"/>
                  </a:lnTo>
                  <a:lnTo>
                    <a:pt x="733" y="239"/>
                  </a:lnTo>
                  <a:lnTo>
                    <a:pt x="733" y="239"/>
                  </a:lnTo>
                  <a:lnTo>
                    <a:pt x="734" y="239"/>
                  </a:lnTo>
                  <a:lnTo>
                    <a:pt x="735" y="238"/>
                  </a:lnTo>
                  <a:lnTo>
                    <a:pt x="736" y="237"/>
                  </a:lnTo>
                  <a:lnTo>
                    <a:pt x="737" y="236"/>
                  </a:lnTo>
                  <a:lnTo>
                    <a:pt x="737" y="236"/>
                  </a:lnTo>
                  <a:lnTo>
                    <a:pt x="738" y="236"/>
                  </a:lnTo>
                  <a:lnTo>
                    <a:pt x="740" y="234"/>
                  </a:lnTo>
                  <a:lnTo>
                    <a:pt x="741" y="234"/>
                  </a:lnTo>
                  <a:lnTo>
                    <a:pt x="743" y="232"/>
                  </a:lnTo>
                  <a:lnTo>
                    <a:pt x="744" y="231"/>
                  </a:lnTo>
                  <a:lnTo>
                    <a:pt x="746" y="230"/>
                  </a:lnTo>
                  <a:lnTo>
                    <a:pt x="747" y="228"/>
                  </a:lnTo>
                  <a:lnTo>
                    <a:pt x="748" y="228"/>
                  </a:lnTo>
                  <a:lnTo>
                    <a:pt x="749" y="227"/>
                  </a:lnTo>
                  <a:lnTo>
                    <a:pt x="749" y="226"/>
                  </a:lnTo>
                  <a:lnTo>
                    <a:pt x="750" y="226"/>
                  </a:lnTo>
                  <a:lnTo>
                    <a:pt x="751" y="225"/>
                  </a:lnTo>
                  <a:lnTo>
                    <a:pt x="753" y="224"/>
                  </a:lnTo>
                  <a:lnTo>
                    <a:pt x="754" y="222"/>
                  </a:lnTo>
                  <a:lnTo>
                    <a:pt x="755" y="222"/>
                  </a:lnTo>
                  <a:lnTo>
                    <a:pt x="755" y="222"/>
                  </a:lnTo>
                  <a:lnTo>
                    <a:pt x="757" y="220"/>
                  </a:lnTo>
                  <a:lnTo>
                    <a:pt x="759" y="219"/>
                  </a:lnTo>
                  <a:lnTo>
                    <a:pt x="760" y="218"/>
                  </a:lnTo>
                  <a:lnTo>
                    <a:pt x="761" y="217"/>
                  </a:lnTo>
                  <a:lnTo>
                    <a:pt x="762" y="216"/>
                  </a:lnTo>
                  <a:lnTo>
                    <a:pt x="763" y="216"/>
                  </a:lnTo>
                  <a:lnTo>
                    <a:pt x="763" y="215"/>
                  </a:lnTo>
                  <a:lnTo>
                    <a:pt x="763" y="215"/>
                  </a:lnTo>
                  <a:lnTo>
                    <a:pt x="762" y="214"/>
                  </a:lnTo>
                  <a:lnTo>
                    <a:pt x="762" y="214"/>
                  </a:lnTo>
                  <a:lnTo>
                    <a:pt x="761" y="214"/>
                  </a:lnTo>
                  <a:lnTo>
                    <a:pt x="761" y="214"/>
                  </a:lnTo>
                  <a:lnTo>
                    <a:pt x="760" y="214"/>
                  </a:lnTo>
                  <a:lnTo>
                    <a:pt x="760" y="213"/>
                  </a:lnTo>
                  <a:lnTo>
                    <a:pt x="759" y="213"/>
                  </a:lnTo>
                  <a:lnTo>
                    <a:pt x="759" y="213"/>
                  </a:lnTo>
                  <a:lnTo>
                    <a:pt x="758" y="213"/>
                  </a:lnTo>
                  <a:lnTo>
                    <a:pt x="758" y="213"/>
                  </a:lnTo>
                  <a:lnTo>
                    <a:pt x="758" y="213"/>
                  </a:lnTo>
                  <a:lnTo>
                    <a:pt x="757" y="212"/>
                  </a:lnTo>
                  <a:lnTo>
                    <a:pt x="757" y="212"/>
                  </a:lnTo>
                  <a:lnTo>
                    <a:pt x="756" y="212"/>
                  </a:lnTo>
                  <a:lnTo>
                    <a:pt x="756" y="212"/>
                  </a:lnTo>
                  <a:lnTo>
                    <a:pt x="755" y="212"/>
                  </a:lnTo>
                  <a:lnTo>
                    <a:pt x="755" y="212"/>
                  </a:lnTo>
                  <a:lnTo>
                    <a:pt x="755" y="211"/>
                  </a:lnTo>
                  <a:lnTo>
                    <a:pt x="754" y="211"/>
                  </a:lnTo>
                  <a:lnTo>
                    <a:pt x="754" y="211"/>
                  </a:lnTo>
                  <a:lnTo>
                    <a:pt x="753" y="211"/>
                  </a:lnTo>
                  <a:lnTo>
                    <a:pt x="753" y="211"/>
                  </a:lnTo>
                  <a:lnTo>
                    <a:pt x="752" y="211"/>
                  </a:lnTo>
                  <a:lnTo>
                    <a:pt x="751" y="211"/>
                  </a:lnTo>
                  <a:lnTo>
                    <a:pt x="750" y="210"/>
                  </a:lnTo>
                  <a:lnTo>
                    <a:pt x="750" y="210"/>
                  </a:lnTo>
                  <a:lnTo>
                    <a:pt x="750" y="210"/>
                  </a:lnTo>
                  <a:lnTo>
                    <a:pt x="749" y="210"/>
                  </a:lnTo>
                  <a:lnTo>
                    <a:pt x="749" y="210"/>
                  </a:lnTo>
                  <a:lnTo>
                    <a:pt x="748" y="210"/>
                  </a:lnTo>
                  <a:lnTo>
                    <a:pt x="748" y="209"/>
                  </a:lnTo>
                  <a:lnTo>
                    <a:pt x="747" y="209"/>
                  </a:lnTo>
                  <a:lnTo>
                    <a:pt x="747" y="208"/>
                  </a:lnTo>
                  <a:lnTo>
                    <a:pt x="746" y="208"/>
                  </a:lnTo>
                  <a:lnTo>
                    <a:pt x="746" y="207"/>
                  </a:lnTo>
                  <a:lnTo>
                    <a:pt x="745" y="207"/>
                  </a:lnTo>
                  <a:lnTo>
                    <a:pt x="745" y="206"/>
                  </a:lnTo>
                  <a:lnTo>
                    <a:pt x="745" y="205"/>
                  </a:lnTo>
                  <a:lnTo>
                    <a:pt x="744" y="205"/>
                  </a:lnTo>
                  <a:lnTo>
                    <a:pt x="744" y="204"/>
                  </a:lnTo>
                  <a:lnTo>
                    <a:pt x="744" y="204"/>
                  </a:lnTo>
                  <a:lnTo>
                    <a:pt x="744" y="203"/>
                  </a:lnTo>
                  <a:lnTo>
                    <a:pt x="744" y="202"/>
                  </a:lnTo>
                  <a:lnTo>
                    <a:pt x="744" y="202"/>
                  </a:lnTo>
                  <a:lnTo>
                    <a:pt x="744" y="201"/>
                  </a:lnTo>
                  <a:lnTo>
                    <a:pt x="744" y="200"/>
                  </a:lnTo>
                  <a:lnTo>
                    <a:pt x="745" y="200"/>
                  </a:lnTo>
                  <a:lnTo>
                    <a:pt x="745" y="199"/>
                  </a:lnTo>
                  <a:lnTo>
                    <a:pt x="746" y="199"/>
                  </a:lnTo>
                  <a:lnTo>
                    <a:pt x="746" y="198"/>
                  </a:lnTo>
                  <a:lnTo>
                    <a:pt x="747" y="198"/>
                  </a:lnTo>
                  <a:lnTo>
                    <a:pt x="749" y="197"/>
                  </a:lnTo>
                  <a:lnTo>
                    <a:pt x="749" y="196"/>
                  </a:lnTo>
                  <a:lnTo>
                    <a:pt x="750" y="196"/>
                  </a:lnTo>
                  <a:lnTo>
                    <a:pt x="750" y="196"/>
                  </a:lnTo>
                  <a:lnTo>
                    <a:pt x="751" y="196"/>
                  </a:lnTo>
                  <a:lnTo>
                    <a:pt x="751" y="196"/>
                  </a:lnTo>
                  <a:lnTo>
                    <a:pt x="752" y="195"/>
                  </a:lnTo>
                  <a:lnTo>
                    <a:pt x="752" y="195"/>
                  </a:lnTo>
                  <a:lnTo>
                    <a:pt x="753" y="195"/>
                  </a:lnTo>
                  <a:lnTo>
                    <a:pt x="753" y="195"/>
                  </a:lnTo>
                  <a:lnTo>
                    <a:pt x="753" y="195"/>
                  </a:lnTo>
                  <a:lnTo>
                    <a:pt x="754" y="195"/>
                  </a:lnTo>
                  <a:lnTo>
                    <a:pt x="754" y="195"/>
                  </a:lnTo>
                  <a:lnTo>
                    <a:pt x="755" y="195"/>
                  </a:lnTo>
                  <a:lnTo>
                    <a:pt x="755" y="195"/>
                  </a:lnTo>
                  <a:lnTo>
                    <a:pt x="755" y="195"/>
                  </a:lnTo>
                  <a:lnTo>
                    <a:pt x="756" y="195"/>
                  </a:lnTo>
                  <a:lnTo>
                    <a:pt x="756" y="195"/>
                  </a:lnTo>
                  <a:lnTo>
                    <a:pt x="756" y="195"/>
                  </a:lnTo>
                  <a:lnTo>
                    <a:pt x="757" y="195"/>
                  </a:lnTo>
                  <a:lnTo>
                    <a:pt x="758" y="195"/>
                  </a:lnTo>
                  <a:lnTo>
                    <a:pt x="758" y="195"/>
                  </a:lnTo>
                  <a:lnTo>
                    <a:pt x="759" y="195"/>
                  </a:lnTo>
                  <a:lnTo>
                    <a:pt x="759" y="195"/>
                  </a:lnTo>
                  <a:lnTo>
                    <a:pt x="760" y="195"/>
                  </a:lnTo>
                  <a:lnTo>
                    <a:pt x="760" y="194"/>
                  </a:lnTo>
                  <a:lnTo>
                    <a:pt x="760" y="194"/>
                  </a:lnTo>
                  <a:lnTo>
                    <a:pt x="761" y="194"/>
                  </a:lnTo>
                  <a:lnTo>
                    <a:pt x="761" y="194"/>
                  </a:lnTo>
                  <a:lnTo>
                    <a:pt x="762" y="194"/>
                  </a:lnTo>
                  <a:lnTo>
                    <a:pt x="763" y="194"/>
                  </a:lnTo>
                  <a:lnTo>
                    <a:pt x="764" y="194"/>
                  </a:lnTo>
                  <a:lnTo>
                    <a:pt x="764" y="194"/>
                  </a:lnTo>
                  <a:lnTo>
                    <a:pt x="765" y="194"/>
                  </a:lnTo>
                  <a:lnTo>
                    <a:pt x="765" y="195"/>
                  </a:lnTo>
                  <a:lnTo>
                    <a:pt x="766" y="195"/>
                  </a:lnTo>
                  <a:lnTo>
                    <a:pt x="766" y="195"/>
                  </a:lnTo>
                  <a:lnTo>
                    <a:pt x="767" y="195"/>
                  </a:lnTo>
                  <a:lnTo>
                    <a:pt x="767" y="196"/>
                  </a:lnTo>
                  <a:close/>
                  <a:moveTo>
                    <a:pt x="800" y="185"/>
                  </a:moveTo>
                  <a:lnTo>
                    <a:pt x="801" y="185"/>
                  </a:lnTo>
                  <a:lnTo>
                    <a:pt x="801" y="186"/>
                  </a:lnTo>
                  <a:lnTo>
                    <a:pt x="802" y="187"/>
                  </a:lnTo>
                  <a:lnTo>
                    <a:pt x="802" y="187"/>
                  </a:lnTo>
                  <a:lnTo>
                    <a:pt x="803" y="188"/>
                  </a:lnTo>
                  <a:lnTo>
                    <a:pt x="803" y="189"/>
                  </a:lnTo>
                  <a:lnTo>
                    <a:pt x="803" y="190"/>
                  </a:lnTo>
                  <a:lnTo>
                    <a:pt x="803" y="190"/>
                  </a:lnTo>
                  <a:lnTo>
                    <a:pt x="803" y="191"/>
                  </a:lnTo>
                  <a:lnTo>
                    <a:pt x="803" y="192"/>
                  </a:lnTo>
                  <a:lnTo>
                    <a:pt x="802" y="192"/>
                  </a:lnTo>
                  <a:lnTo>
                    <a:pt x="802" y="193"/>
                  </a:lnTo>
                  <a:lnTo>
                    <a:pt x="802" y="194"/>
                  </a:lnTo>
                  <a:lnTo>
                    <a:pt x="802" y="194"/>
                  </a:lnTo>
                  <a:lnTo>
                    <a:pt x="802" y="195"/>
                  </a:lnTo>
                  <a:lnTo>
                    <a:pt x="802" y="195"/>
                  </a:lnTo>
                  <a:lnTo>
                    <a:pt x="802" y="196"/>
                  </a:lnTo>
                  <a:lnTo>
                    <a:pt x="801" y="196"/>
                  </a:lnTo>
                  <a:lnTo>
                    <a:pt x="801" y="197"/>
                  </a:lnTo>
                  <a:lnTo>
                    <a:pt x="801" y="197"/>
                  </a:lnTo>
                  <a:lnTo>
                    <a:pt x="800" y="198"/>
                  </a:lnTo>
                  <a:lnTo>
                    <a:pt x="800" y="198"/>
                  </a:lnTo>
                  <a:lnTo>
                    <a:pt x="799" y="198"/>
                  </a:lnTo>
                  <a:lnTo>
                    <a:pt x="799" y="199"/>
                  </a:lnTo>
                  <a:lnTo>
                    <a:pt x="798" y="199"/>
                  </a:lnTo>
                  <a:lnTo>
                    <a:pt x="798" y="200"/>
                  </a:lnTo>
                  <a:lnTo>
                    <a:pt x="797" y="200"/>
                  </a:lnTo>
                  <a:lnTo>
                    <a:pt x="797" y="200"/>
                  </a:lnTo>
                  <a:lnTo>
                    <a:pt x="797" y="200"/>
                  </a:lnTo>
                  <a:lnTo>
                    <a:pt x="796" y="200"/>
                  </a:lnTo>
                  <a:lnTo>
                    <a:pt x="796" y="200"/>
                  </a:lnTo>
                  <a:lnTo>
                    <a:pt x="795" y="200"/>
                  </a:lnTo>
                  <a:lnTo>
                    <a:pt x="795" y="200"/>
                  </a:lnTo>
                  <a:lnTo>
                    <a:pt x="794" y="200"/>
                  </a:lnTo>
                  <a:lnTo>
                    <a:pt x="794" y="200"/>
                  </a:lnTo>
                  <a:lnTo>
                    <a:pt x="793" y="200"/>
                  </a:lnTo>
                  <a:lnTo>
                    <a:pt x="793" y="200"/>
                  </a:lnTo>
                  <a:lnTo>
                    <a:pt x="792" y="200"/>
                  </a:lnTo>
                  <a:lnTo>
                    <a:pt x="792" y="200"/>
                  </a:lnTo>
                  <a:lnTo>
                    <a:pt x="791" y="200"/>
                  </a:lnTo>
                  <a:lnTo>
                    <a:pt x="791" y="200"/>
                  </a:lnTo>
                  <a:lnTo>
                    <a:pt x="790" y="199"/>
                  </a:lnTo>
                  <a:lnTo>
                    <a:pt x="790" y="199"/>
                  </a:lnTo>
                  <a:lnTo>
                    <a:pt x="789" y="199"/>
                  </a:lnTo>
                  <a:lnTo>
                    <a:pt x="789" y="198"/>
                  </a:lnTo>
                  <a:lnTo>
                    <a:pt x="789" y="198"/>
                  </a:lnTo>
                  <a:lnTo>
                    <a:pt x="788" y="198"/>
                  </a:lnTo>
                  <a:lnTo>
                    <a:pt x="788" y="198"/>
                  </a:lnTo>
                  <a:lnTo>
                    <a:pt x="787" y="197"/>
                  </a:lnTo>
                  <a:lnTo>
                    <a:pt x="787" y="197"/>
                  </a:lnTo>
                  <a:lnTo>
                    <a:pt x="786" y="196"/>
                  </a:lnTo>
                  <a:lnTo>
                    <a:pt x="786" y="195"/>
                  </a:lnTo>
                  <a:lnTo>
                    <a:pt x="785" y="195"/>
                  </a:lnTo>
                  <a:lnTo>
                    <a:pt x="785" y="195"/>
                  </a:lnTo>
                  <a:lnTo>
                    <a:pt x="785" y="195"/>
                  </a:lnTo>
                  <a:lnTo>
                    <a:pt x="784" y="195"/>
                  </a:lnTo>
                  <a:lnTo>
                    <a:pt x="783" y="195"/>
                  </a:lnTo>
                  <a:lnTo>
                    <a:pt x="783" y="194"/>
                  </a:lnTo>
                  <a:lnTo>
                    <a:pt x="782" y="194"/>
                  </a:lnTo>
                  <a:lnTo>
                    <a:pt x="782" y="194"/>
                  </a:lnTo>
                  <a:lnTo>
                    <a:pt x="781" y="194"/>
                  </a:lnTo>
                  <a:lnTo>
                    <a:pt x="780" y="194"/>
                  </a:lnTo>
                  <a:lnTo>
                    <a:pt x="780" y="194"/>
                  </a:lnTo>
                  <a:lnTo>
                    <a:pt x="779" y="194"/>
                  </a:lnTo>
                  <a:lnTo>
                    <a:pt x="779" y="193"/>
                  </a:lnTo>
                  <a:lnTo>
                    <a:pt x="778" y="193"/>
                  </a:lnTo>
                  <a:lnTo>
                    <a:pt x="778" y="193"/>
                  </a:lnTo>
                  <a:lnTo>
                    <a:pt x="778" y="192"/>
                  </a:lnTo>
                  <a:lnTo>
                    <a:pt x="778" y="192"/>
                  </a:lnTo>
                  <a:lnTo>
                    <a:pt x="778" y="191"/>
                  </a:lnTo>
                  <a:lnTo>
                    <a:pt x="778" y="191"/>
                  </a:lnTo>
                  <a:lnTo>
                    <a:pt x="778" y="191"/>
                  </a:lnTo>
                  <a:lnTo>
                    <a:pt x="779" y="190"/>
                  </a:lnTo>
                  <a:lnTo>
                    <a:pt x="779" y="190"/>
                  </a:lnTo>
                  <a:lnTo>
                    <a:pt x="780" y="190"/>
                  </a:lnTo>
                  <a:lnTo>
                    <a:pt x="780" y="190"/>
                  </a:lnTo>
                  <a:lnTo>
                    <a:pt x="780" y="189"/>
                  </a:lnTo>
                  <a:lnTo>
                    <a:pt x="781" y="189"/>
                  </a:lnTo>
                  <a:lnTo>
                    <a:pt x="781" y="189"/>
                  </a:lnTo>
                  <a:lnTo>
                    <a:pt x="782" y="189"/>
                  </a:lnTo>
                  <a:lnTo>
                    <a:pt x="782" y="189"/>
                  </a:lnTo>
                  <a:lnTo>
                    <a:pt x="782" y="188"/>
                  </a:lnTo>
                  <a:lnTo>
                    <a:pt x="783" y="188"/>
                  </a:lnTo>
                  <a:lnTo>
                    <a:pt x="783" y="188"/>
                  </a:lnTo>
                  <a:lnTo>
                    <a:pt x="783" y="188"/>
                  </a:lnTo>
                  <a:lnTo>
                    <a:pt x="784" y="188"/>
                  </a:lnTo>
                  <a:lnTo>
                    <a:pt x="784" y="188"/>
                  </a:lnTo>
                  <a:lnTo>
                    <a:pt x="785" y="187"/>
                  </a:lnTo>
                  <a:lnTo>
                    <a:pt x="785" y="187"/>
                  </a:lnTo>
                  <a:lnTo>
                    <a:pt x="785" y="187"/>
                  </a:lnTo>
                  <a:lnTo>
                    <a:pt x="786" y="187"/>
                  </a:lnTo>
                  <a:lnTo>
                    <a:pt x="786" y="187"/>
                  </a:lnTo>
                  <a:lnTo>
                    <a:pt x="787" y="187"/>
                  </a:lnTo>
                  <a:lnTo>
                    <a:pt x="788" y="187"/>
                  </a:lnTo>
                  <a:lnTo>
                    <a:pt x="788" y="187"/>
                  </a:lnTo>
                  <a:lnTo>
                    <a:pt x="788" y="187"/>
                  </a:lnTo>
                  <a:lnTo>
                    <a:pt x="789" y="186"/>
                  </a:lnTo>
                  <a:lnTo>
                    <a:pt x="789" y="186"/>
                  </a:lnTo>
                  <a:lnTo>
                    <a:pt x="789" y="186"/>
                  </a:lnTo>
                  <a:lnTo>
                    <a:pt x="790" y="186"/>
                  </a:lnTo>
                  <a:lnTo>
                    <a:pt x="790" y="186"/>
                  </a:lnTo>
                  <a:lnTo>
                    <a:pt x="791" y="186"/>
                  </a:lnTo>
                  <a:lnTo>
                    <a:pt x="792" y="186"/>
                  </a:lnTo>
                  <a:lnTo>
                    <a:pt x="792" y="186"/>
                  </a:lnTo>
                  <a:lnTo>
                    <a:pt x="793" y="186"/>
                  </a:lnTo>
                  <a:lnTo>
                    <a:pt x="793" y="186"/>
                  </a:lnTo>
                  <a:lnTo>
                    <a:pt x="793" y="186"/>
                  </a:lnTo>
                  <a:lnTo>
                    <a:pt x="794" y="185"/>
                  </a:lnTo>
                  <a:lnTo>
                    <a:pt x="794" y="185"/>
                  </a:lnTo>
                  <a:lnTo>
                    <a:pt x="795" y="185"/>
                  </a:lnTo>
                  <a:lnTo>
                    <a:pt x="795" y="185"/>
                  </a:lnTo>
                  <a:lnTo>
                    <a:pt x="795" y="185"/>
                  </a:lnTo>
                  <a:lnTo>
                    <a:pt x="796" y="185"/>
                  </a:lnTo>
                  <a:lnTo>
                    <a:pt x="796" y="185"/>
                  </a:lnTo>
                  <a:lnTo>
                    <a:pt x="796" y="185"/>
                  </a:lnTo>
                  <a:lnTo>
                    <a:pt x="797" y="185"/>
                  </a:lnTo>
                  <a:lnTo>
                    <a:pt x="797" y="185"/>
                  </a:lnTo>
                  <a:lnTo>
                    <a:pt x="798" y="185"/>
                  </a:lnTo>
                  <a:lnTo>
                    <a:pt x="798" y="185"/>
                  </a:lnTo>
                  <a:lnTo>
                    <a:pt x="799" y="185"/>
                  </a:lnTo>
                  <a:lnTo>
                    <a:pt x="799" y="185"/>
                  </a:lnTo>
                  <a:lnTo>
                    <a:pt x="799" y="185"/>
                  </a:lnTo>
                  <a:lnTo>
                    <a:pt x="800" y="185"/>
                  </a:lnTo>
                  <a:lnTo>
                    <a:pt x="800" y="185"/>
                  </a:lnTo>
                  <a:close/>
                  <a:moveTo>
                    <a:pt x="768" y="157"/>
                  </a:moveTo>
                  <a:lnTo>
                    <a:pt x="769" y="158"/>
                  </a:lnTo>
                  <a:lnTo>
                    <a:pt x="770" y="159"/>
                  </a:lnTo>
                  <a:lnTo>
                    <a:pt x="770" y="160"/>
                  </a:lnTo>
                  <a:lnTo>
                    <a:pt x="770" y="160"/>
                  </a:lnTo>
                  <a:lnTo>
                    <a:pt x="770" y="161"/>
                  </a:lnTo>
                  <a:lnTo>
                    <a:pt x="770" y="162"/>
                  </a:lnTo>
                  <a:lnTo>
                    <a:pt x="770" y="162"/>
                  </a:lnTo>
                  <a:lnTo>
                    <a:pt x="770" y="163"/>
                  </a:lnTo>
                  <a:lnTo>
                    <a:pt x="770" y="164"/>
                  </a:lnTo>
                  <a:lnTo>
                    <a:pt x="770" y="165"/>
                  </a:lnTo>
                  <a:lnTo>
                    <a:pt x="770" y="165"/>
                  </a:lnTo>
                  <a:lnTo>
                    <a:pt x="770" y="166"/>
                  </a:lnTo>
                  <a:lnTo>
                    <a:pt x="770" y="166"/>
                  </a:lnTo>
                  <a:lnTo>
                    <a:pt x="770" y="167"/>
                  </a:lnTo>
                  <a:lnTo>
                    <a:pt x="770" y="167"/>
                  </a:lnTo>
                  <a:lnTo>
                    <a:pt x="769" y="168"/>
                  </a:lnTo>
                  <a:lnTo>
                    <a:pt x="769" y="168"/>
                  </a:lnTo>
                  <a:lnTo>
                    <a:pt x="769" y="169"/>
                  </a:lnTo>
                  <a:lnTo>
                    <a:pt x="769" y="169"/>
                  </a:lnTo>
                  <a:lnTo>
                    <a:pt x="769" y="170"/>
                  </a:lnTo>
                  <a:lnTo>
                    <a:pt x="769" y="170"/>
                  </a:lnTo>
                  <a:lnTo>
                    <a:pt x="769" y="170"/>
                  </a:lnTo>
                  <a:lnTo>
                    <a:pt x="768" y="171"/>
                  </a:lnTo>
                  <a:lnTo>
                    <a:pt x="768" y="172"/>
                  </a:lnTo>
                  <a:lnTo>
                    <a:pt x="768" y="172"/>
                  </a:lnTo>
                  <a:lnTo>
                    <a:pt x="768" y="173"/>
                  </a:lnTo>
                  <a:lnTo>
                    <a:pt x="768" y="173"/>
                  </a:lnTo>
                  <a:lnTo>
                    <a:pt x="768" y="173"/>
                  </a:lnTo>
                  <a:lnTo>
                    <a:pt x="768" y="174"/>
                  </a:lnTo>
                  <a:lnTo>
                    <a:pt x="768" y="174"/>
                  </a:lnTo>
                  <a:lnTo>
                    <a:pt x="767" y="174"/>
                  </a:lnTo>
                  <a:lnTo>
                    <a:pt x="767" y="175"/>
                  </a:lnTo>
                  <a:lnTo>
                    <a:pt x="766" y="175"/>
                  </a:lnTo>
                  <a:lnTo>
                    <a:pt x="766" y="176"/>
                  </a:lnTo>
                  <a:lnTo>
                    <a:pt x="766" y="176"/>
                  </a:lnTo>
                  <a:lnTo>
                    <a:pt x="765" y="176"/>
                  </a:lnTo>
                  <a:lnTo>
                    <a:pt x="765" y="176"/>
                  </a:lnTo>
                  <a:lnTo>
                    <a:pt x="765" y="176"/>
                  </a:lnTo>
                  <a:lnTo>
                    <a:pt x="764" y="176"/>
                  </a:lnTo>
                  <a:lnTo>
                    <a:pt x="764" y="177"/>
                  </a:lnTo>
                  <a:lnTo>
                    <a:pt x="763" y="177"/>
                  </a:lnTo>
                  <a:lnTo>
                    <a:pt x="762" y="177"/>
                  </a:lnTo>
                  <a:lnTo>
                    <a:pt x="762" y="176"/>
                  </a:lnTo>
                  <a:lnTo>
                    <a:pt x="761" y="176"/>
                  </a:lnTo>
                  <a:lnTo>
                    <a:pt x="761" y="176"/>
                  </a:lnTo>
                  <a:lnTo>
                    <a:pt x="760" y="176"/>
                  </a:lnTo>
                  <a:lnTo>
                    <a:pt x="760" y="176"/>
                  </a:lnTo>
                  <a:lnTo>
                    <a:pt x="759" y="176"/>
                  </a:lnTo>
                  <a:lnTo>
                    <a:pt x="759" y="176"/>
                  </a:lnTo>
                  <a:lnTo>
                    <a:pt x="758" y="175"/>
                  </a:lnTo>
                  <a:lnTo>
                    <a:pt x="758" y="175"/>
                  </a:lnTo>
                  <a:lnTo>
                    <a:pt x="757" y="175"/>
                  </a:lnTo>
                  <a:lnTo>
                    <a:pt x="757" y="175"/>
                  </a:lnTo>
                  <a:lnTo>
                    <a:pt x="756" y="175"/>
                  </a:lnTo>
                  <a:lnTo>
                    <a:pt x="756" y="174"/>
                  </a:lnTo>
                  <a:lnTo>
                    <a:pt x="755" y="174"/>
                  </a:lnTo>
                  <a:lnTo>
                    <a:pt x="755" y="174"/>
                  </a:lnTo>
                  <a:lnTo>
                    <a:pt x="754" y="175"/>
                  </a:lnTo>
                  <a:lnTo>
                    <a:pt x="754" y="175"/>
                  </a:lnTo>
                  <a:lnTo>
                    <a:pt x="754" y="175"/>
                  </a:lnTo>
                  <a:lnTo>
                    <a:pt x="754" y="175"/>
                  </a:lnTo>
                  <a:lnTo>
                    <a:pt x="754" y="176"/>
                  </a:lnTo>
                  <a:lnTo>
                    <a:pt x="753" y="176"/>
                  </a:lnTo>
                  <a:lnTo>
                    <a:pt x="753" y="177"/>
                  </a:lnTo>
                  <a:lnTo>
                    <a:pt x="753" y="177"/>
                  </a:lnTo>
                  <a:lnTo>
                    <a:pt x="753" y="177"/>
                  </a:lnTo>
                  <a:lnTo>
                    <a:pt x="753" y="178"/>
                  </a:lnTo>
                  <a:lnTo>
                    <a:pt x="753" y="178"/>
                  </a:lnTo>
                  <a:lnTo>
                    <a:pt x="753" y="179"/>
                  </a:lnTo>
                  <a:lnTo>
                    <a:pt x="753" y="179"/>
                  </a:lnTo>
                  <a:lnTo>
                    <a:pt x="753" y="179"/>
                  </a:lnTo>
                  <a:lnTo>
                    <a:pt x="753" y="180"/>
                  </a:lnTo>
                  <a:lnTo>
                    <a:pt x="752" y="180"/>
                  </a:lnTo>
                  <a:lnTo>
                    <a:pt x="752" y="180"/>
                  </a:lnTo>
                  <a:lnTo>
                    <a:pt x="752" y="181"/>
                  </a:lnTo>
                  <a:lnTo>
                    <a:pt x="751" y="181"/>
                  </a:lnTo>
                  <a:lnTo>
                    <a:pt x="751" y="181"/>
                  </a:lnTo>
                  <a:lnTo>
                    <a:pt x="751" y="182"/>
                  </a:lnTo>
                  <a:lnTo>
                    <a:pt x="750" y="182"/>
                  </a:lnTo>
                  <a:lnTo>
                    <a:pt x="750" y="182"/>
                  </a:lnTo>
                  <a:lnTo>
                    <a:pt x="749" y="183"/>
                  </a:lnTo>
                  <a:lnTo>
                    <a:pt x="749" y="183"/>
                  </a:lnTo>
                  <a:lnTo>
                    <a:pt x="749" y="183"/>
                  </a:lnTo>
                  <a:lnTo>
                    <a:pt x="748" y="183"/>
                  </a:lnTo>
                  <a:lnTo>
                    <a:pt x="748" y="183"/>
                  </a:lnTo>
                  <a:lnTo>
                    <a:pt x="747" y="183"/>
                  </a:lnTo>
                  <a:lnTo>
                    <a:pt x="747" y="183"/>
                  </a:lnTo>
                  <a:lnTo>
                    <a:pt x="746" y="183"/>
                  </a:lnTo>
                  <a:lnTo>
                    <a:pt x="746" y="183"/>
                  </a:lnTo>
                  <a:lnTo>
                    <a:pt x="745" y="183"/>
                  </a:lnTo>
                  <a:lnTo>
                    <a:pt x="745" y="183"/>
                  </a:lnTo>
                  <a:lnTo>
                    <a:pt x="744" y="183"/>
                  </a:lnTo>
                  <a:lnTo>
                    <a:pt x="744" y="183"/>
                  </a:lnTo>
                  <a:lnTo>
                    <a:pt x="744" y="183"/>
                  </a:lnTo>
                  <a:lnTo>
                    <a:pt x="743" y="183"/>
                  </a:lnTo>
                  <a:lnTo>
                    <a:pt x="743" y="183"/>
                  </a:lnTo>
                  <a:lnTo>
                    <a:pt x="742" y="183"/>
                  </a:lnTo>
                  <a:lnTo>
                    <a:pt x="742" y="183"/>
                  </a:lnTo>
                  <a:lnTo>
                    <a:pt x="742" y="183"/>
                  </a:lnTo>
                  <a:lnTo>
                    <a:pt x="741" y="183"/>
                  </a:lnTo>
                  <a:lnTo>
                    <a:pt x="741" y="183"/>
                  </a:lnTo>
                  <a:lnTo>
                    <a:pt x="741" y="183"/>
                  </a:lnTo>
                  <a:lnTo>
                    <a:pt x="740" y="183"/>
                  </a:lnTo>
                  <a:lnTo>
                    <a:pt x="740" y="183"/>
                  </a:lnTo>
                  <a:lnTo>
                    <a:pt x="739" y="183"/>
                  </a:lnTo>
                  <a:lnTo>
                    <a:pt x="739" y="183"/>
                  </a:lnTo>
                  <a:lnTo>
                    <a:pt x="739" y="183"/>
                  </a:lnTo>
                  <a:lnTo>
                    <a:pt x="738" y="183"/>
                  </a:lnTo>
                  <a:lnTo>
                    <a:pt x="738" y="183"/>
                  </a:lnTo>
                  <a:lnTo>
                    <a:pt x="737" y="183"/>
                  </a:lnTo>
                  <a:lnTo>
                    <a:pt x="737" y="183"/>
                  </a:lnTo>
                  <a:lnTo>
                    <a:pt x="737" y="183"/>
                  </a:lnTo>
                  <a:lnTo>
                    <a:pt x="736" y="183"/>
                  </a:lnTo>
                  <a:lnTo>
                    <a:pt x="736" y="183"/>
                  </a:lnTo>
                  <a:lnTo>
                    <a:pt x="735" y="183"/>
                  </a:lnTo>
                  <a:lnTo>
                    <a:pt x="735" y="183"/>
                  </a:lnTo>
                  <a:lnTo>
                    <a:pt x="734" y="183"/>
                  </a:lnTo>
                  <a:lnTo>
                    <a:pt x="734" y="183"/>
                  </a:lnTo>
                  <a:lnTo>
                    <a:pt x="733" y="183"/>
                  </a:lnTo>
                  <a:lnTo>
                    <a:pt x="733" y="184"/>
                  </a:lnTo>
                  <a:lnTo>
                    <a:pt x="733" y="184"/>
                  </a:lnTo>
                  <a:lnTo>
                    <a:pt x="732" y="184"/>
                  </a:lnTo>
                  <a:lnTo>
                    <a:pt x="732" y="185"/>
                  </a:lnTo>
                  <a:lnTo>
                    <a:pt x="732" y="185"/>
                  </a:lnTo>
                  <a:lnTo>
                    <a:pt x="732" y="186"/>
                  </a:lnTo>
                  <a:lnTo>
                    <a:pt x="731" y="186"/>
                  </a:lnTo>
                  <a:lnTo>
                    <a:pt x="731" y="186"/>
                  </a:lnTo>
                  <a:lnTo>
                    <a:pt x="731" y="187"/>
                  </a:lnTo>
                  <a:lnTo>
                    <a:pt x="731" y="187"/>
                  </a:lnTo>
                  <a:lnTo>
                    <a:pt x="730" y="188"/>
                  </a:lnTo>
                  <a:lnTo>
                    <a:pt x="730" y="188"/>
                  </a:lnTo>
                  <a:lnTo>
                    <a:pt x="730" y="189"/>
                  </a:lnTo>
                  <a:lnTo>
                    <a:pt x="730" y="189"/>
                  </a:lnTo>
                  <a:lnTo>
                    <a:pt x="729" y="190"/>
                  </a:lnTo>
                  <a:lnTo>
                    <a:pt x="729" y="190"/>
                  </a:lnTo>
                  <a:lnTo>
                    <a:pt x="729" y="191"/>
                  </a:lnTo>
                  <a:lnTo>
                    <a:pt x="728" y="191"/>
                  </a:lnTo>
                  <a:lnTo>
                    <a:pt x="728" y="191"/>
                  </a:lnTo>
                  <a:lnTo>
                    <a:pt x="728" y="192"/>
                  </a:lnTo>
                  <a:lnTo>
                    <a:pt x="728" y="192"/>
                  </a:lnTo>
                  <a:lnTo>
                    <a:pt x="728" y="193"/>
                  </a:lnTo>
                  <a:lnTo>
                    <a:pt x="727" y="193"/>
                  </a:lnTo>
                  <a:lnTo>
                    <a:pt x="727" y="193"/>
                  </a:lnTo>
                  <a:lnTo>
                    <a:pt x="727" y="193"/>
                  </a:lnTo>
                  <a:lnTo>
                    <a:pt x="726" y="194"/>
                  </a:lnTo>
                  <a:lnTo>
                    <a:pt x="726" y="194"/>
                  </a:lnTo>
                  <a:lnTo>
                    <a:pt x="726" y="194"/>
                  </a:lnTo>
                  <a:lnTo>
                    <a:pt x="725" y="195"/>
                  </a:lnTo>
                  <a:lnTo>
                    <a:pt x="725" y="195"/>
                  </a:lnTo>
                  <a:lnTo>
                    <a:pt x="725" y="196"/>
                  </a:lnTo>
                  <a:lnTo>
                    <a:pt x="725" y="196"/>
                  </a:lnTo>
                  <a:lnTo>
                    <a:pt x="724" y="196"/>
                  </a:lnTo>
                  <a:lnTo>
                    <a:pt x="724" y="197"/>
                  </a:lnTo>
                  <a:lnTo>
                    <a:pt x="724" y="197"/>
                  </a:lnTo>
                  <a:lnTo>
                    <a:pt x="724" y="197"/>
                  </a:lnTo>
                  <a:lnTo>
                    <a:pt x="724" y="198"/>
                  </a:lnTo>
                  <a:lnTo>
                    <a:pt x="723" y="198"/>
                  </a:lnTo>
                  <a:lnTo>
                    <a:pt x="723" y="198"/>
                  </a:lnTo>
                  <a:lnTo>
                    <a:pt x="723" y="198"/>
                  </a:lnTo>
                  <a:lnTo>
                    <a:pt x="723" y="199"/>
                  </a:lnTo>
                  <a:lnTo>
                    <a:pt x="723" y="199"/>
                  </a:lnTo>
                  <a:lnTo>
                    <a:pt x="722" y="200"/>
                  </a:lnTo>
                  <a:lnTo>
                    <a:pt x="722" y="200"/>
                  </a:lnTo>
                  <a:lnTo>
                    <a:pt x="722" y="200"/>
                  </a:lnTo>
                  <a:lnTo>
                    <a:pt x="721" y="200"/>
                  </a:lnTo>
                  <a:lnTo>
                    <a:pt x="721" y="201"/>
                  </a:lnTo>
                  <a:lnTo>
                    <a:pt x="721" y="201"/>
                  </a:lnTo>
                  <a:lnTo>
                    <a:pt x="720" y="201"/>
                  </a:lnTo>
                  <a:lnTo>
                    <a:pt x="720" y="201"/>
                  </a:lnTo>
                  <a:lnTo>
                    <a:pt x="720" y="201"/>
                  </a:lnTo>
                  <a:lnTo>
                    <a:pt x="720" y="202"/>
                  </a:lnTo>
                  <a:lnTo>
                    <a:pt x="719" y="202"/>
                  </a:lnTo>
                  <a:lnTo>
                    <a:pt x="718" y="203"/>
                  </a:lnTo>
                  <a:lnTo>
                    <a:pt x="718" y="203"/>
                  </a:lnTo>
                  <a:lnTo>
                    <a:pt x="717" y="203"/>
                  </a:lnTo>
                  <a:lnTo>
                    <a:pt x="717" y="204"/>
                  </a:lnTo>
                  <a:lnTo>
                    <a:pt x="716" y="203"/>
                  </a:lnTo>
                  <a:lnTo>
                    <a:pt x="716" y="204"/>
                  </a:lnTo>
                  <a:lnTo>
                    <a:pt x="715" y="204"/>
                  </a:lnTo>
                  <a:lnTo>
                    <a:pt x="715" y="204"/>
                  </a:lnTo>
                  <a:lnTo>
                    <a:pt x="714" y="204"/>
                  </a:lnTo>
                  <a:lnTo>
                    <a:pt x="714" y="204"/>
                  </a:lnTo>
                  <a:lnTo>
                    <a:pt x="714" y="204"/>
                  </a:lnTo>
                  <a:lnTo>
                    <a:pt x="713" y="204"/>
                  </a:lnTo>
                  <a:lnTo>
                    <a:pt x="713" y="205"/>
                  </a:lnTo>
                  <a:lnTo>
                    <a:pt x="712" y="205"/>
                  </a:lnTo>
                  <a:lnTo>
                    <a:pt x="712" y="205"/>
                  </a:lnTo>
                  <a:lnTo>
                    <a:pt x="712" y="205"/>
                  </a:lnTo>
                  <a:lnTo>
                    <a:pt x="711" y="205"/>
                  </a:lnTo>
                  <a:lnTo>
                    <a:pt x="711" y="205"/>
                  </a:lnTo>
                  <a:lnTo>
                    <a:pt x="711" y="205"/>
                  </a:lnTo>
                  <a:lnTo>
                    <a:pt x="710" y="204"/>
                  </a:lnTo>
                  <a:lnTo>
                    <a:pt x="710" y="204"/>
                  </a:lnTo>
                  <a:lnTo>
                    <a:pt x="710" y="203"/>
                  </a:lnTo>
                  <a:lnTo>
                    <a:pt x="710" y="203"/>
                  </a:lnTo>
                  <a:lnTo>
                    <a:pt x="710" y="202"/>
                  </a:lnTo>
                  <a:lnTo>
                    <a:pt x="710" y="202"/>
                  </a:lnTo>
                  <a:lnTo>
                    <a:pt x="710" y="201"/>
                  </a:lnTo>
                  <a:lnTo>
                    <a:pt x="709" y="201"/>
                  </a:lnTo>
                  <a:lnTo>
                    <a:pt x="709" y="200"/>
                  </a:lnTo>
                  <a:lnTo>
                    <a:pt x="709" y="200"/>
                  </a:lnTo>
                  <a:lnTo>
                    <a:pt x="709" y="199"/>
                  </a:lnTo>
                  <a:lnTo>
                    <a:pt x="709" y="199"/>
                  </a:lnTo>
                  <a:lnTo>
                    <a:pt x="710" y="198"/>
                  </a:lnTo>
                  <a:lnTo>
                    <a:pt x="710" y="198"/>
                  </a:lnTo>
                  <a:lnTo>
                    <a:pt x="710" y="198"/>
                  </a:lnTo>
                  <a:lnTo>
                    <a:pt x="710" y="197"/>
                  </a:lnTo>
                  <a:lnTo>
                    <a:pt x="710" y="197"/>
                  </a:lnTo>
                  <a:lnTo>
                    <a:pt x="710" y="197"/>
                  </a:lnTo>
                  <a:lnTo>
                    <a:pt x="711" y="196"/>
                  </a:lnTo>
                  <a:lnTo>
                    <a:pt x="711" y="196"/>
                  </a:lnTo>
                  <a:lnTo>
                    <a:pt x="711" y="196"/>
                  </a:lnTo>
                  <a:lnTo>
                    <a:pt x="711" y="195"/>
                  </a:lnTo>
                  <a:lnTo>
                    <a:pt x="711" y="195"/>
                  </a:lnTo>
                  <a:lnTo>
                    <a:pt x="712" y="195"/>
                  </a:lnTo>
                  <a:lnTo>
                    <a:pt x="712" y="195"/>
                  </a:lnTo>
                  <a:lnTo>
                    <a:pt x="712" y="194"/>
                  </a:lnTo>
                  <a:lnTo>
                    <a:pt x="713" y="194"/>
                  </a:lnTo>
                  <a:lnTo>
                    <a:pt x="713" y="193"/>
                  </a:lnTo>
                  <a:lnTo>
                    <a:pt x="714" y="193"/>
                  </a:lnTo>
                  <a:lnTo>
                    <a:pt x="714" y="192"/>
                  </a:lnTo>
                  <a:lnTo>
                    <a:pt x="714" y="192"/>
                  </a:lnTo>
                  <a:lnTo>
                    <a:pt x="714" y="192"/>
                  </a:lnTo>
                  <a:lnTo>
                    <a:pt x="715" y="191"/>
                  </a:lnTo>
                  <a:lnTo>
                    <a:pt x="715" y="191"/>
                  </a:lnTo>
                  <a:lnTo>
                    <a:pt x="715" y="191"/>
                  </a:lnTo>
                  <a:lnTo>
                    <a:pt x="716" y="190"/>
                  </a:lnTo>
                  <a:lnTo>
                    <a:pt x="716" y="190"/>
                  </a:lnTo>
                  <a:lnTo>
                    <a:pt x="716" y="189"/>
                  </a:lnTo>
                  <a:lnTo>
                    <a:pt x="716" y="189"/>
                  </a:lnTo>
                  <a:lnTo>
                    <a:pt x="717" y="189"/>
                  </a:lnTo>
                  <a:lnTo>
                    <a:pt x="717" y="188"/>
                  </a:lnTo>
                  <a:lnTo>
                    <a:pt x="717" y="188"/>
                  </a:lnTo>
                  <a:lnTo>
                    <a:pt x="718" y="187"/>
                  </a:lnTo>
                  <a:lnTo>
                    <a:pt x="718" y="187"/>
                  </a:lnTo>
                  <a:lnTo>
                    <a:pt x="719" y="186"/>
                  </a:lnTo>
                  <a:lnTo>
                    <a:pt x="719" y="186"/>
                  </a:lnTo>
                  <a:lnTo>
                    <a:pt x="719" y="186"/>
                  </a:lnTo>
                  <a:lnTo>
                    <a:pt x="719" y="185"/>
                  </a:lnTo>
                  <a:lnTo>
                    <a:pt x="720" y="185"/>
                  </a:lnTo>
                  <a:lnTo>
                    <a:pt x="720" y="185"/>
                  </a:lnTo>
                  <a:lnTo>
                    <a:pt x="720" y="184"/>
                  </a:lnTo>
                  <a:lnTo>
                    <a:pt x="720" y="184"/>
                  </a:lnTo>
                  <a:lnTo>
                    <a:pt x="720" y="184"/>
                  </a:lnTo>
                  <a:lnTo>
                    <a:pt x="720" y="183"/>
                  </a:lnTo>
                  <a:lnTo>
                    <a:pt x="720" y="183"/>
                  </a:lnTo>
                  <a:lnTo>
                    <a:pt x="720" y="183"/>
                  </a:lnTo>
                  <a:lnTo>
                    <a:pt x="719" y="182"/>
                  </a:lnTo>
                  <a:lnTo>
                    <a:pt x="719" y="181"/>
                  </a:lnTo>
                  <a:lnTo>
                    <a:pt x="718" y="181"/>
                  </a:lnTo>
                  <a:lnTo>
                    <a:pt x="718" y="181"/>
                  </a:lnTo>
                  <a:lnTo>
                    <a:pt x="717" y="181"/>
                  </a:lnTo>
                  <a:lnTo>
                    <a:pt x="717" y="181"/>
                  </a:lnTo>
                  <a:lnTo>
                    <a:pt x="717" y="180"/>
                  </a:lnTo>
                  <a:lnTo>
                    <a:pt x="716" y="180"/>
                  </a:lnTo>
                  <a:lnTo>
                    <a:pt x="716" y="180"/>
                  </a:lnTo>
                  <a:lnTo>
                    <a:pt x="716" y="179"/>
                  </a:lnTo>
                  <a:lnTo>
                    <a:pt x="716" y="179"/>
                  </a:lnTo>
                  <a:lnTo>
                    <a:pt x="716" y="179"/>
                  </a:lnTo>
                  <a:lnTo>
                    <a:pt x="716" y="178"/>
                  </a:lnTo>
                  <a:lnTo>
                    <a:pt x="716" y="178"/>
                  </a:lnTo>
                  <a:lnTo>
                    <a:pt x="717" y="177"/>
                  </a:lnTo>
                  <a:lnTo>
                    <a:pt x="717" y="177"/>
                  </a:lnTo>
                  <a:lnTo>
                    <a:pt x="718" y="177"/>
                  </a:lnTo>
                  <a:lnTo>
                    <a:pt x="718" y="177"/>
                  </a:lnTo>
                  <a:lnTo>
                    <a:pt x="719" y="177"/>
                  </a:lnTo>
                  <a:lnTo>
                    <a:pt x="720" y="177"/>
                  </a:lnTo>
                  <a:lnTo>
                    <a:pt x="720" y="176"/>
                  </a:lnTo>
                  <a:lnTo>
                    <a:pt x="720" y="176"/>
                  </a:lnTo>
                  <a:lnTo>
                    <a:pt x="721" y="176"/>
                  </a:lnTo>
                  <a:lnTo>
                    <a:pt x="721" y="176"/>
                  </a:lnTo>
                  <a:lnTo>
                    <a:pt x="722" y="176"/>
                  </a:lnTo>
                  <a:lnTo>
                    <a:pt x="722" y="176"/>
                  </a:lnTo>
                  <a:lnTo>
                    <a:pt x="722" y="176"/>
                  </a:lnTo>
                  <a:lnTo>
                    <a:pt x="723" y="175"/>
                  </a:lnTo>
                  <a:lnTo>
                    <a:pt x="723" y="175"/>
                  </a:lnTo>
                  <a:lnTo>
                    <a:pt x="723" y="175"/>
                  </a:lnTo>
                  <a:lnTo>
                    <a:pt x="724" y="175"/>
                  </a:lnTo>
                  <a:lnTo>
                    <a:pt x="724" y="175"/>
                  </a:lnTo>
                  <a:lnTo>
                    <a:pt x="724" y="175"/>
                  </a:lnTo>
                  <a:lnTo>
                    <a:pt x="725" y="175"/>
                  </a:lnTo>
                  <a:lnTo>
                    <a:pt x="725" y="175"/>
                  </a:lnTo>
                  <a:lnTo>
                    <a:pt x="725" y="175"/>
                  </a:lnTo>
                  <a:lnTo>
                    <a:pt x="726" y="175"/>
                  </a:lnTo>
                  <a:lnTo>
                    <a:pt x="726" y="174"/>
                  </a:lnTo>
                  <a:lnTo>
                    <a:pt x="726" y="174"/>
                  </a:lnTo>
                  <a:lnTo>
                    <a:pt x="726" y="175"/>
                  </a:lnTo>
                  <a:lnTo>
                    <a:pt x="727" y="174"/>
                  </a:lnTo>
                  <a:lnTo>
                    <a:pt x="727" y="174"/>
                  </a:lnTo>
                  <a:lnTo>
                    <a:pt x="727" y="174"/>
                  </a:lnTo>
                  <a:lnTo>
                    <a:pt x="728" y="174"/>
                  </a:lnTo>
                  <a:lnTo>
                    <a:pt x="728" y="174"/>
                  </a:lnTo>
                  <a:lnTo>
                    <a:pt x="729" y="174"/>
                  </a:lnTo>
                  <a:lnTo>
                    <a:pt x="729" y="173"/>
                  </a:lnTo>
                  <a:lnTo>
                    <a:pt x="729" y="173"/>
                  </a:lnTo>
                  <a:lnTo>
                    <a:pt x="730" y="173"/>
                  </a:lnTo>
                  <a:lnTo>
                    <a:pt x="730" y="173"/>
                  </a:lnTo>
                  <a:lnTo>
                    <a:pt x="730" y="173"/>
                  </a:lnTo>
                  <a:lnTo>
                    <a:pt x="731" y="173"/>
                  </a:lnTo>
                  <a:lnTo>
                    <a:pt x="731" y="173"/>
                  </a:lnTo>
                  <a:lnTo>
                    <a:pt x="731" y="173"/>
                  </a:lnTo>
                  <a:lnTo>
                    <a:pt x="732" y="172"/>
                  </a:lnTo>
                  <a:lnTo>
                    <a:pt x="732" y="172"/>
                  </a:lnTo>
                  <a:lnTo>
                    <a:pt x="732" y="172"/>
                  </a:lnTo>
                  <a:lnTo>
                    <a:pt x="733" y="172"/>
                  </a:lnTo>
                  <a:lnTo>
                    <a:pt x="733" y="172"/>
                  </a:lnTo>
                  <a:lnTo>
                    <a:pt x="733" y="171"/>
                  </a:lnTo>
                  <a:lnTo>
                    <a:pt x="734" y="171"/>
                  </a:lnTo>
                  <a:lnTo>
                    <a:pt x="734" y="171"/>
                  </a:lnTo>
                  <a:lnTo>
                    <a:pt x="734" y="171"/>
                  </a:lnTo>
                  <a:lnTo>
                    <a:pt x="735" y="171"/>
                  </a:lnTo>
                  <a:lnTo>
                    <a:pt x="735" y="171"/>
                  </a:lnTo>
                  <a:lnTo>
                    <a:pt x="735" y="171"/>
                  </a:lnTo>
                  <a:lnTo>
                    <a:pt x="736" y="171"/>
                  </a:lnTo>
                  <a:lnTo>
                    <a:pt x="736" y="171"/>
                  </a:lnTo>
                  <a:lnTo>
                    <a:pt x="736" y="171"/>
                  </a:lnTo>
                  <a:lnTo>
                    <a:pt x="737" y="170"/>
                  </a:lnTo>
                  <a:lnTo>
                    <a:pt x="737" y="170"/>
                  </a:lnTo>
                  <a:lnTo>
                    <a:pt x="737" y="170"/>
                  </a:lnTo>
                  <a:lnTo>
                    <a:pt x="738" y="170"/>
                  </a:lnTo>
                  <a:lnTo>
                    <a:pt x="738" y="170"/>
                  </a:lnTo>
                  <a:lnTo>
                    <a:pt x="739" y="169"/>
                  </a:lnTo>
                  <a:lnTo>
                    <a:pt x="739" y="169"/>
                  </a:lnTo>
                  <a:lnTo>
                    <a:pt x="740" y="169"/>
                  </a:lnTo>
                  <a:lnTo>
                    <a:pt x="740" y="168"/>
                  </a:lnTo>
                  <a:lnTo>
                    <a:pt x="740" y="168"/>
                  </a:lnTo>
                  <a:lnTo>
                    <a:pt x="741" y="167"/>
                  </a:lnTo>
                  <a:lnTo>
                    <a:pt x="741" y="167"/>
                  </a:lnTo>
                  <a:lnTo>
                    <a:pt x="741" y="167"/>
                  </a:lnTo>
                  <a:lnTo>
                    <a:pt x="741" y="166"/>
                  </a:lnTo>
                  <a:lnTo>
                    <a:pt x="741" y="166"/>
                  </a:lnTo>
                  <a:lnTo>
                    <a:pt x="741" y="166"/>
                  </a:lnTo>
                  <a:lnTo>
                    <a:pt x="741" y="165"/>
                  </a:lnTo>
                  <a:lnTo>
                    <a:pt x="740" y="165"/>
                  </a:lnTo>
                  <a:lnTo>
                    <a:pt x="740" y="164"/>
                  </a:lnTo>
                  <a:lnTo>
                    <a:pt x="740" y="164"/>
                  </a:lnTo>
                  <a:lnTo>
                    <a:pt x="740" y="163"/>
                  </a:lnTo>
                  <a:lnTo>
                    <a:pt x="740" y="163"/>
                  </a:lnTo>
                  <a:lnTo>
                    <a:pt x="740" y="163"/>
                  </a:lnTo>
                  <a:lnTo>
                    <a:pt x="740" y="162"/>
                  </a:lnTo>
                  <a:lnTo>
                    <a:pt x="740" y="162"/>
                  </a:lnTo>
                  <a:lnTo>
                    <a:pt x="740" y="161"/>
                  </a:lnTo>
                  <a:lnTo>
                    <a:pt x="740" y="161"/>
                  </a:lnTo>
                  <a:lnTo>
                    <a:pt x="741" y="161"/>
                  </a:lnTo>
                  <a:lnTo>
                    <a:pt x="741" y="161"/>
                  </a:lnTo>
                  <a:lnTo>
                    <a:pt x="741" y="160"/>
                  </a:lnTo>
                  <a:lnTo>
                    <a:pt x="742" y="160"/>
                  </a:lnTo>
                  <a:lnTo>
                    <a:pt x="742" y="160"/>
                  </a:lnTo>
                  <a:lnTo>
                    <a:pt x="743" y="160"/>
                  </a:lnTo>
                  <a:lnTo>
                    <a:pt x="743" y="160"/>
                  </a:lnTo>
                  <a:lnTo>
                    <a:pt x="743" y="160"/>
                  </a:lnTo>
                  <a:lnTo>
                    <a:pt x="744" y="160"/>
                  </a:lnTo>
                  <a:lnTo>
                    <a:pt x="744" y="160"/>
                  </a:lnTo>
                  <a:lnTo>
                    <a:pt x="744" y="160"/>
                  </a:lnTo>
                  <a:lnTo>
                    <a:pt x="745" y="160"/>
                  </a:lnTo>
                  <a:lnTo>
                    <a:pt x="745" y="160"/>
                  </a:lnTo>
                  <a:lnTo>
                    <a:pt x="745" y="159"/>
                  </a:lnTo>
                  <a:lnTo>
                    <a:pt x="746" y="159"/>
                  </a:lnTo>
                  <a:lnTo>
                    <a:pt x="746" y="159"/>
                  </a:lnTo>
                  <a:lnTo>
                    <a:pt x="747" y="159"/>
                  </a:lnTo>
                  <a:lnTo>
                    <a:pt x="747" y="159"/>
                  </a:lnTo>
                  <a:lnTo>
                    <a:pt x="748" y="159"/>
                  </a:lnTo>
                  <a:lnTo>
                    <a:pt x="748" y="159"/>
                  </a:lnTo>
                  <a:lnTo>
                    <a:pt x="748" y="159"/>
                  </a:lnTo>
                  <a:lnTo>
                    <a:pt x="749" y="159"/>
                  </a:lnTo>
                  <a:lnTo>
                    <a:pt x="749" y="159"/>
                  </a:lnTo>
                  <a:lnTo>
                    <a:pt x="749" y="159"/>
                  </a:lnTo>
                  <a:lnTo>
                    <a:pt x="750" y="159"/>
                  </a:lnTo>
                  <a:lnTo>
                    <a:pt x="750" y="159"/>
                  </a:lnTo>
                  <a:lnTo>
                    <a:pt x="751" y="159"/>
                  </a:lnTo>
                  <a:lnTo>
                    <a:pt x="751" y="159"/>
                  </a:lnTo>
                  <a:lnTo>
                    <a:pt x="752" y="159"/>
                  </a:lnTo>
                  <a:lnTo>
                    <a:pt x="752" y="159"/>
                  </a:lnTo>
                  <a:lnTo>
                    <a:pt x="752" y="159"/>
                  </a:lnTo>
                  <a:lnTo>
                    <a:pt x="753" y="159"/>
                  </a:lnTo>
                  <a:lnTo>
                    <a:pt x="753" y="159"/>
                  </a:lnTo>
                  <a:lnTo>
                    <a:pt x="753" y="158"/>
                  </a:lnTo>
                  <a:lnTo>
                    <a:pt x="754" y="158"/>
                  </a:lnTo>
                  <a:lnTo>
                    <a:pt x="754" y="158"/>
                  </a:lnTo>
                  <a:lnTo>
                    <a:pt x="755" y="158"/>
                  </a:lnTo>
                  <a:lnTo>
                    <a:pt x="755" y="158"/>
                  </a:lnTo>
                  <a:lnTo>
                    <a:pt x="755" y="159"/>
                  </a:lnTo>
                  <a:lnTo>
                    <a:pt x="755" y="158"/>
                  </a:lnTo>
                  <a:lnTo>
                    <a:pt x="756" y="158"/>
                  </a:lnTo>
                  <a:lnTo>
                    <a:pt x="756" y="159"/>
                  </a:lnTo>
                  <a:lnTo>
                    <a:pt x="756" y="159"/>
                  </a:lnTo>
                  <a:lnTo>
                    <a:pt x="757" y="159"/>
                  </a:lnTo>
                  <a:lnTo>
                    <a:pt x="757" y="159"/>
                  </a:lnTo>
                  <a:lnTo>
                    <a:pt x="757" y="159"/>
                  </a:lnTo>
                  <a:lnTo>
                    <a:pt x="758" y="159"/>
                  </a:lnTo>
                  <a:lnTo>
                    <a:pt x="758" y="159"/>
                  </a:lnTo>
                  <a:lnTo>
                    <a:pt x="758" y="159"/>
                  </a:lnTo>
                  <a:lnTo>
                    <a:pt x="759" y="159"/>
                  </a:lnTo>
                  <a:lnTo>
                    <a:pt x="759" y="159"/>
                  </a:lnTo>
                  <a:lnTo>
                    <a:pt x="759" y="159"/>
                  </a:lnTo>
                  <a:lnTo>
                    <a:pt x="760" y="159"/>
                  </a:lnTo>
                  <a:lnTo>
                    <a:pt x="760" y="159"/>
                  </a:lnTo>
                  <a:lnTo>
                    <a:pt x="760" y="159"/>
                  </a:lnTo>
                  <a:lnTo>
                    <a:pt x="761" y="158"/>
                  </a:lnTo>
                  <a:lnTo>
                    <a:pt x="761" y="158"/>
                  </a:lnTo>
                  <a:lnTo>
                    <a:pt x="761" y="158"/>
                  </a:lnTo>
                  <a:lnTo>
                    <a:pt x="762" y="158"/>
                  </a:lnTo>
                  <a:lnTo>
                    <a:pt x="762" y="158"/>
                  </a:lnTo>
                  <a:lnTo>
                    <a:pt x="762" y="158"/>
                  </a:lnTo>
                  <a:lnTo>
                    <a:pt x="763" y="158"/>
                  </a:lnTo>
                  <a:lnTo>
                    <a:pt x="763" y="158"/>
                  </a:lnTo>
                  <a:lnTo>
                    <a:pt x="764" y="158"/>
                  </a:lnTo>
                  <a:lnTo>
                    <a:pt x="764" y="158"/>
                  </a:lnTo>
                  <a:lnTo>
                    <a:pt x="764" y="158"/>
                  </a:lnTo>
                  <a:lnTo>
                    <a:pt x="765" y="158"/>
                  </a:lnTo>
                  <a:lnTo>
                    <a:pt x="765" y="158"/>
                  </a:lnTo>
                  <a:lnTo>
                    <a:pt x="765" y="158"/>
                  </a:lnTo>
                  <a:lnTo>
                    <a:pt x="766" y="158"/>
                  </a:lnTo>
                  <a:lnTo>
                    <a:pt x="766" y="158"/>
                  </a:lnTo>
                  <a:lnTo>
                    <a:pt x="766" y="158"/>
                  </a:lnTo>
                  <a:lnTo>
                    <a:pt x="767" y="158"/>
                  </a:lnTo>
                  <a:lnTo>
                    <a:pt x="767" y="157"/>
                  </a:lnTo>
                  <a:lnTo>
                    <a:pt x="768" y="157"/>
                  </a:lnTo>
                  <a:close/>
                </a:path>
                <a:path w="953" h="953">
                  <a:moveTo>
                    <a:pt x="890" y="410"/>
                  </a:moveTo>
                  <a:lnTo>
                    <a:pt x="889" y="410"/>
                  </a:lnTo>
                  <a:lnTo>
                    <a:pt x="889" y="409"/>
                  </a:lnTo>
                  <a:lnTo>
                    <a:pt x="888" y="409"/>
                  </a:lnTo>
                  <a:lnTo>
                    <a:pt x="887" y="410"/>
                  </a:lnTo>
                  <a:lnTo>
                    <a:pt x="887" y="410"/>
                  </a:lnTo>
                  <a:lnTo>
                    <a:pt x="887" y="410"/>
                  </a:lnTo>
                  <a:lnTo>
                    <a:pt x="887" y="411"/>
                  </a:lnTo>
                  <a:lnTo>
                    <a:pt x="888" y="412"/>
                  </a:lnTo>
                  <a:lnTo>
                    <a:pt x="888" y="412"/>
                  </a:lnTo>
                  <a:lnTo>
                    <a:pt x="888" y="413"/>
                  </a:lnTo>
                  <a:lnTo>
                    <a:pt x="889" y="413"/>
                  </a:lnTo>
                  <a:lnTo>
                    <a:pt x="889" y="413"/>
                  </a:lnTo>
                  <a:lnTo>
                    <a:pt x="890" y="413"/>
                  </a:lnTo>
                  <a:lnTo>
                    <a:pt x="890" y="412"/>
                  </a:lnTo>
                  <a:lnTo>
                    <a:pt x="890" y="412"/>
                  </a:lnTo>
                  <a:lnTo>
                    <a:pt x="890" y="411"/>
                  </a:lnTo>
                  <a:lnTo>
                    <a:pt x="890" y="411"/>
                  </a:lnTo>
                  <a:lnTo>
                    <a:pt x="890" y="410"/>
                  </a:lnTo>
                  <a:close/>
                  <a:moveTo>
                    <a:pt x="891" y="424"/>
                  </a:moveTo>
                  <a:lnTo>
                    <a:pt x="891" y="424"/>
                  </a:lnTo>
                  <a:lnTo>
                    <a:pt x="890" y="423"/>
                  </a:lnTo>
                  <a:lnTo>
                    <a:pt x="890" y="423"/>
                  </a:lnTo>
                  <a:lnTo>
                    <a:pt x="890" y="423"/>
                  </a:lnTo>
                  <a:lnTo>
                    <a:pt x="889" y="423"/>
                  </a:lnTo>
                  <a:lnTo>
                    <a:pt x="889" y="423"/>
                  </a:lnTo>
                  <a:lnTo>
                    <a:pt x="889" y="423"/>
                  </a:lnTo>
                  <a:lnTo>
                    <a:pt x="888" y="424"/>
                  </a:lnTo>
                  <a:lnTo>
                    <a:pt x="888" y="424"/>
                  </a:lnTo>
                  <a:lnTo>
                    <a:pt x="888" y="424"/>
                  </a:lnTo>
                  <a:lnTo>
                    <a:pt x="889" y="425"/>
                  </a:lnTo>
                  <a:lnTo>
                    <a:pt x="889" y="425"/>
                  </a:lnTo>
                  <a:lnTo>
                    <a:pt x="889" y="426"/>
                  </a:lnTo>
                  <a:lnTo>
                    <a:pt x="890" y="426"/>
                  </a:lnTo>
                  <a:lnTo>
                    <a:pt x="890" y="426"/>
                  </a:lnTo>
                  <a:lnTo>
                    <a:pt x="891" y="426"/>
                  </a:lnTo>
                  <a:lnTo>
                    <a:pt x="891" y="426"/>
                  </a:lnTo>
                  <a:lnTo>
                    <a:pt x="892" y="426"/>
                  </a:lnTo>
                  <a:lnTo>
                    <a:pt x="892" y="425"/>
                  </a:lnTo>
                  <a:lnTo>
                    <a:pt x="892" y="425"/>
                  </a:lnTo>
                  <a:lnTo>
                    <a:pt x="892" y="424"/>
                  </a:lnTo>
                  <a:lnTo>
                    <a:pt x="891" y="424"/>
                  </a:lnTo>
                  <a:lnTo>
                    <a:pt x="891" y="424"/>
                  </a:lnTo>
                  <a:close/>
                  <a:moveTo>
                    <a:pt x="875" y="367"/>
                  </a:moveTo>
                  <a:lnTo>
                    <a:pt x="876" y="367"/>
                  </a:lnTo>
                  <a:lnTo>
                    <a:pt x="877" y="368"/>
                  </a:lnTo>
                  <a:lnTo>
                    <a:pt x="878" y="369"/>
                  </a:lnTo>
                  <a:lnTo>
                    <a:pt x="879" y="369"/>
                  </a:lnTo>
                  <a:lnTo>
                    <a:pt x="879" y="370"/>
                  </a:lnTo>
                  <a:lnTo>
                    <a:pt x="881" y="370"/>
                  </a:lnTo>
                  <a:lnTo>
                    <a:pt x="882" y="370"/>
                  </a:lnTo>
                  <a:lnTo>
                    <a:pt x="883" y="371"/>
                  </a:lnTo>
                  <a:lnTo>
                    <a:pt x="884" y="371"/>
                  </a:lnTo>
                  <a:lnTo>
                    <a:pt x="885" y="372"/>
                  </a:lnTo>
                  <a:lnTo>
                    <a:pt x="885" y="372"/>
                  </a:lnTo>
                  <a:lnTo>
                    <a:pt x="885" y="372"/>
                  </a:lnTo>
                  <a:lnTo>
                    <a:pt x="886" y="373"/>
                  </a:lnTo>
                  <a:lnTo>
                    <a:pt x="886" y="373"/>
                  </a:lnTo>
                  <a:lnTo>
                    <a:pt x="887" y="373"/>
                  </a:lnTo>
                  <a:lnTo>
                    <a:pt x="887" y="374"/>
                  </a:lnTo>
                  <a:lnTo>
                    <a:pt x="888" y="374"/>
                  </a:lnTo>
                  <a:lnTo>
                    <a:pt x="888" y="374"/>
                  </a:lnTo>
                  <a:lnTo>
                    <a:pt x="889" y="375"/>
                  </a:lnTo>
                  <a:lnTo>
                    <a:pt x="889" y="375"/>
                  </a:lnTo>
                  <a:lnTo>
                    <a:pt x="890" y="375"/>
                  </a:lnTo>
                  <a:lnTo>
                    <a:pt x="891" y="376"/>
                  </a:lnTo>
                  <a:lnTo>
                    <a:pt x="891" y="377"/>
                  </a:lnTo>
                  <a:lnTo>
                    <a:pt x="892" y="377"/>
                  </a:lnTo>
                  <a:lnTo>
                    <a:pt x="892" y="377"/>
                  </a:lnTo>
                  <a:lnTo>
                    <a:pt x="892" y="378"/>
                  </a:lnTo>
                  <a:lnTo>
                    <a:pt x="893" y="378"/>
                  </a:lnTo>
                  <a:lnTo>
                    <a:pt x="893" y="378"/>
                  </a:lnTo>
                  <a:lnTo>
                    <a:pt x="893" y="379"/>
                  </a:lnTo>
                  <a:lnTo>
                    <a:pt x="894" y="380"/>
                  </a:lnTo>
                  <a:lnTo>
                    <a:pt x="894" y="381"/>
                  </a:lnTo>
                  <a:lnTo>
                    <a:pt x="893" y="382"/>
                  </a:lnTo>
                  <a:lnTo>
                    <a:pt x="893" y="383"/>
                  </a:lnTo>
                  <a:lnTo>
                    <a:pt x="892" y="384"/>
                  </a:lnTo>
                  <a:lnTo>
                    <a:pt x="891" y="384"/>
                  </a:lnTo>
                  <a:lnTo>
                    <a:pt x="891" y="385"/>
                  </a:lnTo>
                  <a:lnTo>
                    <a:pt x="890" y="386"/>
                  </a:lnTo>
                  <a:lnTo>
                    <a:pt x="889" y="387"/>
                  </a:lnTo>
                  <a:lnTo>
                    <a:pt x="889" y="388"/>
                  </a:lnTo>
                  <a:lnTo>
                    <a:pt x="888" y="388"/>
                  </a:lnTo>
                  <a:lnTo>
                    <a:pt x="888" y="388"/>
                  </a:lnTo>
                  <a:lnTo>
                    <a:pt x="888" y="388"/>
                  </a:lnTo>
                  <a:lnTo>
                    <a:pt x="887" y="388"/>
                  </a:lnTo>
                  <a:lnTo>
                    <a:pt x="887" y="389"/>
                  </a:lnTo>
                  <a:lnTo>
                    <a:pt x="886" y="389"/>
                  </a:lnTo>
                  <a:lnTo>
                    <a:pt x="885" y="390"/>
                  </a:lnTo>
                  <a:lnTo>
                    <a:pt x="885" y="390"/>
                  </a:lnTo>
                  <a:lnTo>
                    <a:pt x="884" y="390"/>
                  </a:lnTo>
                  <a:lnTo>
                    <a:pt x="884" y="390"/>
                  </a:lnTo>
                  <a:lnTo>
                    <a:pt x="884" y="390"/>
                  </a:lnTo>
                  <a:lnTo>
                    <a:pt x="883" y="391"/>
                  </a:lnTo>
                  <a:lnTo>
                    <a:pt x="882" y="391"/>
                  </a:lnTo>
                  <a:lnTo>
                    <a:pt x="881" y="391"/>
                  </a:lnTo>
                  <a:lnTo>
                    <a:pt x="879" y="392"/>
                  </a:lnTo>
                  <a:lnTo>
                    <a:pt x="878" y="391"/>
                  </a:lnTo>
                  <a:lnTo>
                    <a:pt x="878" y="391"/>
                  </a:lnTo>
                  <a:lnTo>
                    <a:pt x="877" y="391"/>
                  </a:lnTo>
                  <a:lnTo>
                    <a:pt x="876" y="391"/>
                  </a:lnTo>
                  <a:lnTo>
                    <a:pt x="876" y="391"/>
                  </a:lnTo>
                  <a:lnTo>
                    <a:pt x="875" y="391"/>
                  </a:lnTo>
                  <a:lnTo>
                    <a:pt x="874" y="391"/>
                  </a:lnTo>
                  <a:lnTo>
                    <a:pt x="873" y="391"/>
                  </a:lnTo>
                  <a:lnTo>
                    <a:pt x="872" y="391"/>
                  </a:lnTo>
                  <a:lnTo>
                    <a:pt x="871" y="391"/>
                  </a:lnTo>
                  <a:lnTo>
                    <a:pt x="870" y="391"/>
                  </a:lnTo>
                  <a:lnTo>
                    <a:pt x="870" y="391"/>
                  </a:lnTo>
                  <a:lnTo>
                    <a:pt x="870" y="392"/>
                  </a:lnTo>
                  <a:lnTo>
                    <a:pt x="871" y="392"/>
                  </a:lnTo>
                  <a:lnTo>
                    <a:pt x="871" y="392"/>
                  </a:lnTo>
                  <a:lnTo>
                    <a:pt x="871" y="393"/>
                  </a:lnTo>
                  <a:lnTo>
                    <a:pt x="871" y="393"/>
                  </a:lnTo>
                  <a:lnTo>
                    <a:pt x="872" y="394"/>
                  </a:lnTo>
                  <a:lnTo>
                    <a:pt x="872" y="395"/>
                  </a:lnTo>
                  <a:lnTo>
                    <a:pt x="873" y="395"/>
                  </a:lnTo>
                  <a:lnTo>
                    <a:pt x="873" y="395"/>
                  </a:lnTo>
                  <a:lnTo>
                    <a:pt x="874" y="396"/>
                  </a:lnTo>
                  <a:lnTo>
                    <a:pt x="874" y="396"/>
                  </a:lnTo>
                  <a:lnTo>
                    <a:pt x="874" y="397"/>
                  </a:lnTo>
                  <a:lnTo>
                    <a:pt x="874" y="397"/>
                  </a:lnTo>
                  <a:lnTo>
                    <a:pt x="873" y="398"/>
                  </a:lnTo>
                  <a:lnTo>
                    <a:pt x="873" y="398"/>
                  </a:lnTo>
                  <a:lnTo>
                    <a:pt x="872" y="398"/>
                  </a:lnTo>
                  <a:lnTo>
                    <a:pt x="872" y="398"/>
                  </a:lnTo>
                  <a:lnTo>
                    <a:pt x="872" y="399"/>
                  </a:lnTo>
                  <a:lnTo>
                    <a:pt x="872" y="399"/>
                  </a:lnTo>
                  <a:lnTo>
                    <a:pt x="873" y="399"/>
                  </a:lnTo>
                  <a:lnTo>
                    <a:pt x="873" y="400"/>
                  </a:lnTo>
                  <a:lnTo>
                    <a:pt x="874" y="400"/>
                  </a:lnTo>
                  <a:lnTo>
                    <a:pt x="875" y="400"/>
                  </a:lnTo>
                  <a:lnTo>
                    <a:pt x="875" y="400"/>
                  </a:lnTo>
                  <a:lnTo>
                    <a:pt x="875" y="401"/>
                  </a:lnTo>
                  <a:lnTo>
                    <a:pt x="876" y="401"/>
                  </a:lnTo>
                  <a:lnTo>
                    <a:pt x="876" y="401"/>
                  </a:lnTo>
                  <a:lnTo>
                    <a:pt x="877" y="402"/>
                  </a:lnTo>
                  <a:lnTo>
                    <a:pt x="877" y="402"/>
                  </a:lnTo>
                  <a:lnTo>
                    <a:pt x="878" y="403"/>
                  </a:lnTo>
                  <a:lnTo>
                    <a:pt x="878" y="403"/>
                  </a:lnTo>
                  <a:lnTo>
                    <a:pt x="879" y="404"/>
                  </a:lnTo>
                  <a:lnTo>
                    <a:pt x="880" y="404"/>
                  </a:lnTo>
                  <a:lnTo>
                    <a:pt x="881" y="404"/>
                  </a:lnTo>
                  <a:lnTo>
                    <a:pt x="882" y="404"/>
                  </a:lnTo>
                  <a:lnTo>
                    <a:pt x="882" y="403"/>
                  </a:lnTo>
                  <a:lnTo>
                    <a:pt x="883" y="403"/>
                  </a:lnTo>
                  <a:lnTo>
                    <a:pt x="883" y="403"/>
                  </a:lnTo>
                  <a:lnTo>
                    <a:pt x="884" y="403"/>
                  </a:lnTo>
                  <a:lnTo>
                    <a:pt x="884" y="402"/>
                  </a:lnTo>
                  <a:lnTo>
                    <a:pt x="885" y="402"/>
                  </a:lnTo>
                  <a:lnTo>
                    <a:pt x="886" y="402"/>
                  </a:lnTo>
                  <a:lnTo>
                    <a:pt x="887" y="402"/>
                  </a:lnTo>
                  <a:lnTo>
                    <a:pt x="887" y="401"/>
                  </a:lnTo>
                  <a:lnTo>
                    <a:pt x="888" y="401"/>
                  </a:lnTo>
                  <a:lnTo>
                    <a:pt x="889" y="400"/>
                  </a:lnTo>
                  <a:lnTo>
                    <a:pt x="891" y="400"/>
                  </a:lnTo>
                  <a:lnTo>
                    <a:pt x="892" y="400"/>
                  </a:lnTo>
                  <a:lnTo>
                    <a:pt x="893" y="399"/>
                  </a:lnTo>
                  <a:lnTo>
                    <a:pt x="894" y="399"/>
                  </a:lnTo>
                  <a:lnTo>
                    <a:pt x="895" y="399"/>
                  </a:lnTo>
                  <a:lnTo>
                    <a:pt x="896" y="399"/>
                  </a:lnTo>
                  <a:lnTo>
                    <a:pt x="897" y="400"/>
                  </a:lnTo>
                  <a:lnTo>
                    <a:pt x="897" y="400"/>
                  </a:lnTo>
                  <a:lnTo>
                    <a:pt x="898" y="401"/>
                  </a:lnTo>
                  <a:lnTo>
                    <a:pt x="899" y="403"/>
                  </a:lnTo>
                  <a:lnTo>
                    <a:pt x="899" y="403"/>
                  </a:lnTo>
                  <a:lnTo>
                    <a:pt x="900" y="404"/>
                  </a:lnTo>
                  <a:lnTo>
                    <a:pt x="900" y="406"/>
                  </a:lnTo>
                  <a:lnTo>
                    <a:pt x="900" y="407"/>
                  </a:lnTo>
                  <a:lnTo>
                    <a:pt x="899" y="408"/>
                  </a:lnTo>
                  <a:lnTo>
                    <a:pt x="899" y="409"/>
                  </a:lnTo>
                  <a:lnTo>
                    <a:pt x="898" y="411"/>
                  </a:lnTo>
                  <a:lnTo>
                    <a:pt x="898" y="411"/>
                  </a:lnTo>
                  <a:lnTo>
                    <a:pt x="897" y="412"/>
                  </a:lnTo>
                  <a:lnTo>
                    <a:pt x="897" y="414"/>
                  </a:lnTo>
                  <a:lnTo>
                    <a:pt x="897" y="414"/>
                  </a:lnTo>
                  <a:lnTo>
                    <a:pt x="895" y="415"/>
                  </a:lnTo>
                  <a:lnTo>
                    <a:pt x="894" y="416"/>
                  </a:lnTo>
                  <a:lnTo>
                    <a:pt x="894" y="416"/>
                  </a:lnTo>
                  <a:lnTo>
                    <a:pt x="894" y="417"/>
                  </a:lnTo>
                  <a:lnTo>
                    <a:pt x="894" y="417"/>
                  </a:lnTo>
                  <a:lnTo>
                    <a:pt x="896" y="420"/>
                  </a:lnTo>
                  <a:lnTo>
                    <a:pt x="897" y="420"/>
                  </a:lnTo>
                  <a:lnTo>
                    <a:pt x="897" y="421"/>
                  </a:lnTo>
                  <a:lnTo>
                    <a:pt x="898" y="422"/>
                  </a:lnTo>
                  <a:lnTo>
                    <a:pt x="899" y="423"/>
                  </a:lnTo>
                  <a:lnTo>
                    <a:pt x="900" y="424"/>
                  </a:lnTo>
                  <a:lnTo>
                    <a:pt x="901" y="426"/>
                  </a:lnTo>
                  <a:lnTo>
                    <a:pt x="901" y="427"/>
                  </a:lnTo>
                  <a:lnTo>
                    <a:pt x="902" y="427"/>
                  </a:lnTo>
                  <a:lnTo>
                    <a:pt x="902" y="428"/>
                  </a:lnTo>
                  <a:lnTo>
                    <a:pt x="902" y="429"/>
                  </a:lnTo>
                  <a:lnTo>
                    <a:pt x="902" y="429"/>
                  </a:lnTo>
                  <a:lnTo>
                    <a:pt x="901" y="429"/>
                  </a:lnTo>
                  <a:lnTo>
                    <a:pt x="900" y="431"/>
                  </a:lnTo>
                  <a:lnTo>
                    <a:pt x="899" y="432"/>
                  </a:lnTo>
                  <a:lnTo>
                    <a:pt x="898" y="432"/>
                  </a:lnTo>
                  <a:lnTo>
                    <a:pt x="897" y="433"/>
                  </a:lnTo>
                  <a:lnTo>
                    <a:pt x="896" y="434"/>
                  </a:lnTo>
                  <a:lnTo>
                    <a:pt x="895" y="434"/>
                  </a:lnTo>
                  <a:lnTo>
                    <a:pt x="894" y="434"/>
                  </a:lnTo>
                  <a:lnTo>
                    <a:pt x="893" y="435"/>
                  </a:lnTo>
                  <a:lnTo>
                    <a:pt x="892" y="435"/>
                  </a:lnTo>
                  <a:lnTo>
                    <a:pt x="891" y="435"/>
                  </a:lnTo>
                  <a:lnTo>
                    <a:pt x="890" y="434"/>
                  </a:lnTo>
                  <a:lnTo>
                    <a:pt x="889" y="433"/>
                  </a:lnTo>
                  <a:lnTo>
                    <a:pt x="888" y="433"/>
                  </a:lnTo>
                  <a:lnTo>
                    <a:pt x="888" y="433"/>
                  </a:lnTo>
                  <a:lnTo>
                    <a:pt x="887" y="432"/>
                  </a:lnTo>
                  <a:lnTo>
                    <a:pt x="885" y="430"/>
                  </a:lnTo>
                  <a:lnTo>
                    <a:pt x="884" y="429"/>
                  </a:lnTo>
                  <a:lnTo>
                    <a:pt x="882" y="428"/>
                  </a:lnTo>
                  <a:lnTo>
                    <a:pt x="882" y="427"/>
                  </a:lnTo>
                  <a:lnTo>
                    <a:pt x="882" y="425"/>
                  </a:lnTo>
                  <a:lnTo>
                    <a:pt x="882" y="423"/>
                  </a:lnTo>
                  <a:lnTo>
                    <a:pt x="883" y="421"/>
                  </a:lnTo>
                  <a:lnTo>
                    <a:pt x="884" y="421"/>
                  </a:lnTo>
                  <a:lnTo>
                    <a:pt x="884" y="420"/>
                  </a:lnTo>
                  <a:lnTo>
                    <a:pt x="884" y="419"/>
                  </a:lnTo>
                  <a:lnTo>
                    <a:pt x="884" y="419"/>
                  </a:lnTo>
                  <a:lnTo>
                    <a:pt x="883" y="419"/>
                  </a:lnTo>
                  <a:lnTo>
                    <a:pt x="882" y="419"/>
                  </a:lnTo>
                  <a:lnTo>
                    <a:pt x="882" y="418"/>
                  </a:lnTo>
                  <a:lnTo>
                    <a:pt x="881" y="417"/>
                  </a:lnTo>
                  <a:lnTo>
                    <a:pt x="881" y="417"/>
                  </a:lnTo>
                  <a:lnTo>
                    <a:pt x="880" y="416"/>
                  </a:lnTo>
                  <a:lnTo>
                    <a:pt x="879" y="416"/>
                  </a:lnTo>
                  <a:lnTo>
                    <a:pt x="879" y="416"/>
                  </a:lnTo>
                  <a:lnTo>
                    <a:pt x="878" y="416"/>
                  </a:lnTo>
                  <a:lnTo>
                    <a:pt x="877" y="415"/>
                  </a:lnTo>
                  <a:lnTo>
                    <a:pt x="877" y="416"/>
                  </a:lnTo>
                  <a:lnTo>
                    <a:pt x="877" y="415"/>
                  </a:lnTo>
                  <a:lnTo>
                    <a:pt x="876" y="415"/>
                  </a:lnTo>
                  <a:lnTo>
                    <a:pt x="876" y="415"/>
                  </a:lnTo>
                  <a:lnTo>
                    <a:pt x="874" y="417"/>
                  </a:lnTo>
                  <a:lnTo>
                    <a:pt x="873" y="417"/>
                  </a:lnTo>
                  <a:lnTo>
                    <a:pt x="872" y="418"/>
                  </a:lnTo>
                  <a:lnTo>
                    <a:pt x="871" y="418"/>
                  </a:lnTo>
                  <a:lnTo>
                    <a:pt x="870" y="418"/>
                  </a:lnTo>
                  <a:lnTo>
                    <a:pt x="869" y="418"/>
                  </a:lnTo>
                  <a:lnTo>
                    <a:pt x="869" y="417"/>
                  </a:lnTo>
                  <a:lnTo>
                    <a:pt x="868" y="417"/>
                  </a:lnTo>
                  <a:lnTo>
                    <a:pt x="867" y="416"/>
                  </a:lnTo>
                  <a:lnTo>
                    <a:pt x="866" y="416"/>
                  </a:lnTo>
                  <a:lnTo>
                    <a:pt x="866" y="416"/>
                  </a:lnTo>
                  <a:lnTo>
                    <a:pt x="865" y="415"/>
                  </a:lnTo>
                  <a:lnTo>
                    <a:pt x="863" y="416"/>
                  </a:lnTo>
                  <a:lnTo>
                    <a:pt x="863" y="416"/>
                  </a:lnTo>
                  <a:lnTo>
                    <a:pt x="862" y="417"/>
                  </a:lnTo>
                  <a:lnTo>
                    <a:pt x="862" y="418"/>
                  </a:lnTo>
                  <a:lnTo>
                    <a:pt x="862" y="418"/>
                  </a:lnTo>
                  <a:lnTo>
                    <a:pt x="863" y="419"/>
                  </a:lnTo>
                  <a:lnTo>
                    <a:pt x="863" y="419"/>
                  </a:lnTo>
                  <a:lnTo>
                    <a:pt x="864" y="420"/>
                  </a:lnTo>
                  <a:lnTo>
                    <a:pt x="865" y="420"/>
                  </a:lnTo>
                  <a:lnTo>
                    <a:pt x="866" y="421"/>
                  </a:lnTo>
                  <a:lnTo>
                    <a:pt x="866" y="421"/>
                  </a:lnTo>
                  <a:lnTo>
                    <a:pt x="867" y="422"/>
                  </a:lnTo>
                  <a:lnTo>
                    <a:pt x="867" y="422"/>
                  </a:lnTo>
                  <a:lnTo>
                    <a:pt x="868" y="423"/>
                  </a:lnTo>
                  <a:lnTo>
                    <a:pt x="868" y="424"/>
                  </a:lnTo>
                  <a:lnTo>
                    <a:pt x="869" y="425"/>
                  </a:lnTo>
                  <a:lnTo>
                    <a:pt x="869" y="429"/>
                  </a:lnTo>
                  <a:lnTo>
                    <a:pt x="869" y="430"/>
                  </a:lnTo>
                  <a:lnTo>
                    <a:pt x="869" y="431"/>
                  </a:lnTo>
                  <a:lnTo>
                    <a:pt x="868" y="432"/>
                  </a:lnTo>
                  <a:lnTo>
                    <a:pt x="867" y="433"/>
                  </a:lnTo>
                  <a:lnTo>
                    <a:pt x="866" y="433"/>
                  </a:lnTo>
                  <a:lnTo>
                    <a:pt x="864" y="433"/>
                  </a:lnTo>
                  <a:lnTo>
                    <a:pt x="863" y="433"/>
                  </a:lnTo>
                  <a:lnTo>
                    <a:pt x="863" y="432"/>
                  </a:lnTo>
                  <a:lnTo>
                    <a:pt x="862" y="431"/>
                  </a:lnTo>
                  <a:lnTo>
                    <a:pt x="861" y="430"/>
                  </a:lnTo>
                  <a:lnTo>
                    <a:pt x="860" y="429"/>
                  </a:lnTo>
                  <a:lnTo>
                    <a:pt x="860" y="427"/>
                  </a:lnTo>
                  <a:lnTo>
                    <a:pt x="858" y="426"/>
                  </a:lnTo>
                  <a:lnTo>
                    <a:pt x="858" y="426"/>
                  </a:lnTo>
                  <a:lnTo>
                    <a:pt x="858" y="426"/>
                  </a:lnTo>
                  <a:lnTo>
                    <a:pt x="857" y="424"/>
                  </a:lnTo>
                  <a:lnTo>
                    <a:pt x="856" y="424"/>
                  </a:lnTo>
                  <a:lnTo>
                    <a:pt x="855" y="422"/>
                  </a:lnTo>
                  <a:lnTo>
                    <a:pt x="853" y="421"/>
                  </a:lnTo>
                  <a:lnTo>
                    <a:pt x="852" y="420"/>
                  </a:lnTo>
                  <a:lnTo>
                    <a:pt x="851" y="420"/>
                  </a:lnTo>
                  <a:lnTo>
                    <a:pt x="851" y="420"/>
                  </a:lnTo>
                  <a:lnTo>
                    <a:pt x="851" y="420"/>
                  </a:lnTo>
                  <a:lnTo>
                    <a:pt x="851" y="420"/>
                  </a:lnTo>
                  <a:lnTo>
                    <a:pt x="851" y="421"/>
                  </a:lnTo>
                  <a:lnTo>
                    <a:pt x="851" y="421"/>
                  </a:lnTo>
                  <a:lnTo>
                    <a:pt x="851" y="422"/>
                  </a:lnTo>
                  <a:lnTo>
                    <a:pt x="850" y="422"/>
                  </a:lnTo>
                  <a:lnTo>
                    <a:pt x="850" y="423"/>
                  </a:lnTo>
                  <a:lnTo>
                    <a:pt x="850" y="424"/>
                  </a:lnTo>
                  <a:lnTo>
                    <a:pt x="850" y="425"/>
                  </a:lnTo>
                  <a:lnTo>
                    <a:pt x="850" y="425"/>
                  </a:lnTo>
                  <a:lnTo>
                    <a:pt x="849" y="426"/>
                  </a:lnTo>
                  <a:lnTo>
                    <a:pt x="849" y="427"/>
                  </a:lnTo>
                  <a:lnTo>
                    <a:pt x="848" y="427"/>
                  </a:lnTo>
                  <a:lnTo>
                    <a:pt x="847" y="427"/>
                  </a:lnTo>
                  <a:lnTo>
                    <a:pt x="847" y="428"/>
                  </a:lnTo>
                  <a:lnTo>
                    <a:pt x="847" y="428"/>
                  </a:lnTo>
                  <a:lnTo>
                    <a:pt x="846" y="428"/>
                  </a:lnTo>
                  <a:lnTo>
                    <a:pt x="845" y="428"/>
                  </a:lnTo>
                  <a:lnTo>
                    <a:pt x="841" y="429"/>
                  </a:lnTo>
                  <a:lnTo>
                    <a:pt x="840" y="430"/>
                  </a:lnTo>
                  <a:lnTo>
                    <a:pt x="839" y="430"/>
                  </a:lnTo>
                  <a:lnTo>
                    <a:pt x="838" y="431"/>
                  </a:lnTo>
                  <a:lnTo>
                    <a:pt x="834" y="433"/>
                  </a:lnTo>
                  <a:lnTo>
                    <a:pt x="833" y="434"/>
                  </a:lnTo>
                  <a:lnTo>
                    <a:pt x="831" y="437"/>
                  </a:lnTo>
                  <a:lnTo>
                    <a:pt x="830" y="438"/>
                  </a:lnTo>
                  <a:lnTo>
                    <a:pt x="829" y="440"/>
                  </a:lnTo>
                  <a:lnTo>
                    <a:pt x="829" y="441"/>
                  </a:lnTo>
                  <a:lnTo>
                    <a:pt x="829" y="442"/>
                  </a:lnTo>
                  <a:lnTo>
                    <a:pt x="829" y="443"/>
                  </a:lnTo>
                  <a:lnTo>
                    <a:pt x="829" y="446"/>
                  </a:lnTo>
                  <a:lnTo>
                    <a:pt x="829" y="448"/>
                  </a:lnTo>
                  <a:lnTo>
                    <a:pt x="830" y="449"/>
                  </a:lnTo>
                  <a:lnTo>
                    <a:pt x="831" y="451"/>
                  </a:lnTo>
                  <a:lnTo>
                    <a:pt x="832" y="453"/>
                  </a:lnTo>
                  <a:lnTo>
                    <a:pt x="833" y="454"/>
                  </a:lnTo>
                  <a:lnTo>
                    <a:pt x="834" y="456"/>
                  </a:lnTo>
                  <a:lnTo>
                    <a:pt x="835" y="457"/>
                  </a:lnTo>
                  <a:lnTo>
                    <a:pt x="837" y="460"/>
                  </a:lnTo>
                  <a:lnTo>
                    <a:pt x="838" y="460"/>
                  </a:lnTo>
                  <a:lnTo>
                    <a:pt x="838" y="460"/>
                  </a:lnTo>
                  <a:lnTo>
                    <a:pt x="839" y="460"/>
                  </a:lnTo>
                  <a:lnTo>
                    <a:pt x="839" y="462"/>
                  </a:lnTo>
                  <a:lnTo>
                    <a:pt x="840" y="462"/>
                  </a:lnTo>
                  <a:lnTo>
                    <a:pt x="840" y="462"/>
                  </a:lnTo>
                  <a:lnTo>
                    <a:pt x="840" y="462"/>
                  </a:lnTo>
                  <a:lnTo>
                    <a:pt x="841" y="462"/>
                  </a:lnTo>
                  <a:lnTo>
                    <a:pt x="841" y="462"/>
                  </a:lnTo>
                  <a:lnTo>
                    <a:pt x="842" y="462"/>
                  </a:lnTo>
                  <a:lnTo>
                    <a:pt x="842" y="462"/>
                  </a:lnTo>
                  <a:lnTo>
                    <a:pt x="843" y="463"/>
                  </a:lnTo>
                  <a:lnTo>
                    <a:pt x="844" y="464"/>
                  </a:lnTo>
                  <a:lnTo>
                    <a:pt x="844" y="464"/>
                  </a:lnTo>
                  <a:lnTo>
                    <a:pt x="844" y="465"/>
                  </a:lnTo>
                  <a:lnTo>
                    <a:pt x="843" y="465"/>
                  </a:lnTo>
                  <a:lnTo>
                    <a:pt x="843" y="466"/>
                  </a:lnTo>
                  <a:lnTo>
                    <a:pt x="842" y="466"/>
                  </a:lnTo>
                  <a:lnTo>
                    <a:pt x="842" y="466"/>
                  </a:lnTo>
                  <a:lnTo>
                    <a:pt x="841" y="466"/>
                  </a:lnTo>
                  <a:lnTo>
                    <a:pt x="841" y="466"/>
                  </a:lnTo>
                  <a:lnTo>
                    <a:pt x="841" y="466"/>
                  </a:lnTo>
                  <a:lnTo>
                    <a:pt x="841" y="466"/>
                  </a:lnTo>
                  <a:lnTo>
                    <a:pt x="840" y="466"/>
                  </a:lnTo>
                  <a:lnTo>
                    <a:pt x="839" y="466"/>
                  </a:lnTo>
                  <a:lnTo>
                    <a:pt x="839" y="467"/>
                  </a:lnTo>
                  <a:lnTo>
                    <a:pt x="838" y="467"/>
                  </a:lnTo>
                  <a:lnTo>
                    <a:pt x="837" y="467"/>
                  </a:lnTo>
                  <a:lnTo>
                    <a:pt x="836" y="467"/>
                  </a:lnTo>
                  <a:lnTo>
                    <a:pt x="836" y="467"/>
                  </a:lnTo>
                  <a:lnTo>
                    <a:pt x="836" y="467"/>
                  </a:lnTo>
                  <a:lnTo>
                    <a:pt x="835" y="467"/>
                  </a:lnTo>
                  <a:lnTo>
                    <a:pt x="833" y="467"/>
                  </a:lnTo>
                  <a:lnTo>
                    <a:pt x="833" y="468"/>
                  </a:lnTo>
                  <a:lnTo>
                    <a:pt x="833" y="468"/>
                  </a:lnTo>
                  <a:lnTo>
                    <a:pt x="832" y="468"/>
                  </a:lnTo>
                  <a:lnTo>
                    <a:pt x="831" y="468"/>
                  </a:lnTo>
                  <a:lnTo>
                    <a:pt x="831" y="467"/>
                  </a:lnTo>
                  <a:lnTo>
                    <a:pt x="830" y="467"/>
                  </a:lnTo>
                  <a:lnTo>
                    <a:pt x="830" y="466"/>
                  </a:lnTo>
                  <a:lnTo>
                    <a:pt x="829" y="465"/>
                  </a:lnTo>
                  <a:lnTo>
                    <a:pt x="828" y="465"/>
                  </a:lnTo>
                  <a:lnTo>
                    <a:pt x="827" y="464"/>
                  </a:lnTo>
                  <a:lnTo>
                    <a:pt x="826" y="463"/>
                  </a:lnTo>
                  <a:lnTo>
                    <a:pt x="826" y="461"/>
                  </a:lnTo>
                  <a:lnTo>
                    <a:pt x="825" y="460"/>
                  </a:lnTo>
                  <a:lnTo>
                    <a:pt x="823" y="456"/>
                  </a:lnTo>
                  <a:lnTo>
                    <a:pt x="823" y="455"/>
                  </a:lnTo>
                  <a:lnTo>
                    <a:pt x="822" y="452"/>
                  </a:lnTo>
                  <a:lnTo>
                    <a:pt x="821" y="450"/>
                  </a:lnTo>
                  <a:lnTo>
                    <a:pt x="821" y="448"/>
                  </a:lnTo>
                  <a:lnTo>
                    <a:pt x="820" y="446"/>
                  </a:lnTo>
                  <a:lnTo>
                    <a:pt x="820" y="444"/>
                  </a:lnTo>
                  <a:lnTo>
                    <a:pt x="819" y="443"/>
                  </a:lnTo>
                  <a:lnTo>
                    <a:pt x="819" y="441"/>
                  </a:lnTo>
                  <a:lnTo>
                    <a:pt x="819" y="441"/>
                  </a:lnTo>
                  <a:lnTo>
                    <a:pt x="819" y="439"/>
                  </a:lnTo>
                  <a:lnTo>
                    <a:pt x="819" y="439"/>
                  </a:lnTo>
                  <a:lnTo>
                    <a:pt x="819" y="437"/>
                  </a:lnTo>
                  <a:lnTo>
                    <a:pt x="819" y="437"/>
                  </a:lnTo>
                  <a:lnTo>
                    <a:pt x="819" y="436"/>
                  </a:lnTo>
                  <a:lnTo>
                    <a:pt x="820" y="435"/>
                  </a:lnTo>
                  <a:lnTo>
                    <a:pt x="820" y="434"/>
                  </a:lnTo>
                  <a:lnTo>
                    <a:pt x="821" y="434"/>
                  </a:lnTo>
                  <a:lnTo>
                    <a:pt x="822" y="433"/>
                  </a:lnTo>
                  <a:lnTo>
                    <a:pt x="822" y="432"/>
                  </a:lnTo>
                  <a:lnTo>
                    <a:pt x="822" y="432"/>
                  </a:lnTo>
                  <a:lnTo>
                    <a:pt x="823" y="431"/>
                  </a:lnTo>
                  <a:lnTo>
                    <a:pt x="824" y="430"/>
                  </a:lnTo>
                  <a:lnTo>
                    <a:pt x="825" y="428"/>
                  </a:lnTo>
                  <a:lnTo>
                    <a:pt x="826" y="427"/>
                  </a:lnTo>
                  <a:lnTo>
                    <a:pt x="827" y="427"/>
                  </a:lnTo>
                  <a:lnTo>
                    <a:pt x="828" y="425"/>
                  </a:lnTo>
                  <a:lnTo>
                    <a:pt x="830" y="424"/>
                  </a:lnTo>
                  <a:lnTo>
                    <a:pt x="830" y="424"/>
                  </a:lnTo>
                  <a:lnTo>
                    <a:pt x="831" y="424"/>
                  </a:lnTo>
                  <a:lnTo>
                    <a:pt x="832" y="423"/>
                  </a:lnTo>
                  <a:lnTo>
                    <a:pt x="833" y="423"/>
                  </a:lnTo>
                  <a:lnTo>
                    <a:pt x="833" y="422"/>
                  </a:lnTo>
                  <a:lnTo>
                    <a:pt x="834" y="421"/>
                  </a:lnTo>
                  <a:lnTo>
                    <a:pt x="835" y="421"/>
                  </a:lnTo>
                  <a:lnTo>
                    <a:pt x="836" y="421"/>
                  </a:lnTo>
                  <a:lnTo>
                    <a:pt x="837" y="420"/>
                  </a:lnTo>
                  <a:lnTo>
                    <a:pt x="838" y="419"/>
                  </a:lnTo>
                  <a:lnTo>
                    <a:pt x="840" y="419"/>
                  </a:lnTo>
                  <a:lnTo>
                    <a:pt x="841" y="419"/>
                  </a:lnTo>
                  <a:lnTo>
                    <a:pt x="841" y="419"/>
                  </a:lnTo>
                  <a:lnTo>
                    <a:pt x="843" y="419"/>
                  </a:lnTo>
                  <a:lnTo>
                    <a:pt x="844" y="418"/>
                  </a:lnTo>
                  <a:lnTo>
                    <a:pt x="845" y="418"/>
                  </a:lnTo>
                  <a:lnTo>
                    <a:pt x="845" y="418"/>
                  </a:lnTo>
                  <a:lnTo>
                    <a:pt x="846" y="418"/>
                  </a:lnTo>
                  <a:lnTo>
                    <a:pt x="847" y="418"/>
                  </a:lnTo>
                  <a:lnTo>
                    <a:pt x="847" y="417"/>
                  </a:lnTo>
                  <a:lnTo>
                    <a:pt x="847" y="417"/>
                  </a:lnTo>
                  <a:lnTo>
                    <a:pt x="847" y="417"/>
                  </a:lnTo>
                  <a:lnTo>
                    <a:pt x="846" y="416"/>
                  </a:lnTo>
                  <a:lnTo>
                    <a:pt x="846" y="416"/>
                  </a:lnTo>
                  <a:lnTo>
                    <a:pt x="845" y="416"/>
                  </a:lnTo>
                  <a:lnTo>
                    <a:pt x="845" y="416"/>
                  </a:lnTo>
                  <a:lnTo>
                    <a:pt x="845" y="416"/>
                  </a:lnTo>
                  <a:lnTo>
                    <a:pt x="842" y="414"/>
                  </a:lnTo>
                  <a:lnTo>
                    <a:pt x="842" y="414"/>
                  </a:lnTo>
                  <a:lnTo>
                    <a:pt x="841" y="414"/>
                  </a:lnTo>
                  <a:lnTo>
                    <a:pt x="840" y="413"/>
                  </a:lnTo>
                  <a:lnTo>
                    <a:pt x="840" y="413"/>
                  </a:lnTo>
                  <a:lnTo>
                    <a:pt x="839" y="413"/>
                  </a:lnTo>
                  <a:lnTo>
                    <a:pt x="838" y="412"/>
                  </a:lnTo>
                  <a:lnTo>
                    <a:pt x="837" y="412"/>
                  </a:lnTo>
                  <a:lnTo>
                    <a:pt x="834" y="410"/>
                  </a:lnTo>
                  <a:lnTo>
                    <a:pt x="833" y="410"/>
                  </a:lnTo>
                  <a:lnTo>
                    <a:pt x="833" y="410"/>
                  </a:lnTo>
                  <a:lnTo>
                    <a:pt x="833" y="409"/>
                  </a:lnTo>
                  <a:lnTo>
                    <a:pt x="832" y="409"/>
                  </a:lnTo>
                  <a:lnTo>
                    <a:pt x="832" y="409"/>
                  </a:lnTo>
                  <a:lnTo>
                    <a:pt x="831" y="409"/>
                  </a:lnTo>
                  <a:lnTo>
                    <a:pt x="831" y="408"/>
                  </a:lnTo>
                  <a:lnTo>
                    <a:pt x="830" y="408"/>
                  </a:lnTo>
                  <a:lnTo>
                    <a:pt x="830" y="408"/>
                  </a:lnTo>
                  <a:lnTo>
                    <a:pt x="828" y="407"/>
                  </a:lnTo>
                  <a:lnTo>
                    <a:pt x="828" y="407"/>
                  </a:lnTo>
                  <a:lnTo>
                    <a:pt x="827" y="407"/>
                  </a:lnTo>
                  <a:lnTo>
                    <a:pt x="827" y="407"/>
                  </a:lnTo>
                  <a:lnTo>
                    <a:pt x="826" y="406"/>
                  </a:lnTo>
                  <a:lnTo>
                    <a:pt x="826" y="405"/>
                  </a:lnTo>
                  <a:lnTo>
                    <a:pt x="825" y="405"/>
                  </a:lnTo>
                  <a:lnTo>
                    <a:pt x="825" y="405"/>
                  </a:lnTo>
                  <a:lnTo>
                    <a:pt x="824" y="405"/>
                  </a:lnTo>
                  <a:lnTo>
                    <a:pt x="824" y="405"/>
                  </a:lnTo>
                  <a:lnTo>
                    <a:pt x="823" y="405"/>
                  </a:lnTo>
                  <a:lnTo>
                    <a:pt x="823" y="404"/>
                  </a:lnTo>
                  <a:lnTo>
                    <a:pt x="823" y="404"/>
                  </a:lnTo>
                  <a:lnTo>
                    <a:pt x="821" y="403"/>
                  </a:lnTo>
                  <a:lnTo>
                    <a:pt x="821" y="403"/>
                  </a:lnTo>
                  <a:lnTo>
                    <a:pt x="820" y="402"/>
                  </a:lnTo>
                  <a:lnTo>
                    <a:pt x="819" y="402"/>
                  </a:lnTo>
                  <a:lnTo>
                    <a:pt x="819" y="402"/>
                  </a:lnTo>
                  <a:lnTo>
                    <a:pt x="818" y="402"/>
                  </a:lnTo>
                  <a:lnTo>
                    <a:pt x="818" y="401"/>
                  </a:lnTo>
                  <a:lnTo>
                    <a:pt x="818" y="401"/>
                  </a:lnTo>
                  <a:lnTo>
                    <a:pt x="817" y="400"/>
                  </a:lnTo>
                  <a:lnTo>
                    <a:pt x="817" y="399"/>
                  </a:lnTo>
                  <a:lnTo>
                    <a:pt x="817" y="399"/>
                  </a:lnTo>
                  <a:lnTo>
                    <a:pt x="816" y="398"/>
                  </a:lnTo>
                  <a:lnTo>
                    <a:pt x="816" y="398"/>
                  </a:lnTo>
                  <a:lnTo>
                    <a:pt x="815" y="397"/>
                  </a:lnTo>
                  <a:lnTo>
                    <a:pt x="814" y="396"/>
                  </a:lnTo>
                  <a:lnTo>
                    <a:pt x="814" y="395"/>
                  </a:lnTo>
                  <a:lnTo>
                    <a:pt x="815" y="395"/>
                  </a:lnTo>
                  <a:lnTo>
                    <a:pt x="815" y="394"/>
                  </a:lnTo>
                  <a:lnTo>
                    <a:pt x="816" y="394"/>
                  </a:lnTo>
                  <a:lnTo>
                    <a:pt x="817" y="394"/>
                  </a:lnTo>
                  <a:lnTo>
                    <a:pt x="818" y="395"/>
                  </a:lnTo>
                  <a:lnTo>
                    <a:pt x="819" y="395"/>
                  </a:lnTo>
                  <a:lnTo>
                    <a:pt x="820" y="394"/>
                  </a:lnTo>
                  <a:lnTo>
                    <a:pt x="821" y="394"/>
                  </a:lnTo>
                  <a:lnTo>
                    <a:pt x="822" y="394"/>
                  </a:lnTo>
                  <a:lnTo>
                    <a:pt x="822" y="394"/>
                  </a:lnTo>
                  <a:lnTo>
                    <a:pt x="823" y="394"/>
                  </a:lnTo>
                  <a:lnTo>
                    <a:pt x="824" y="394"/>
                  </a:lnTo>
                  <a:lnTo>
                    <a:pt x="825" y="395"/>
                  </a:lnTo>
                  <a:lnTo>
                    <a:pt x="826" y="395"/>
                  </a:lnTo>
                  <a:lnTo>
                    <a:pt x="827" y="396"/>
                  </a:lnTo>
                  <a:lnTo>
                    <a:pt x="828" y="396"/>
                  </a:lnTo>
                  <a:lnTo>
                    <a:pt x="828" y="397"/>
                  </a:lnTo>
                  <a:lnTo>
                    <a:pt x="829" y="397"/>
                  </a:lnTo>
                  <a:lnTo>
                    <a:pt x="830" y="398"/>
                  </a:lnTo>
                  <a:lnTo>
                    <a:pt x="831" y="398"/>
                  </a:lnTo>
                  <a:lnTo>
                    <a:pt x="832" y="398"/>
                  </a:lnTo>
                  <a:lnTo>
                    <a:pt x="835" y="400"/>
                  </a:lnTo>
                  <a:lnTo>
                    <a:pt x="836" y="401"/>
                  </a:lnTo>
                  <a:lnTo>
                    <a:pt x="836" y="401"/>
                  </a:lnTo>
                  <a:lnTo>
                    <a:pt x="837" y="401"/>
                  </a:lnTo>
                  <a:lnTo>
                    <a:pt x="838" y="402"/>
                  </a:lnTo>
                  <a:lnTo>
                    <a:pt x="839" y="403"/>
                  </a:lnTo>
                  <a:lnTo>
                    <a:pt x="841" y="404"/>
                  </a:lnTo>
                  <a:lnTo>
                    <a:pt x="843" y="405"/>
                  </a:lnTo>
                  <a:lnTo>
                    <a:pt x="843" y="405"/>
                  </a:lnTo>
                  <a:lnTo>
                    <a:pt x="844" y="405"/>
                  </a:lnTo>
                  <a:lnTo>
                    <a:pt x="845" y="406"/>
                  </a:lnTo>
                  <a:lnTo>
                    <a:pt x="846" y="406"/>
                  </a:lnTo>
                  <a:lnTo>
                    <a:pt x="847" y="407"/>
                  </a:lnTo>
                  <a:lnTo>
                    <a:pt x="847" y="407"/>
                  </a:lnTo>
                  <a:lnTo>
                    <a:pt x="848" y="407"/>
                  </a:lnTo>
                  <a:lnTo>
                    <a:pt x="848" y="407"/>
                  </a:lnTo>
                  <a:lnTo>
                    <a:pt x="849" y="408"/>
                  </a:lnTo>
                  <a:lnTo>
                    <a:pt x="851" y="409"/>
                  </a:lnTo>
                  <a:lnTo>
                    <a:pt x="852" y="409"/>
                  </a:lnTo>
                  <a:lnTo>
                    <a:pt x="853" y="408"/>
                  </a:lnTo>
                  <a:lnTo>
                    <a:pt x="854" y="407"/>
                  </a:lnTo>
                  <a:lnTo>
                    <a:pt x="854" y="407"/>
                  </a:lnTo>
                  <a:lnTo>
                    <a:pt x="855" y="406"/>
                  </a:lnTo>
                  <a:lnTo>
                    <a:pt x="857" y="406"/>
                  </a:lnTo>
                  <a:lnTo>
                    <a:pt x="858" y="406"/>
                  </a:lnTo>
                  <a:lnTo>
                    <a:pt x="860" y="408"/>
                  </a:lnTo>
                  <a:lnTo>
                    <a:pt x="862" y="409"/>
                  </a:lnTo>
                  <a:lnTo>
                    <a:pt x="864" y="410"/>
                  </a:lnTo>
                  <a:lnTo>
                    <a:pt x="865" y="410"/>
                  </a:lnTo>
                  <a:lnTo>
                    <a:pt x="866" y="410"/>
                  </a:lnTo>
                  <a:lnTo>
                    <a:pt x="869" y="408"/>
                  </a:lnTo>
                  <a:lnTo>
                    <a:pt x="869" y="408"/>
                  </a:lnTo>
                  <a:lnTo>
                    <a:pt x="870" y="408"/>
                  </a:lnTo>
                  <a:lnTo>
                    <a:pt x="870" y="407"/>
                  </a:lnTo>
                  <a:lnTo>
                    <a:pt x="869" y="407"/>
                  </a:lnTo>
                  <a:lnTo>
                    <a:pt x="869" y="407"/>
                  </a:lnTo>
                  <a:lnTo>
                    <a:pt x="867" y="405"/>
                  </a:lnTo>
                  <a:lnTo>
                    <a:pt x="867" y="405"/>
                  </a:lnTo>
                  <a:lnTo>
                    <a:pt x="866" y="405"/>
                  </a:lnTo>
                  <a:lnTo>
                    <a:pt x="865" y="405"/>
                  </a:lnTo>
                  <a:lnTo>
                    <a:pt x="864" y="404"/>
                  </a:lnTo>
                  <a:lnTo>
                    <a:pt x="863" y="403"/>
                  </a:lnTo>
                  <a:cubicBezTo>
                    <a:pt x="863" y="402"/>
                    <a:pt x="863" y="402"/>
                    <a:pt x="863" y="401"/>
                  </a:cubicBezTo>
                  <a:lnTo>
                    <a:pt x="863" y="401"/>
                  </a:lnTo>
                  <a:lnTo>
                    <a:pt x="863" y="399"/>
                  </a:lnTo>
                  <a:lnTo>
                    <a:pt x="862" y="399"/>
                  </a:lnTo>
                  <a:lnTo>
                    <a:pt x="862" y="398"/>
                  </a:lnTo>
                  <a:lnTo>
                    <a:pt x="863" y="396"/>
                  </a:lnTo>
                  <a:lnTo>
                    <a:pt x="864" y="396"/>
                  </a:lnTo>
                  <a:lnTo>
                    <a:pt x="864" y="394"/>
                  </a:lnTo>
                  <a:lnTo>
                    <a:pt x="865" y="394"/>
                  </a:lnTo>
                  <a:lnTo>
                    <a:pt x="865" y="392"/>
                  </a:lnTo>
                  <a:lnTo>
                    <a:pt x="864" y="393"/>
                  </a:lnTo>
                  <a:lnTo>
                    <a:pt x="863" y="393"/>
                  </a:lnTo>
                  <a:lnTo>
                    <a:pt x="862" y="393"/>
                  </a:lnTo>
                  <a:lnTo>
                    <a:pt x="862" y="393"/>
                  </a:lnTo>
                  <a:lnTo>
                    <a:pt x="861" y="393"/>
                  </a:lnTo>
                  <a:lnTo>
                    <a:pt x="860" y="393"/>
                  </a:lnTo>
                  <a:lnTo>
                    <a:pt x="860" y="393"/>
                  </a:lnTo>
                  <a:lnTo>
                    <a:pt x="859" y="393"/>
                  </a:lnTo>
                  <a:lnTo>
                    <a:pt x="859" y="393"/>
                  </a:lnTo>
                  <a:lnTo>
                    <a:pt x="858" y="392"/>
                  </a:lnTo>
                  <a:lnTo>
                    <a:pt x="857" y="392"/>
                  </a:lnTo>
                  <a:lnTo>
                    <a:pt x="856" y="392"/>
                  </a:lnTo>
                  <a:lnTo>
                    <a:pt x="855" y="392"/>
                  </a:lnTo>
                  <a:lnTo>
                    <a:pt x="854" y="391"/>
                  </a:lnTo>
                  <a:lnTo>
                    <a:pt x="854" y="391"/>
                  </a:lnTo>
                  <a:lnTo>
                    <a:pt x="853" y="391"/>
                  </a:lnTo>
                  <a:lnTo>
                    <a:pt x="852" y="391"/>
                  </a:lnTo>
                  <a:lnTo>
                    <a:pt x="851" y="391"/>
                  </a:lnTo>
                  <a:lnTo>
                    <a:pt x="849" y="391"/>
                  </a:lnTo>
                  <a:lnTo>
                    <a:pt x="848" y="391"/>
                  </a:lnTo>
                  <a:lnTo>
                    <a:pt x="848" y="392"/>
                  </a:lnTo>
                  <a:lnTo>
                    <a:pt x="847" y="392"/>
                  </a:lnTo>
                  <a:lnTo>
                    <a:pt x="846" y="392"/>
                  </a:lnTo>
                  <a:lnTo>
                    <a:pt x="846" y="392"/>
                  </a:lnTo>
                  <a:lnTo>
                    <a:pt x="845" y="392"/>
                  </a:lnTo>
                  <a:lnTo>
                    <a:pt x="845" y="392"/>
                  </a:lnTo>
                  <a:lnTo>
                    <a:pt x="844" y="393"/>
                  </a:lnTo>
                  <a:lnTo>
                    <a:pt x="844" y="392"/>
                  </a:lnTo>
                  <a:lnTo>
                    <a:pt x="843" y="392"/>
                  </a:lnTo>
                  <a:lnTo>
                    <a:pt x="842" y="392"/>
                  </a:lnTo>
                  <a:lnTo>
                    <a:pt x="842" y="391"/>
                  </a:lnTo>
                  <a:lnTo>
                    <a:pt x="841" y="391"/>
                  </a:lnTo>
                  <a:lnTo>
                    <a:pt x="840" y="391"/>
                  </a:lnTo>
                  <a:lnTo>
                    <a:pt x="840" y="390"/>
                  </a:lnTo>
                  <a:lnTo>
                    <a:pt x="840" y="390"/>
                  </a:lnTo>
                  <a:cubicBezTo>
                    <a:pt x="838" y="390"/>
                    <a:pt x="838" y="389"/>
                    <a:pt x="837" y="388"/>
                  </a:cubicBezTo>
                  <a:lnTo>
                    <a:pt x="837" y="387"/>
                  </a:lnTo>
                  <a:lnTo>
                    <a:pt x="838" y="387"/>
                  </a:lnTo>
                  <a:lnTo>
                    <a:pt x="838" y="386"/>
                  </a:lnTo>
                  <a:lnTo>
                    <a:pt x="838" y="386"/>
                  </a:lnTo>
                  <a:lnTo>
                    <a:pt x="839" y="386"/>
                  </a:lnTo>
                  <a:lnTo>
                    <a:pt x="839" y="385"/>
                  </a:lnTo>
                  <a:lnTo>
                    <a:pt x="839" y="385"/>
                  </a:lnTo>
                  <a:lnTo>
                    <a:pt x="839" y="384"/>
                  </a:lnTo>
                  <a:lnTo>
                    <a:pt x="840" y="384"/>
                  </a:lnTo>
                  <a:lnTo>
                    <a:pt x="840" y="384"/>
                  </a:lnTo>
                  <a:lnTo>
                    <a:pt x="840" y="383"/>
                  </a:lnTo>
                  <a:lnTo>
                    <a:pt x="841" y="383"/>
                  </a:lnTo>
                  <a:lnTo>
                    <a:pt x="841" y="383"/>
                  </a:lnTo>
                  <a:lnTo>
                    <a:pt x="841" y="383"/>
                  </a:lnTo>
                  <a:lnTo>
                    <a:pt x="842" y="382"/>
                  </a:lnTo>
                  <a:lnTo>
                    <a:pt x="842" y="382"/>
                  </a:lnTo>
                  <a:lnTo>
                    <a:pt x="843" y="382"/>
                  </a:lnTo>
                  <a:lnTo>
                    <a:pt x="842" y="382"/>
                  </a:lnTo>
                  <a:lnTo>
                    <a:pt x="843" y="381"/>
                  </a:lnTo>
                  <a:lnTo>
                    <a:pt x="843" y="381"/>
                  </a:lnTo>
                  <a:lnTo>
                    <a:pt x="842" y="381"/>
                  </a:lnTo>
                  <a:lnTo>
                    <a:pt x="842" y="381"/>
                  </a:lnTo>
                  <a:lnTo>
                    <a:pt x="842" y="381"/>
                  </a:lnTo>
                  <a:lnTo>
                    <a:pt x="841" y="381"/>
                  </a:lnTo>
                  <a:lnTo>
                    <a:pt x="841" y="380"/>
                  </a:lnTo>
                  <a:lnTo>
                    <a:pt x="841" y="380"/>
                  </a:lnTo>
                  <a:lnTo>
                    <a:pt x="840" y="380"/>
                  </a:lnTo>
                  <a:lnTo>
                    <a:pt x="840" y="380"/>
                  </a:lnTo>
                  <a:lnTo>
                    <a:pt x="840" y="380"/>
                  </a:lnTo>
                  <a:lnTo>
                    <a:pt x="839" y="380"/>
                  </a:lnTo>
                  <a:lnTo>
                    <a:pt x="839" y="380"/>
                  </a:lnTo>
                  <a:lnTo>
                    <a:pt x="839" y="380"/>
                  </a:lnTo>
                  <a:lnTo>
                    <a:pt x="838" y="380"/>
                  </a:lnTo>
                  <a:lnTo>
                    <a:pt x="838" y="380"/>
                  </a:lnTo>
                  <a:lnTo>
                    <a:pt x="837" y="380"/>
                  </a:lnTo>
                  <a:lnTo>
                    <a:pt x="836" y="380"/>
                  </a:lnTo>
                  <a:lnTo>
                    <a:pt x="836" y="380"/>
                  </a:lnTo>
                  <a:lnTo>
                    <a:pt x="835" y="380"/>
                  </a:lnTo>
                  <a:lnTo>
                    <a:pt x="835" y="380"/>
                  </a:lnTo>
                  <a:lnTo>
                    <a:pt x="834" y="380"/>
                  </a:lnTo>
                  <a:lnTo>
                    <a:pt x="833" y="380"/>
                  </a:lnTo>
                  <a:lnTo>
                    <a:pt x="833" y="379"/>
                  </a:lnTo>
                  <a:lnTo>
                    <a:pt x="832" y="379"/>
                  </a:lnTo>
                  <a:lnTo>
                    <a:pt x="832" y="379"/>
                  </a:lnTo>
                  <a:lnTo>
                    <a:pt x="832" y="379"/>
                  </a:lnTo>
                  <a:lnTo>
                    <a:pt x="831" y="379"/>
                  </a:lnTo>
                  <a:lnTo>
                    <a:pt x="831" y="379"/>
                  </a:lnTo>
                  <a:lnTo>
                    <a:pt x="831" y="379"/>
                  </a:lnTo>
                  <a:lnTo>
                    <a:pt x="830" y="379"/>
                  </a:lnTo>
                  <a:lnTo>
                    <a:pt x="829" y="379"/>
                  </a:lnTo>
                  <a:lnTo>
                    <a:pt x="829" y="379"/>
                  </a:lnTo>
                  <a:lnTo>
                    <a:pt x="829" y="378"/>
                  </a:lnTo>
                  <a:lnTo>
                    <a:pt x="828" y="379"/>
                  </a:lnTo>
                  <a:lnTo>
                    <a:pt x="828" y="379"/>
                  </a:lnTo>
                  <a:lnTo>
                    <a:pt x="827" y="379"/>
                  </a:lnTo>
                  <a:lnTo>
                    <a:pt x="827" y="379"/>
                  </a:lnTo>
                  <a:lnTo>
                    <a:pt x="826" y="379"/>
                  </a:lnTo>
                  <a:lnTo>
                    <a:pt x="825" y="379"/>
                  </a:lnTo>
                  <a:lnTo>
                    <a:pt x="825" y="379"/>
                  </a:lnTo>
                  <a:lnTo>
                    <a:pt x="824" y="379"/>
                  </a:lnTo>
                  <a:lnTo>
                    <a:pt x="824" y="379"/>
                  </a:lnTo>
                  <a:cubicBezTo>
                    <a:pt x="822" y="379"/>
                    <a:pt x="822" y="380"/>
                    <a:pt x="824" y="381"/>
                  </a:cubicBezTo>
                  <a:cubicBezTo>
                    <a:pt x="826" y="382"/>
                    <a:pt x="827" y="385"/>
                    <a:pt x="825" y="385"/>
                  </a:cubicBezTo>
                  <a:lnTo>
                    <a:pt x="824" y="385"/>
                  </a:lnTo>
                  <a:lnTo>
                    <a:pt x="823" y="385"/>
                  </a:lnTo>
                  <a:lnTo>
                    <a:pt x="822" y="385"/>
                  </a:lnTo>
                  <a:lnTo>
                    <a:pt x="822" y="385"/>
                  </a:lnTo>
                  <a:lnTo>
                    <a:pt x="821" y="385"/>
                  </a:lnTo>
                  <a:lnTo>
                    <a:pt x="821" y="384"/>
                  </a:lnTo>
                  <a:lnTo>
                    <a:pt x="820" y="384"/>
                  </a:lnTo>
                  <a:lnTo>
                    <a:pt x="820" y="384"/>
                  </a:lnTo>
                  <a:lnTo>
                    <a:pt x="819" y="384"/>
                  </a:lnTo>
                  <a:lnTo>
                    <a:pt x="819" y="384"/>
                  </a:lnTo>
                  <a:lnTo>
                    <a:pt x="818" y="384"/>
                  </a:lnTo>
                  <a:lnTo>
                    <a:pt x="818" y="383"/>
                  </a:lnTo>
                  <a:lnTo>
                    <a:pt x="817" y="383"/>
                  </a:lnTo>
                  <a:lnTo>
                    <a:pt x="816" y="383"/>
                  </a:lnTo>
                  <a:lnTo>
                    <a:pt x="816" y="383"/>
                  </a:lnTo>
                  <a:lnTo>
                    <a:pt x="815" y="383"/>
                  </a:lnTo>
                  <a:lnTo>
                    <a:pt x="814" y="383"/>
                  </a:lnTo>
                  <a:lnTo>
                    <a:pt x="814" y="383"/>
                  </a:lnTo>
                  <a:lnTo>
                    <a:pt x="813" y="382"/>
                  </a:lnTo>
                  <a:lnTo>
                    <a:pt x="813" y="382"/>
                  </a:lnTo>
                  <a:lnTo>
                    <a:pt x="812" y="382"/>
                  </a:lnTo>
                  <a:lnTo>
                    <a:pt x="812" y="382"/>
                  </a:lnTo>
                  <a:lnTo>
                    <a:pt x="811" y="382"/>
                  </a:lnTo>
                  <a:lnTo>
                    <a:pt x="811" y="381"/>
                  </a:lnTo>
                  <a:lnTo>
                    <a:pt x="811" y="381"/>
                  </a:lnTo>
                  <a:lnTo>
                    <a:pt x="810" y="381"/>
                  </a:lnTo>
                  <a:lnTo>
                    <a:pt x="810" y="380"/>
                  </a:lnTo>
                  <a:lnTo>
                    <a:pt x="810" y="380"/>
                  </a:lnTo>
                  <a:lnTo>
                    <a:pt x="809" y="379"/>
                  </a:lnTo>
                  <a:lnTo>
                    <a:pt x="809" y="379"/>
                  </a:lnTo>
                  <a:lnTo>
                    <a:pt x="808" y="378"/>
                  </a:lnTo>
                  <a:lnTo>
                    <a:pt x="808" y="378"/>
                  </a:lnTo>
                  <a:lnTo>
                    <a:pt x="808" y="377"/>
                  </a:lnTo>
                  <a:lnTo>
                    <a:pt x="807" y="377"/>
                  </a:lnTo>
                  <a:lnTo>
                    <a:pt x="807" y="376"/>
                  </a:lnTo>
                  <a:lnTo>
                    <a:pt x="807" y="376"/>
                  </a:lnTo>
                  <a:lnTo>
                    <a:pt x="807" y="375"/>
                  </a:lnTo>
                  <a:lnTo>
                    <a:pt x="807" y="375"/>
                  </a:lnTo>
                  <a:lnTo>
                    <a:pt x="808" y="374"/>
                  </a:lnTo>
                  <a:lnTo>
                    <a:pt x="808" y="374"/>
                  </a:lnTo>
                  <a:lnTo>
                    <a:pt x="808" y="374"/>
                  </a:lnTo>
                  <a:lnTo>
                    <a:pt x="808" y="374"/>
                  </a:lnTo>
                  <a:lnTo>
                    <a:pt x="809" y="373"/>
                  </a:lnTo>
                  <a:lnTo>
                    <a:pt x="809" y="373"/>
                  </a:lnTo>
                  <a:lnTo>
                    <a:pt x="809" y="373"/>
                  </a:lnTo>
                  <a:lnTo>
                    <a:pt x="810" y="373"/>
                  </a:lnTo>
                  <a:lnTo>
                    <a:pt x="810" y="373"/>
                  </a:lnTo>
                  <a:lnTo>
                    <a:pt x="810" y="373"/>
                  </a:lnTo>
                  <a:lnTo>
                    <a:pt x="811" y="372"/>
                  </a:lnTo>
                  <a:lnTo>
                    <a:pt x="811" y="372"/>
                  </a:lnTo>
                  <a:lnTo>
                    <a:pt x="812" y="372"/>
                  </a:lnTo>
                  <a:lnTo>
                    <a:pt x="812" y="372"/>
                  </a:lnTo>
                  <a:lnTo>
                    <a:pt x="812" y="372"/>
                  </a:lnTo>
                  <a:lnTo>
                    <a:pt x="813" y="372"/>
                  </a:lnTo>
                  <a:lnTo>
                    <a:pt x="814" y="371"/>
                  </a:lnTo>
                  <a:lnTo>
                    <a:pt x="814" y="371"/>
                  </a:lnTo>
                  <a:lnTo>
                    <a:pt x="815" y="371"/>
                  </a:lnTo>
                  <a:lnTo>
                    <a:pt x="815" y="371"/>
                  </a:lnTo>
                  <a:lnTo>
                    <a:pt x="816" y="371"/>
                  </a:lnTo>
                  <a:lnTo>
                    <a:pt x="816" y="370"/>
                  </a:lnTo>
                  <a:lnTo>
                    <a:pt x="817" y="370"/>
                  </a:lnTo>
                  <a:lnTo>
                    <a:pt x="817" y="370"/>
                  </a:lnTo>
                  <a:lnTo>
                    <a:pt x="818" y="370"/>
                  </a:lnTo>
                  <a:lnTo>
                    <a:pt x="818" y="370"/>
                  </a:lnTo>
                  <a:lnTo>
                    <a:pt x="818" y="370"/>
                  </a:lnTo>
                  <a:lnTo>
                    <a:pt x="819" y="370"/>
                  </a:lnTo>
                  <a:lnTo>
                    <a:pt x="820" y="370"/>
                  </a:lnTo>
                  <a:lnTo>
                    <a:pt x="820" y="369"/>
                  </a:lnTo>
                  <a:lnTo>
                    <a:pt x="821" y="369"/>
                  </a:lnTo>
                  <a:lnTo>
                    <a:pt x="822" y="369"/>
                  </a:lnTo>
                  <a:lnTo>
                    <a:pt x="822" y="369"/>
                  </a:lnTo>
                  <a:lnTo>
                    <a:pt x="823" y="369"/>
                  </a:lnTo>
                  <a:lnTo>
                    <a:pt x="823" y="369"/>
                  </a:lnTo>
                  <a:lnTo>
                    <a:pt x="823" y="369"/>
                  </a:lnTo>
                  <a:lnTo>
                    <a:pt x="824" y="369"/>
                  </a:lnTo>
                  <a:lnTo>
                    <a:pt x="825" y="369"/>
                  </a:lnTo>
                  <a:lnTo>
                    <a:pt x="827" y="369"/>
                  </a:lnTo>
                  <a:lnTo>
                    <a:pt x="828" y="368"/>
                  </a:lnTo>
                  <a:lnTo>
                    <a:pt x="828" y="369"/>
                  </a:lnTo>
                  <a:lnTo>
                    <a:pt x="829" y="368"/>
                  </a:lnTo>
                  <a:lnTo>
                    <a:pt x="830" y="368"/>
                  </a:lnTo>
                  <a:lnTo>
                    <a:pt x="831" y="368"/>
                  </a:lnTo>
                  <a:lnTo>
                    <a:pt x="831" y="368"/>
                  </a:lnTo>
                  <a:lnTo>
                    <a:pt x="832" y="368"/>
                  </a:lnTo>
                  <a:lnTo>
                    <a:pt x="833" y="368"/>
                  </a:lnTo>
                  <a:lnTo>
                    <a:pt x="834" y="368"/>
                  </a:lnTo>
                  <a:lnTo>
                    <a:pt x="835" y="368"/>
                  </a:lnTo>
                  <a:lnTo>
                    <a:pt x="836" y="368"/>
                  </a:lnTo>
                  <a:lnTo>
                    <a:pt x="837" y="369"/>
                  </a:lnTo>
                  <a:lnTo>
                    <a:pt x="838" y="369"/>
                  </a:lnTo>
                  <a:lnTo>
                    <a:pt x="838" y="369"/>
                  </a:lnTo>
                  <a:lnTo>
                    <a:pt x="839" y="369"/>
                  </a:lnTo>
                  <a:lnTo>
                    <a:pt x="841" y="368"/>
                  </a:lnTo>
                  <a:lnTo>
                    <a:pt x="843" y="368"/>
                  </a:lnTo>
                  <a:lnTo>
                    <a:pt x="844" y="368"/>
                  </a:lnTo>
                  <a:lnTo>
                    <a:pt x="846" y="368"/>
                  </a:lnTo>
                  <a:lnTo>
                    <a:pt x="847" y="368"/>
                  </a:lnTo>
                  <a:lnTo>
                    <a:pt x="847" y="368"/>
                  </a:lnTo>
                  <a:lnTo>
                    <a:pt x="847" y="368"/>
                  </a:lnTo>
                  <a:lnTo>
                    <a:pt x="848" y="368"/>
                  </a:lnTo>
                  <a:lnTo>
                    <a:pt x="849" y="368"/>
                  </a:lnTo>
                  <a:lnTo>
                    <a:pt x="850" y="368"/>
                  </a:lnTo>
                  <a:lnTo>
                    <a:pt x="851" y="368"/>
                  </a:lnTo>
                  <a:lnTo>
                    <a:pt x="851" y="368"/>
                  </a:lnTo>
                  <a:lnTo>
                    <a:pt x="852" y="368"/>
                  </a:lnTo>
                  <a:lnTo>
                    <a:pt x="852" y="368"/>
                  </a:lnTo>
                  <a:lnTo>
                    <a:pt x="853" y="368"/>
                  </a:lnTo>
                  <a:lnTo>
                    <a:pt x="855" y="368"/>
                  </a:lnTo>
                  <a:lnTo>
                    <a:pt x="855" y="368"/>
                  </a:lnTo>
                  <a:cubicBezTo>
                    <a:pt x="855" y="368"/>
                    <a:pt x="855" y="368"/>
                    <a:pt x="856" y="368"/>
                  </a:cubicBezTo>
                  <a:lnTo>
                    <a:pt x="856" y="368"/>
                  </a:lnTo>
                  <a:lnTo>
                    <a:pt x="856" y="368"/>
                  </a:lnTo>
                  <a:lnTo>
                    <a:pt x="857" y="368"/>
                  </a:lnTo>
                  <a:lnTo>
                    <a:pt x="857" y="368"/>
                  </a:lnTo>
                  <a:lnTo>
                    <a:pt x="857" y="368"/>
                  </a:lnTo>
                  <a:lnTo>
                    <a:pt x="858" y="369"/>
                  </a:lnTo>
                  <a:lnTo>
                    <a:pt x="858" y="369"/>
                  </a:lnTo>
                  <a:lnTo>
                    <a:pt x="859" y="369"/>
                  </a:lnTo>
                  <a:lnTo>
                    <a:pt x="859" y="369"/>
                  </a:lnTo>
                  <a:lnTo>
                    <a:pt x="860" y="369"/>
                  </a:lnTo>
                  <a:lnTo>
                    <a:pt x="860" y="369"/>
                  </a:lnTo>
                  <a:lnTo>
                    <a:pt x="860" y="369"/>
                  </a:lnTo>
                  <a:lnTo>
                    <a:pt x="861" y="369"/>
                  </a:lnTo>
                  <a:lnTo>
                    <a:pt x="861" y="369"/>
                  </a:lnTo>
                  <a:lnTo>
                    <a:pt x="862" y="369"/>
                  </a:lnTo>
                  <a:lnTo>
                    <a:pt x="862" y="370"/>
                  </a:lnTo>
                  <a:lnTo>
                    <a:pt x="862" y="370"/>
                  </a:lnTo>
                  <a:lnTo>
                    <a:pt x="863" y="370"/>
                  </a:lnTo>
                  <a:lnTo>
                    <a:pt x="863" y="370"/>
                  </a:lnTo>
                  <a:lnTo>
                    <a:pt x="863" y="371"/>
                  </a:lnTo>
                  <a:lnTo>
                    <a:pt x="864" y="371"/>
                  </a:lnTo>
                  <a:lnTo>
                    <a:pt x="864" y="372"/>
                  </a:lnTo>
                  <a:lnTo>
                    <a:pt x="864" y="373"/>
                  </a:lnTo>
                  <a:lnTo>
                    <a:pt x="864" y="373"/>
                  </a:lnTo>
                  <a:lnTo>
                    <a:pt x="863" y="374"/>
                  </a:lnTo>
                  <a:lnTo>
                    <a:pt x="863" y="374"/>
                  </a:lnTo>
                  <a:lnTo>
                    <a:pt x="863" y="374"/>
                  </a:lnTo>
                  <a:lnTo>
                    <a:pt x="863" y="375"/>
                  </a:lnTo>
                  <a:lnTo>
                    <a:pt x="863" y="375"/>
                  </a:lnTo>
                  <a:lnTo>
                    <a:pt x="861" y="375"/>
                  </a:lnTo>
                  <a:lnTo>
                    <a:pt x="861" y="376"/>
                  </a:lnTo>
                  <a:lnTo>
                    <a:pt x="860" y="376"/>
                  </a:lnTo>
                  <a:lnTo>
                    <a:pt x="859" y="376"/>
                  </a:lnTo>
                  <a:lnTo>
                    <a:pt x="857" y="376"/>
                  </a:lnTo>
                  <a:lnTo>
                    <a:pt x="857" y="377"/>
                  </a:lnTo>
                  <a:lnTo>
                    <a:pt x="857" y="377"/>
                  </a:lnTo>
                  <a:lnTo>
                    <a:pt x="856" y="377"/>
                  </a:lnTo>
                  <a:lnTo>
                    <a:pt x="855" y="377"/>
                  </a:lnTo>
                  <a:lnTo>
                    <a:pt x="855" y="377"/>
                  </a:lnTo>
                  <a:lnTo>
                    <a:pt x="854" y="377"/>
                  </a:lnTo>
                  <a:lnTo>
                    <a:pt x="854" y="377"/>
                  </a:lnTo>
                  <a:lnTo>
                    <a:pt x="853" y="377"/>
                  </a:lnTo>
                  <a:lnTo>
                    <a:pt x="853" y="377"/>
                  </a:lnTo>
                  <a:lnTo>
                    <a:pt x="853" y="378"/>
                  </a:lnTo>
                  <a:lnTo>
                    <a:pt x="852" y="378"/>
                  </a:lnTo>
                  <a:lnTo>
                    <a:pt x="852" y="378"/>
                  </a:lnTo>
                  <a:lnTo>
                    <a:pt x="852" y="378"/>
                  </a:lnTo>
                  <a:lnTo>
                    <a:pt x="851" y="378"/>
                  </a:lnTo>
                  <a:lnTo>
                    <a:pt x="851" y="379"/>
                  </a:lnTo>
                  <a:lnTo>
                    <a:pt x="851" y="379"/>
                  </a:lnTo>
                  <a:lnTo>
                    <a:pt x="851" y="379"/>
                  </a:lnTo>
                  <a:lnTo>
                    <a:pt x="851" y="380"/>
                  </a:lnTo>
                  <a:lnTo>
                    <a:pt x="851" y="380"/>
                  </a:lnTo>
                  <a:lnTo>
                    <a:pt x="851" y="381"/>
                  </a:lnTo>
                  <a:lnTo>
                    <a:pt x="851" y="381"/>
                  </a:lnTo>
                  <a:lnTo>
                    <a:pt x="852" y="381"/>
                  </a:lnTo>
                  <a:lnTo>
                    <a:pt x="852" y="381"/>
                  </a:lnTo>
                  <a:lnTo>
                    <a:pt x="852" y="381"/>
                  </a:lnTo>
                  <a:lnTo>
                    <a:pt x="853" y="381"/>
                  </a:lnTo>
                  <a:lnTo>
                    <a:pt x="853" y="382"/>
                  </a:lnTo>
                  <a:lnTo>
                    <a:pt x="853" y="382"/>
                  </a:lnTo>
                  <a:lnTo>
                    <a:pt x="854" y="382"/>
                  </a:lnTo>
                  <a:lnTo>
                    <a:pt x="854" y="382"/>
                  </a:lnTo>
                  <a:lnTo>
                    <a:pt x="854" y="382"/>
                  </a:lnTo>
                  <a:lnTo>
                    <a:pt x="855" y="382"/>
                  </a:lnTo>
                  <a:lnTo>
                    <a:pt x="855" y="382"/>
                  </a:lnTo>
                  <a:lnTo>
                    <a:pt x="855" y="382"/>
                  </a:lnTo>
                  <a:lnTo>
                    <a:pt x="856" y="382"/>
                  </a:lnTo>
                  <a:lnTo>
                    <a:pt x="856" y="382"/>
                  </a:lnTo>
                  <a:lnTo>
                    <a:pt x="857" y="382"/>
                  </a:lnTo>
                  <a:lnTo>
                    <a:pt x="857" y="383"/>
                  </a:lnTo>
                  <a:lnTo>
                    <a:pt x="858" y="383"/>
                  </a:lnTo>
                  <a:lnTo>
                    <a:pt x="858" y="383"/>
                  </a:lnTo>
                  <a:lnTo>
                    <a:pt x="859" y="383"/>
                  </a:lnTo>
                  <a:lnTo>
                    <a:pt x="859" y="382"/>
                  </a:lnTo>
                  <a:lnTo>
                    <a:pt x="860" y="382"/>
                  </a:lnTo>
                  <a:lnTo>
                    <a:pt x="860" y="382"/>
                  </a:lnTo>
                  <a:lnTo>
                    <a:pt x="861" y="382"/>
                  </a:lnTo>
                  <a:lnTo>
                    <a:pt x="862" y="382"/>
                  </a:lnTo>
                  <a:lnTo>
                    <a:pt x="863" y="382"/>
                  </a:lnTo>
                  <a:lnTo>
                    <a:pt x="864" y="381"/>
                  </a:lnTo>
                  <a:lnTo>
                    <a:pt x="866" y="381"/>
                  </a:lnTo>
                  <a:lnTo>
                    <a:pt x="867" y="381"/>
                  </a:lnTo>
                  <a:lnTo>
                    <a:pt x="868" y="381"/>
                  </a:lnTo>
                  <a:lnTo>
                    <a:pt x="868" y="381"/>
                  </a:lnTo>
                  <a:lnTo>
                    <a:pt x="869" y="381"/>
                  </a:lnTo>
                  <a:lnTo>
                    <a:pt x="869" y="381"/>
                  </a:lnTo>
                  <a:lnTo>
                    <a:pt x="870" y="381"/>
                  </a:lnTo>
                  <a:lnTo>
                    <a:pt x="870" y="381"/>
                  </a:lnTo>
                  <a:lnTo>
                    <a:pt x="870" y="381"/>
                  </a:lnTo>
                  <a:lnTo>
                    <a:pt x="871" y="381"/>
                  </a:lnTo>
                  <a:lnTo>
                    <a:pt x="871" y="381"/>
                  </a:lnTo>
                  <a:lnTo>
                    <a:pt x="872" y="381"/>
                  </a:lnTo>
                  <a:lnTo>
                    <a:pt x="873" y="381"/>
                  </a:lnTo>
                  <a:lnTo>
                    <a:pt x="873" y="381"/>
                  </a:lnTo>
                  <a:lnTo>
                    <a:pt x="873" y="381"/>
                  </a:lnTo>
                  <a:lnTo>
                    <a:pt x="874" y="381"/>
                  </a:lnTo>
                  <a:lnTo>
                    <a:pt x="874" y="381"/>
                  </a:lnTo>
                  <a:lnTo>
                    <a:pt x="874" y="381"/>
                  </a:lnTo>
                  <a:lnTo>
                    <a:pt x="875" y="381"/>
                  </a:lnTo>
                  <a:lnTo>
                    <a:pt x="875" y="381"/>
                  </a:lnTo>
                  <a:lnTo>
                    <a:pt x="876" y="381"/>
                  </a:lnTo>
                  <a:lnTo>
                    <a:pt x="876" y="380"/>
                  </a:lnTo>
                  <a:lnTo>
                    <a:pt x="876" y="380"/>
                  </a:lnTo>
                  <a:lnTo>
                    <a:pt x="876" y="378"/>
                  </a:lnTo>
                  <a:lnTo>
                    <a:pt x="875" y="378"/>
                  </a:lnTo>
                  <a:lnTo>
                    <a:pt x="875" y="377"/>
                  </a:lnTo>
                  <a:lnTo>
                    <a:pt x="875" y="377"/>
                  </a:lnTo>
                  <a:lnTo>
                    <a:pt x="875" y="376"/>
                  </a:lnTo>
                  <a:lnTo>
                    <a:pt x="875" y="375"/>
                  </a:lnTo>
                  <a:lnTo>
                    <a:pt x="875" y="373"/>
                  </a:lnTo>
                  <a:lnTo>
                    <a:pt x="875" y="372"/>
                  </a:lnTo>
                  <a:lnTo>
                    <a:pt x="874" y="371"/>
                  </a:lnTo>
                  <a:lnTo>
                    <a:pt x="874" y="369"/>
                  </a:lnTo>
                  <a:lnTo>
                    <a:pt x="874" y="368"/>
                  </a:lnTo>
                  <a:lnTo>
                    <a:pt x="875" y="367"/>
                  </a:lnTo>
                  <a:close/>
                </a:path>
                <a:path w="953" h="953">
                  <a:moveTo>
                    <a:pt x="846" y="290"/>
                  </a:moveTo>
                  <a:lnTo>
                    <a:pt x="846" y="290"/>
                  </a:lnTo>
                  <a:lnTo>
                    <a:pt x="846" y="290"/>
                  </a:lnTo>
                  <a:lnTo>
                    <a:pt x="847" y="290"/>
                  </a:lnTo>
                  <a:lnTo>
                    <a:pt x="848" y="291"/>
                  </a:lnTo>
                  <a:lnTo>
                    <a:pt x="848" y="291"/>
                  </a:lnTo>
                  <a:lnTo>
                    <a:pt x="848" y="291"/>
                  </a:lnTo>
                  <a:lnTo>
                    <a:pt x="849" y="291"/>
                  </a:lnTo>
                  <a:lnTo>
                    <a:pt x="849" y="291"/>
                  </a:lnTo>
                  <a:lnTo>
                    <a:pt x="851" y="292"/>
                  </a:lnTo>
                  <a:lnTo>
                    <a:pt x="851" y="292"/>
                  </a:lnTo>
                  <a:lnTo>
                    <a:pt x="852" y="292"/>
                  </a:lnTo>
                  <a:lnTo>
                    <a:pt x="852" y="292"/>
                  </a:lnTo>
                  <a:lnTo>
                    <a:pt x="852" y="292"/>
                  </a:lnTo>
                  <a:lnTo>
                    <a:pt x="853" y="292"/>
                  </a:lnTo>
                  <a:lnTo>
                    <a:pt x="854" y="292"/>
                  </a:lnTo>
                  <a:lnTo>
                    <a:pt x="855" y="292"/>
                  </a:lnTo>
                  <a:lnTo>
                    <a:pt x="857" y="293"/>
                  </a:lnTo>
                  <a:lnTo>
                    <a:pt x="857" y="293"/>
                  </a:lnTo>
                  <a:lnTo>
                    <a:pt x="857" y="293"/>
                  </a:lnTo>
                  <a:lnTo>
                    <a:pt x="858" y="294"/>
                  </a:lnTo>
                  <a:lnTo>
                    <a:pt x="859" y="294"/>
                  </a:lnTo>
                  <a:lnTo>
                    <a:pt x="860" y="295"/>
                  </a:lnTo>
                  <a:lnTo>
                    <a:pt x="860" y="295"/>
                  </a:lnTo>
                  <a:lnTo>
                    <a:pt x="861" y="296"/>
                  </a:lnTo>
                  <a:lnTo>
                    <a:pt x="861" y="296"/>
                  </a:lnTo>
                  <a:lnTo>
                    <a:pt x="861" y="297"/>
                  </a:lnTo>
                  <a:lnTo>
                    <a:pt x="862" y="297"/>
                  </a:lnTo>
                  <a:lnTo>
                    <a:pt x="861" y="298"/>
                  </a:lnTo>
                  <a:lnTo>
                    <a:pt x="861" y="298"/>
                  </a:lnTo>
                  <a:lnTo>
                    <a:pt x="861" y="298"/>
                  </a:lnTo>
                  <a:lnTo>
                    <a:pt x="859" y="299"/>
                  </a:lnTo>
                  <a:lnTo>
                    <a:pt x="859" y="299"/>
                  </a:lnTo>
                  <a:lnTo>
                    <a:pt x="857" y="299"/>
                  </a:lnTo>
                  <a:lnTo>
                    <a:pt x="856" y="300"/>
                  </a:lnTo>
                  <a:lnTo>
                    <a:pt x="855" y="300"/>
                  </a:lnTo>
                  <a:lnTo>
                    <a:pt x="855" y="300"/>
                  </a:lnTo>
                  <a:lnTo>
                    <a:pt x="854" y="300"/>
                  </a:lnTo>
                  <a:lnTo>
                    <a:pt x="853" y="300"/>
                  </a:lnTo>
                  <a:lnTo>
                    <a:pt x="853" y="300"/>
                  </a:lnTo>
                  <a:lnTo>
                    <a:pt x="852" y="300"/>
                  </a:lnTo>
                  <a:lnTo>
                    <a:pt x="852" y="300"/>
                  </a:lnTo>
                  <a:lnTo>
                    <a:pt x="851" y="300"/>
                  </a:lnTo>
                  <a:lnTo>
                    <a:pt x="851" y="300"/>
                  </a:lnTo>
                  <a:lnTo>
                    <a:pt x="850" y="300"/>
                  </a:lnTo>
                  <a:lnTo>
                    <a:pt x="850" y="300"/>
                  </a:lnTo>
                  <a:lnTo>
                    <a:pt x="850" y="300"/>
                  </a:lnTo>
                  <a:lnTo>
                    <a:pt x="849" y="300"/>
                  </a:lnTo>
                  <a:lnTo>
                    <a:pt x="849" y="300"/>
                  </a:lnTo>
                  <a:lnTo>
                    <a:pt x="847" y="300"/>
                  </a:lnTo>
                  <a:lnTo>
                    <a:pt x="847" y="300"/>
                  </a:lnTo>
                  <a:lnTo>
                    <a:pt x="846" y="300"/>
                  </a:lnTo>
                  <a:lnTo>
                    <a:pt x="846" y="300"/>
                  </a:lnTo>
                  <a:lnTo>
                    <a:pt x="844" y="300"/>
                  </a:lnTo>
                  <a:lnTo>
                    <a:pt x="843" y="299"/>
                  </a:lnTo>
                  <a:lnTo>
                    <a:pt x="843" y="298"/>
                  </a:lnTo>
                  <a:lnTo>
                    <a:pt x="842" y="296"/>
                  </a:lnTo>
                  <a:lnTo>
                    <a:pt x="842" y="295"/>
                  </a:lnTo>
                  <a:lnTo>
                    <a:pt x="842" y="294"/>
                  </a:lnTo>
                  <a:lnTo>
                    <a:pt x="842" y="293"/>
                  </a:lnTo>
                  <a:lnTo>
                    <a:pt x="842" y="293"/>
                  </a:lnTo>
                  <a:lnTo>
                    <a:pt x="843" y="292"/>
                  </a:lnTo>
                  <a:lnTo>
                    <a:pt x="843" y="292"/>
                  </a:lnTo>
                  <a:lnTo>
                    <a:pt x="844" y="291"/>
                  </a:lnTo>
                  <a:lnTo>
                    <a:pt x="845" y="290"/>
                  </a:lnTo>
                  <a:lnTo>
                    <a:pt x="845" y="290"/>
                  </a:lnTo>
                  <a:lnTo>
                    <a:pt x="846" y="290"/>
                  </a:lnTo>
                  <a:close/>
                  <a:moveTo>
                    <a:pt x="847" y="277"/>
                  </a:moveTo>
                  <a:lnTo>
                    <a:pt x="846" y="277"/>
                  </a:lnTo>
                  <a:lnTo>
                    <a:pt x="845" y="277"/>
                  </a:lnTo>
                  <a:lnTo>
                    <a:pt x="844" y="278"/>
                  </a:lnTo>
                  <a:lnTo>
                    <a:pt x="843" y="278"/>
                  </a:lnTo>
                  <a:lnTo>
                    <a:pt x="842" y="279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840" y="279"/>
                  </a:lnTo>
                  <a:lnTo>
                    <a:pt x="840" y="280"/>
                  </a:lnTo>
                  <a:lnTo>
                    <a:pt x="839" y="279"/>
                  </a:lnTo>
                  <a:lnTo>
                    <a:pt x="838" y="279"/>
                  </a:lnTo>
                  <a:lnTo>
                    <a:pt x="837" y="279"/>
                  </a:lnTo>
                  <a:lnTo>
                    <a:pt x="837" y="279"/>
                  </a:lnTo>
                  <a:lnTo>
                    <a:pt x="836" y="279"/>
                  </a:lnTo>
                  <a:lnTo>
                    <a:pt x="835" y="279"/>
                  </a:lnTo>
                  <a:lnTo>
                    <a:pt x="834" y="279"/>
                  </a:lnTo>
                  <a:lnTo>
                    <a:pt x="834" y="280"/>
                  </a:lnTo>
                  <a:lnTo>
                    <a:pt x="834" y="280"/>
                  </a:lnTo>
                  <a:lnTo>
                    <a:pt x="833" y="280"/>
                  </a:lnTo>
                  <a:lnTo>
                    <a:pt x="832" y="281"/>
                  </a:lnTo>
                  <a:lnTo>
                    <a:pt x="832" y="281"/>
                  </a:lnTo>
                  <a:lnTo>
                    <a:pt x="832" y="282"/>
                  </a:lnTo>
                  <a:lnTo>
                    <a:pt x="833" y="282"/>
                  </a:lnTo>
                  <a:lnTo>
                    <a:pt x="833" y="282"/>
                  </a:lnTo>
                  <a:lnTo>
                    <a:pt x="834" y="282"/>
                  </a:lnTo>
                  <a:lnTo>
                    <a:pt x="835" y="282"/>
                  </a:lnTo>
                  <a:lnTo>
                    <a:pt x="836" y="282"/>
                  </a:lnTo>
                  <a:lnTo>
                    <a:pt x="836" y="282"/>
                  </a:lnTo>
                  <a:lnTo>
                    <a:pt x="837" y="282"/>
                  </a:lnTo>
                  <a:lnTo>
                    <a:pt x="838" y="282"/>
                  </a:lnTo>
                  <a:lnTo>
                    <a:pt x="838" y="282"/>
                  </a:lnTo>
                  <a:lnTo>
                    <a:pt x="839" y="282"/>
                  </a:lnTo>
                  <a:lnTo>
                    <a:pt x="840" y="281"/>
                  </a:lnTo>
                  <a:lnTo>
                    <a:pt x="840" y="281"/>
                  </a:lnTo>
                  <a:lnTo>
                    <a:pt x="841" y="281"/>
                  </a:lnTo>
                  <a:lnTo>
                    <a:pt x="842" y="281"/>
                  </a:lnTo>
                  <a:lnTo>
                    <a:pt x="842" y="281"/>
                  </a:lnTo>
                  <a:lnTo>
                    <a:pt x="842" y="280"/>
                  </a:lnTo>
                  <a:lnTo>
                    <a:pt x="843" y="281"/>
                  </a:lnTo>
                  <a:lnTo>
                    <a:pt x="843" y="280"/>
                  </a:lnTo>
                  <a:lnTo>
                    <a:pt x="844" y="280"/>
                  </a:lnTo>
                  <a:lnTo>
                    <a:pt x="845" y="280"/>
                  </a:lnTo>
                  <a:lnTo>
                    <a:pt x="845" y="280"/>
                  </a:lnTo>
                  <a:lnTo>
                    <a:pt x="845" y="280"/>
                  </a:lnTo>
                  <a:lnTo>
                    <a:pt x="846" y="279"/>
                  </a:lnTo>
                  <a:lnTo>
                    <a:pt x="846" y="279"/>
                  </a:lnTo>
                  <a:lnTo>
                    <a:pt x="847" y="279"/>
                  </a:lnTo>
                  <a:lnTo>
                    <a:pt x="848" y="279"/>
                  </a:lnTo>
                  <a:lnTo>
                    <a:pt x="848" y="279"/>
                  </a:lnTo>
                  <a:lnTo>
                    <a:pt x="849" y="278"/>
                  </a:lnTo>
                  <a:lnTo>
                    <a:pt x="849" y="278"/>
                  </a:lnTo>
                  <a:lnTo>
                    <a:pt x="849" y="278"/>
                  </a:lnTo>
                  <a:lnTo>
                    <a:pt x="849" y="278"/>
                  </a:lnTo>
                  <a:lnTo>
                    <a:pt x="849" y="277"/>
                  </a:lnTo>
                  <a:lnTo>
                    <a:pt x="849" y="277"/>
                  </a:lnTo>
                  <a:lnTo>
                    <a:pt x="848" y="277"/>
                  </a:lnTo>
                  <a:lnTo>
                    <a:pt x="848" y="277"/>
                  </a:lnTo>
                  <a:lnTo>
                    <a:pt x="848" y="276"/>
                  </a:lnTo>
                  <a:lnTo>
                    <a:pt x="847" y="277"/>
                  </a:lnTo>
                  <a:lnTo>
                    <a:pt x="847" y="277"/>
                  </a:lnTo>
                  <a:close/>
                  <a:moveTo>
                    <a:pt x="834" y="285"/>
                  </a:moveTo>
                  <a:lnTo>
                    <a:pt x="834" y="285"/>
                  </a:lnTo>
                  <a:lnTo>
                    <a:pt x="833" y="285"/>
                  </a:lnTo>
                  <a:lnTo>
                    <a:pt x="833" y="285"/>
                  </a:lnTo>
                  <a:lnTo>
                    <a:pt x="832" y="285"/>
                  </a:lnTo>
                  <a:lnTo>
                    <a:pt x="832" y="285"/>
                  </a:lnTo>
                  <a:lnTo>
                    <a:pt x="831" y="285"/>
                  </a:lnTo>
                  <a:lnTo>
                    <a:pt x="831" y="285"/>
                  </a:lnTo>
                  <a:lnTo>
                    <a:pt x="830" y="285"/>
                  </a:lnTo>
                  <a:lnTo>
                    <a:pt x="830" y="285"/>
                  </a:lnTo>
                  <a:lnTo>
                    <a:pt x="829" y="285"/>
                  </a:lnTo>
                  <a:lnTo>
                    <a:pt x="829" y="285"/>
                  </a:lnTo>
                  <a:lnTo>
                    <a:pt x="829" y="285"/>
                  </a:lnTo>
                  <a:lnTo>
                    <a:pt x="828" y="285"/>
                  </a:lnTo>
                  <a:lnTo>
                    <a:pt x="828" y="285"/>
                  </a:lnTo>
                  <a:lnTo>
                    <a:pt x="828" y="285"/>
                  </a:lnTo>
                  <a:lnTo>
                    <a:pt x="827" y="285"/>
                  </a:lnTo>
                  <a:lnTo>
                    <a:pt x="827" y="285"/>
                  </a:lnTo>
                  <a:lnTo>
                    <a:pt x="827" y="285"/>
                  </a:lnTo>
                  <a:lnTo>
                    <a:pt x="827" y="285"/>
                  </a:lnTo>
                  <a:lnTo>
                    <a:pt x="826" y="285"/>
                  </a:lnTo>
                  <a:lnTo>
                    <a:pt x="826" y="286"/>
                  </a:lnTo>
                  <a:lnTo>
                    <a:pt x="826" y="287"/>
                  </a:lnTo>
                  <a:lnTo>
                    <a:pt x="827" y="287"/>
                  </a:lnTo>
                  <a:lnTo>
                    <a:pt x="827" y="287"/>
                  </a:lnTo>
                  <a:lnTo>
                    <a:pt x="828" y="288"/>
                  </a:lnTo>
                  <a:lnTo>
                    <a:pt x="828" y="288"/>
                  </a:lnTo>
                  <a:lnTo>
                    <a:pt x="829" y="288"/>
                  </a:lnTo>
                  <a:lnTo>
                    <a:pt x="830" y="288"/>
                  </a:lnTo>
                  <a:lnTo>
                    <a:pt x="830" y="289"/>
                  </a:lnTo>
                  <a:lnTo>
                    <a:pt x="831" y="289"/>
                  </a:lnTo>
                  <a:lnTo>
                    <a:pt x="831" y="289"/>
                  </a:lnTo>
                  <a:lnTo>
                    <a:pt x="832" y="289"/>
                  </a:lnTo>
                  <a:lnTo>
                    <a:pt x="832" y="288"/>
                  </a:lnTo>
                  <a:lnTo>
                    <a:pt x="833" y="288"/>
                  </a:lnTo>
                  <a:lnTo>
                    <a:pt x="833" y="288"/>
                  </a:lnTo>
                  <a:lnTo>
                    <a:pt x="834" y="287"/>
                  </a:lnTo>
                  <a:lnTo>
                    <a:pt x="835" y="286"/>
                  </a:lnTo>
                  <a:lnTo>
                    <a:pt x="835" y="286"/>
                  </a:lnTo>
                  <a:lnTo>
                    <a:pt x="835" y="286"/>
                  </a:lnTo>
                  <a:lnTo>
                    <a:pt x="835" y="285"/>
                  </a:lnTo>
                  <a:lnTo>
                    <a:pt x="835" y="285"/>
                  </a:lnTo>
                  <a:lnTo>
                    <a:pt x="835" y="285"/>
                  </a:lnTo>
                  <a:lnTo>
                    <a:pt x="834" y="285"/>
                  </a:lnTo>
                  <a:close/>
                  <a:moveTo>
                    <a:pt x="834" y="299"/>
                  </a:moveTo>
                  <a:lnTo>
                    <a:pt x="834" y="299"/>
                  </a:lnTo>
                  <a:lnTo>
                    <a:pt x="834" y="299"/>
                  </a:lnTo>
                  <a:lnTo>
                    <a:pt x="833" y="298"/>
                  </a:lnTo>
                  <a:lnTo>
                    <a:pt x="833" y="298"/>
                  </a:lnTo>
                  <a:lnTo>
                    <a:pt x="833" y="298"/>
                  </a:lnTo>
                  <a:lnTo>
                    <a:pt x="833" y="298"/>
                  </a:lnTo>
                  <a:lnTo>
                    <a:pt x="833" y="298"/>
                  </a:lnTo>
                  <a:lnTo>
                    <a:pt x="832" y="297"/>
                  </a:lnTo>
                  <a:lnTo>
                    <a:pt x="832" y="297"/>
                  </a:lnTo>
                  <a:lnTo>
                    <a:pt x="832" y="297"/>
                  </a:lnTo>
                  <a:lnTo>
                    <a:pt x="832" y="296"/>
                  </a:lnTo>
                  <a:lnTo>
                    <a:pt x="832" y="296"/>
                  </a:lnTo>
                  <a:lnTo>
                    <a:pt x="832" y="296"/>
                  </a:lnTo>
                  <a:lnTo>
                    <a:pt x="833" y="296"/>
                  </a:lnTo>
                  <a:lnTo>
                    <a:pt x="833" y="296"/>
                  </a:lnTo>
                  <a:lnTo>
                    <a:pt x="833" y="297"/>
                  </a:lnTo>
                  <a:lnTo>
                    <a:pt x="834" y="297"/>
                  </a:lnTo>
                  <a:lnTo>
                    <a:pt x="834" y="297"/>
                  </a:lnTo>
                  <a:lnTo>
                    <a:pt x="834" y="298"/>
                  </a:lnTo>
                  <a:lnTo>
                    <a:pt x="834" y="298"/>
                  </a:lnTo>
                  <a:lnTo>
                    <a:pt x="834" y="298"/>
                  </a:lnTo>
                  <a:lnTo>
                    <a:pt x="834" y="299"/>
                  </a:lnTo>
                  <a:lnTo>
                    <a:pt x="834" y="299"/>
                  </a:lnTo>
                  <a:close/>
                  <a:moveTo>
                    <a:pt x="814" y="282"/>
                  </a:moveTo>
                  <a:lnTo>
                    <a:pt x="815" y="282"/>
                  </a:lnTo>
                  <a:lnTo>
                    <a:pt x="815" y="282"/>
                  </a:lnTo>
                  <a:lnTo>
                    <a:pt x="816" y="282"/>
                  </a:lnTo>
                  <a:lnTo>
                    <a:pt x="816" y="282"/>
                  </a:lnTo>
                  <a:lnTo>
                    <a:pt x="817" y="283"/>
                  </a:lnTo>
                  <a:lnTo>
                    <a:pt x="817" y="283"/>
                  </a:lnTo>
                  <a:lnTo>
                    <a:pt x="817" y="283"/>
                  </a:lnTo>
                  <a:lnTo>
                    <a:pt x="816" y="284"/>
                  </a:lnTo>
                  <a:lnTo>
                    <a:pt x="816" y="284"/>
                  </a:lnTo>
                  <a:lnTo>
                    <a:pt x="815" y="284"/>
                  </a:lnTo>
                  <a:lnTo>
                    <a:pt x="815" y="284"/>
                  </a:lnTo>
                  <a:lnTo>
                    <a:pt x="814" y="284"/>
                  </a:lnTo>
                  <a:lnTo>
                    <a:pt x="814" y="283"/>
                  </a:lnTo>
                  <a:lnTo>
                    <a:pt x="814" y="283"/>
                  </a:lnTo>
                  <a:lnTo>
                    <a:pt x="814" y="283"/>
                  </a:lnTo>
                  <a:lnTo>
                    <a:pt x="813" y="283"/>
                  </a:lnTo>
                  <a:lnTo>
                    <a:pt x="813" y="282"/>
                  </a:lnTo>
                  <a:lnTo>
                    <a:pt x="813" y="282"/>
                  </a:lnTo>
                  <a:lnTo>
                    <a:pt x="814" y="282"/>
                  </a:lnTo>
                  <a:lnTo>
                    <a:pt x="814" y="282"/>
                  </a:lnTo>
                  <a:close/>
                  <a:moveTo>
                    <a:pt x="847" y="263"/>
                  </a:moveTo>
                  <a:lnTo>
                    <a:pt x="848" y="264"/>
                  </a:lnTo>
                  <a:lnTo>
                    <a:pt x="849" y="265"/>
                  </a:lnTo>
                  <a:lnTo>
                    <a:pt x="849" y="266"/>
                  </a:lnTo>
                  <a:lnTo>
                    <a:pt x="849" y="267"/>
                  </a:lnTo>
                  <a:lnTo>
                    <a:pt x="848" y="268"/>
                  </a:lnTo>
                  <a:lnTo>
                    <a:pt x="847" y="269"/>
                  </a:lnTo>
                  <a:lnTo>
                    <a:pt x="847" y="270"/>
                  </a:lnTo>
                  <a:lnTo>
                    <a:pt x="847" y="270"/>
                  </a:lnTo>
                  <a:lnTo>
                    <a:pt x="846" y="271"/>
                  </a:lnTo>
                  <a:lnTo>
                    <a:pt x="846" y="271"/>
                  </a:lnTo>
                  <a:lnTo>
                    <a:pt x="846" y="271"/>
                  </a:lnTo>
                  <a:lnTo>
                    <a:pt x="845" y="271"/>
                  </a:lnTo>
                  <a:lnTo>
                    <a:pt x="849" y="273"/>
                  </a:lnTo>
                  <a:lnTo>
                    <a:pt x="850" y="273"/>
                  </a:lnTo>
                  <a:lnTo>
                    <a:pt x="850" y="273"/>
                  </a:lnTo>
                  <a:lnTo>
                    <a:pt x="851" y="274"/>
                  </a:lnTo>
                  <a:lnTo>
                    <a:pt x="852" y="274"/>
                  </a:lnTo>
                  <a:lnTo>
                    <a:pt x="852" y="274"/>
                  </a:lnTo>
                  <a:lnTo>
                    <a:pt x="853" y="274"/>
                  </a:lnTo>
                  <a:lnTo>
                    <a:pt x="854" y="275"/>
                  </a:lnTo>
                  <a:lnTo>
                    <a:pt x="855" y="275"/>
                  </a:lnTo>
                  <a:lnTo>
                    <a:pt x="855" y="275"/>
                  </a:lnTo>
                  <a:lnTo>
                    <a:pt x="856" y="275"/>
                  </a:lnTo>
                  <a:lnTo>
                    <a:pt x="856" y="275"/>
                  </a:lnTo>
                  <a:lnTo>
                    <a:pt x="857" y="274"/>
                  </a:lnTo>
                  <a:lnTo>
                    <a:pt x="857" y="274"/>
                  </a:lnTo>
                  <a:lnTo>
                    <a:pt x="858" y="274"/>
                  </a:lnTo>
                  <a:lnTo>
                    <a:pt x="859" y="273"/>
                  </a:lnTo>
                  <a:lnTo>
                    <a:pt x="860" y="273"/>
                  </a:lnTo>
                  <a:lnTo>
                    <a:pt x="860" y="273"/>
                  </a:lnTo>
                  <a:lnTo>
                    <a:pt x="861" y="273"/>
                  </a:lnTo>
                  <a:lnTo>
                    <a:pt x="862" y="272"/>
                  </a:lnTo>
                  <a:lnTo>
                    <a:pt x="863" y="272"/>
                  </a:lnTo>
                  <a:lnTo>
                    <a:pt x="864" y="271"/>
                  </a:lnTo>
                  <a:lnTo>
                    <a:pt x="865" y="271"/>
                  </a:lnTo>
                  <a:lnTo>
                    <a:pt x="866" y="271"/>
                  </a:lnTo>
                  <a:lnTo>
                    <a:pt x="867" y="271"/>
                  </a:lnTo>
                  <a:lnTo>
                    <a:pt x="868" y="272"/>
                  </a:lnTo>
                  <a:lnTo>
                    <a:pt x="868" y="272"/>
                  </a:lnTo>
                  <a:lnTo>
                    <a:pt x="869" y="272"/>
                  </a:lnTo>
                  <a:lnTo>
                    <a:pt x="870" y="272"/>
                  </a:lnTo>
                  <a:lnTo>
                    <a:pt x="870" y="272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74"/>
                  </a:lnTo>
                  <a:lnTo>
                    <a:pt x="871" y="274"/>
                  </a:lnTo>
                  <a:lnTo>
                    <a:pt x="871" y="275"/>
                  </a:lnTo>
                  <a:lnTo>
                    <a:pt x="871" y="275"/>
                  </a:lnTo>
                  <a:lnTo>
                    <a:pt x="870" y="276"/>
                  </a:lnTo>
                  <a:lnTo>
                    <a:pt x="870" y="276"/>
                  </a:lnTo>
                  <a:lnTo>
                    <a:pt x="870" y="276"/>
                  </a:lnTo>
                  <a:lnTo>
                    <a:pt x="869" y="277"/>
                  </a:lnTo>
                  <a:lnTo>
                    <a:pt x="869" y="277"/>
                  </a:lnTo>
                  <a:lnTo>
                    <a:pt x="869" y="278"/>
                  </a:lnTo>
                  <a:lnTo>
                    <a:pt x="868" y="278"/>
                  </a:lnTo>
                  <a:lnTo>
                    <a:pt x="868" y="278"/>
                  </a:lnTo>
                  <a:lnTo>
                    <a:pt x="867" y="279"/>
                  </a:lnTo>
                  <a:lnTo>
                    <a:pt x="867" y="279"/>
                  </a:lnTo>
                  <a:lnTo>
                    <a:pt x="866" y="281"/>
                  </a:lnTo>
                  <a:lnTo>
                    <a:pt x="867" y="282"/>
                  </a:lnTo>
                  <a:lnTo>
                    <a:pt x="867" y="283"/>
                  </a:lnTo>
                  <a:lnTo>
                    <a:pt x="867" y="284"/>
                  </a:lnTo>
                  <a:lnTo>
                    <a:pt x="868" y="284"/>
                  </a:lnTo>
                  <a:lnTo>
                    <a:pt x="868" y="285"/>
                  </a:lnTo>
                  <a:lnTo>
                    <a:pt x="868" y="285"/>
                  </a:lnTo>
                  <a:lnTo>
                    <a:pt x="868" y="286"/>
                  </a:lnTo>
                  <a:lnTo>
                    <a:pt x="868" y="286"/>
                  </a:lnTo>
                  <a:lnTo>
                    <a:pt x="866" y="286"/>
                  </a:lnTo>
                  <a:lnTo>
                    <a:pt x="866" y="287"/>
                  </a:lnTo>
                  <a:lnTo>
                    <a:pt x="865" y="287"/>
                  </a:lnTo>
                  <a:lnTo>
                    <a:pt x="865" y="287"/>
                  </a:lnTo>
                  <a:lnTo>
                    <a:pt x="863" y="286"/>
                  </a:lnTo>
                  <a:lnTo>
                    <a:pt x="862" y="285"/>
                  </a:lnTo>
                  <a:lnTo>
                    <a:pt x="861" y="285"/>
                  </a:lnTo>
                  <a:lnTo>
                    <a:pt x="861" y="284"/>
                  </a:lnTo>
                  <a:lnTo>
                    <a:pt x="860" y="284"/>
                  </a:lnTo>
                  <a:lnTo>
                    <a:pt x="860" y="283"/>
                  </a:lnTo>
                  <a:lnTo>
                    <a:pt x="859" y="283"/>
                  </a:lnTo>
                  <a:lnTo>
                    <a:pt x="859" y="283"/>
                  </a:lnTo>
                  <a:lnTo>
                    <a:pt x="858" y="283"/>
                  </a:lnTo>
                  <a:lnTo>
                    <a:pt x="858" y="283"/>
                  </a:lnTo>
                  <a:lnTo>
                    <a:pt x="857" y="283"/>
                  </a:lnTo>
                  <a:lnTo>
                    <a:pt x="857" y="283"/>
                  </a:lnTo>
                  <a:lnTo>
                    <a:pt x="856" y="283"/>
                  </a:lnTo>
                  <a:lnTo>
                    <a:pt x="856" y="283"/>
                  </a:lnTo>
                  <a:lnTo>
                    <a:pt x="855" y="283"/>
                  </a:lnTo>
                  <a:lnTo>
                    <a:pt x="854" y="283"/>
                  </a:lnTo>
                  <a:lnTo>
                    <a:pt x="853" y="283"/>
                  </a:lnTo>
                  <a:lnTo>
                    <a:pt x="853" y="283"/>
                  </a:lnTo>
                  <a:lnTo>
                    <a:pt x="852" y="284"/>
                  </a:lnTo>
                  <a:lnTo>
                    <a:pt x="852" y="284"/>
                  </a:lnTo>
                  <a:lnTo>
                    <a:pt x="852" y="284"/>
                  </a:lnTo>
                  <a:lnTo>
                    <a:pt x="853" y="285"/>
                  </a:lnTo>
                  <a:lnTo>
                    <a:pt x="853" y="285"/>
                  </a:lnTo>
                  <a:lnTo>
                    <a:pt x="856" y="286"/>
                  </a:lnTo>
                  <a:lnTo>
                    <a:pt x="857" y="287"/>
                  </a:lnTo>
                  <a:lnTo>
                    <a:pt x="858" y="287"/>
                  </a:lnTo>
                  <a:lnTo>
                    <a:pt x="859" y="287"/>
                  </a:lnTo>
                  <a:lnTo>
                    <a:pt x="859" y="288"/>
                  </a:lnTo>
                  <a:lnTo>
                    <a:pt x="860" y="288"/>
                  </a:lnTo>
                  <a:lnTo>
                    <a:pt x="861" y="289"/>
                  </a:lnTo>
                  <a:lnTo>
                    <a:pt x="862" y="290"/>
                  </a:lnTo>
                  <a:lnTo>
                    <a:pt x="862" y="290"/>
                  </a:lnTo>
                  <a:lnTo>
                    <a:pt x="864" y="291"/>
                  </a:lnTo>
                  <a:lnTo>
                    <a:pt x="864" y="291"/>
                  </a:lnTo>
                  <a:lnTo>
                    <a:pt x="865" y="292"/>
                  </a:lnTo>
                  <a:lnTo>
                    <a:pt x="866" y="292"/>
                  </a:lnTo>
                  <a:lnTo>
                    <a:pt x="867" y="293"/>
                  </a:lnTo>
                  <a:lnTo>
                    <a:pt x="868" y="293"/>
                  </a:lnTo>
                  <a:lnTo>
                    <a:pt x="869" y="294"/>
                  </a:lnTo>
                  <a:lnTo>
                    <a:pt x="870" y="295"/>
                  </a:lnTo>
                  <a:lnTo>
                    <a:pt x="870" y="296"/>
                  </a:lnTo>
                  <a:lnTo>
                    <a:pt x="871" y="297"/>
                  </a:lnTo>
                  <a:lnTo>
                    <a:pt x="871" y="298"/>
                  </a:lnTo>
                  <a:lnTo>
                    <a:pt x="870" y="299"/>
                  </a:lnTo>
                  <a:lnTo>
                    <a:pt x="869" y="300"/>
                  </a:lnTo>
                  <a:lnTo>
                    <a:pt x="868" y="300"/>
                  </a:lnTo>
                  <a:lnTo>
                    <a:pt x="867" y="301"/>
                  </a:lnTo>
                  <a:lnTo>
                    <a:pt x="867" y="302"/>
                  </a:lnTo>
                  <a:lnTo>
                    <a:pt x="866" y="302"/>
                  </a:lnTo>
                  <a:lnTo>
                    <a:pt x="865" y="303"/>
                  </a:lnTo>
                  <a:lnTo>
                    <a:pt x="864" y="303"/>
                  </a:lnTo>
                  <a:lnTo>
                    <a:pt x="864" y="303"/>
                  </a:lnTo>
                  <a:lnTo>
                    <a:pt x="864" y="303"/>
                  </a:lnTo>
                  <a:lnTo>
                    <a:pt x="864" y="303"/>
                  </a:lnTo>
                  <a:lnTo>
                    <a:pt x="863" y="303"/>
                  </a:lnTo>
                  <a:lnTo>
                    <a:pt x="863" y="303"/>
                  </a:lnTo>
                  <a:lnTo>
                    <a:pt x="861" y="305"/>
                  </a:lnTo>
                  <a:lnTo>
                    <a:pt x="860" y="305"/>
                  </a:lnTo>
                  <a:lnTo>
                    <a:pt x="860" y="304"/>
                  </a:lnTo>
                  <a:lnTo>
                    <a:pt x="859" y="305"/>
                  </a:lnTo>
                  <a:lnTo>
                    <a:pt x="857" y="305"/>
                  </a:lnTo>
                  <a:lnTo>
                    <a:pt x="857" y="306"/>
                  </a:lnTo>
                  <a:lnTo>
                    <a:pt x="856" y="306"/>
                  </a:lnTo>
                  <a:lnTo>
                    <a:pt x="855" y="306"/>
                  </a:lnTo>
                  <a:lnTo>
                    <a:pt x="855" y="306"/>
                  </a:lnTo>
                  <a:lnTo>
                    <a:pt x="854" y="306"/>
                  </a:lnTo>
                  <a:lnTo>
                    <a:pt x="854" y="306"/>
                  </a:lnTo>
                  <a:lnTo>
                    <a:pt x="852" y="306"/>
                  </a:lnTo>
                  <a:lnTo>
                    <a:pt x="851" y="306"/>
                  </a:lnTo>
                  <a:lnTo>
                    <a:pt x="849" y="306"/>
                  </a:lnTo>
                  <a:lnTo>
                    <a:pt x="848" y="306"/>
                  </a:lnTo>
                  <a:lnTo>
                    <a:pt x="848" y="306"/>
                  </a:lnTo>
                  <a:lnTo>
                    <a:pt x="847" y="306"/>
                  </a:lnTo>
                  <a:lnTo>
                    <a:pt x="847" y="306"/>
                  </a:lnTo>
                  <a:lnTo>
                    <a:pt x="846" y="306"/>
                  </a:lnTo>
                  <a:lnTo>
                    <a:pt x="845" y="306"/>
                  </a:lnTo>
                  <a:lnTo>
                    <a:pt x="843" y="306"/>
                  </a:lnTo>
                  <a:lnTo>
                    <a:pt x="842" y="306"/>
                  </a:lnTo>
                  <a:lnTo>
                    <a:pt x="842" y="306"/>
                  </a:lnTo>
                  <a:lnTo>
                    <a:pt x="841" y="305"/>
                  </a:lnTo>
                  <a:lnTo>
                    <a:pt x="841" y="306"/>
                  </a:lnTo>
                  <a:lnTo>
                    <a:pt x="840" y="307"/>
                  </a:lnTo>
                  <a:lnTo>
                    <a:pt x="841" y="308"/>
                  </a:lnTo>
                  <a:lnTo>
                    <a:pt x="842" y="309"/>
                  </a:lnTo>
                  <a:lnTo>
                    <a:pt x="844" y="311"/>
                  </a:lnTo>
                  <a:lnTo>
                    <a:pt x="845" y="313"/>
                  </a:lnTo>
                  <a:lnTo>
                    <a:pt x="846" y="314"/>
                  </a:lnTo>
                  <a:lnTo>
                    <a:pt x="846" y="314"/>
                  </a:lnTo>
                  <a:lnTo>
                    <a:pt x="847" y="316"/>
                  </a:lnTo>
                  <a:lnTo>
                    <a:pt x="848" y="319"/>
                  </a:lnTo>
                  <a:lnTo>
                    <a:pt x="848" y="321"/>
                  </a:lnTo>
                  <a:lnTo>
                    <a:pt x="848" y="323"/>
                  </a:lnTo>
                  <a:lnTo>
                    <a:pt x="848" y="325"/>
                  </a:lnTo>
                  <a:lnTo>
                    <a:pt x="848" y="326"/>
                  </a:lnTo>
                  <a:lnTo>
                    <a:pt x="847" y="326"/>
                  </a:lnTo>
                  <a:lnTo>
                    <a:pt x="847" y="327"/>
                  </a:lnTo>
                  <a:lnTo>
                    <a:pt x="847" y="327"/>
                  </a:lnTo>
                  <a:lnTo>
                    <a:pt x="846" y="327"/>
                  </a:lnTo>
                  <a:lnTo>
                    <a:pt x="845" y="328"/>
                  </a:lnTo>
                  <a:lnTo>
                    <a:pt x="845" y="328"/>
                  </a:lnTo>
                  <a:lnTo>
                    <a:pt x="845" y="328"/>
                  </a:lnTo>
                  <a:lnTo>
                    <a:pt x="844" y="328"/>
                  </a:lnTo>
                  <a:lnTo>
                    <a:pt x="844" y="328"/>
                  </a:lnTo>
                  <a:lnTo>
                    <a:pt x="843" y="327"/>
                  </a:lnTo>
                  <a:lnTo>
                    <a:pt x="842" y="327"/>
                  </a:lnTo>
                  <a:lnTo>
                    <a:pt x="842" y="326"/>
                  </a:lnTo>
                  <a:lnTo>
                    <a:pt x="841" y="326"/>
                  </a:lnTo>
                  <a:lnTo>
                    <a:pt x="840" y="325"/>
                  </a:lnTo>
                  <a:lnTo>
                    <a:pt x="840" y="324"/>
                  </a:lnTo>
                  <a:lnTo>
                    <a:pt x="840" y="324"/>
                  </a:lnTo>
                  <a:lnTo>
                    <a:pt x="839" y="323"/>
                  </a:lnTo>
                  <a:lnTo>
                    <a:pt x="839" y="322"/>
                  </a:lnTo>
                  <a:lnTo>
                    <a:pt x="838" y="322"/>
                  </a:lnTo>
                  <a:lnTo>
                    <a:pt x="838" y="321"/>
                  </a:lnTo>
                  <a:lnTo>
                    <a:pt x="838" y="321"/>
                  </a:lnTo>
                  <a:lnTo>
                    <a:pt x="837" y="321"/>
                  </a:lnTo>
                  <a:lnTo>
                    <a:pt x="837" y="320"/>
                  </a:lnTo>
                  <a:lnTo>
                    <a:pt x="836" y="320"/>
                  </a:lnTo>
                  <a:lnTo>
                    <a:pt x="836" y="319"/>
                  </a:lnTo>
                  <a:lnTo>
                    <a:pt x="836" y="319"/>
                  </a:lnTo>
                  <a:lnTo>
                    <a:pt x="835" y="318"/>
                  </a:lnTo>
                  <a:lnTo>
                    <a:pt x="835" y="318"/>
                  </a:lnTo>
                  <a:lnTo>
                    <a:pt x="834" y="318"/>
                  </a:lnTo>
                  <a:lnTo>
                    <a:pt x="834" y="317"/>
                  </a:lnTo>
                  <a:lnTo>
                    <a:pt x="834" y="317"/>
                  </a:lnTo>
                  <a:lnTo>
                    <a:pt x="833" y="316"/>
                  </a:lnTo>
                  <a:lnTo>
                    <a:pt x="833" y="316"/>
                  </a:lnTo>
                  <a:lnTo>
                    <a:pt x="833" y="315"/>
                  </a:lnTo>
                  <a:lnTo>
                    <a:pt x="833" y="315"/>
                  </a:lnTo>
                  <a:lnTo>
                    <a:pt x="833" y="315"/>
                  </a:lnTo>
                  <a:lnTo>
                    <a:pt x="833" y="314"/>
                  </a:lnTo>
                  <a:lnTo>
                    <a:pt x="832" y="313"/>
                  </a:lnTo>
                  <a:lnTo>
                    <a:pt x="831" y="312"/>
                  </a:lnTo>
                  <a:lnTo>
                    <a:pt x="830" y="311"/>
                  </a:lnTo>
                  <a:lnTo>
                    <a:pt x="830" y="311"/>
                  </a:lnTo>
                  <a:lnTo>
                    <a:pt x="830" y="310"/>
                  </a:lnTo>
                  <a:lnTo>
                    <a:pt x="829" y="310"/>
                  </a:lnTo>
                  <a:lnTo>
                    <a:pt x="828" y="309"/>
                  </a:lnTo>
                  <a:lnTo>
                    <a:pt x="828" y="309"/>
                  </a:lnTo>
                  <a:lnTo>
                    <a:pt x="828" y="308"/>
                  </a:lnTo>
                  <a:lnTo>
                    <a:pt x="829" y="307"/>
                  </a:lnTo>
                  <a:lnTo>
                    <a:pt x="830" y="308"/>
                  </a:lnTo>
                  <a:lnTo>
                    <a:pt x="831" y="308"/>
                  </a:lnTo>
                  <a:lnTo>
                    <a:pt x="833" y="310"/>
                  </a:lnTo>
                  <a:lnTo>
                    <a:pt x="835" y="311"/>
                  </a:lnTo>
                  <a:lnTo>
                    <a:pt x="836" y="312"/>
                  </a:lnTo>
                  <a:lnTo>
                    <a:pt x="836" y="312"/>
                  </a:lnTo>
                  <a:lnTo>
                    <a:pt x="837" y="313"/>
                  </a:lnTo>
                  <a:lnTo>
                    <a:pt x="838" y="313"/>
                  </a:lnTo>
                  <a:lnTo>
                    <a:pt x="838" y="314"/>
                  </a:lnTo>
                  <a:lnTo>
                    <a:pt x="839" y="314"/>
                  </a:lnTo>
                  <a:lnTo>
                    <a:pt x="839" y="315"/>
                  </a:lnTo>
                  <a:lnTo>
                    <a:pt x="840" y="315"/>
                  </a:lnTo>
                  <a:lnTo>
                    <a:pt x="840" y="316"/>
                  </a:lnTo>
                  <a:lnTo>
                    <a:pt x="841" y="316"/>
                  </a:lnTo>
                  <a:lnTo>
                    <a:pt x="841" y="315"/>
                  </a:lnTo>
                  <a:lnTo>
                    <a:pt x="841" y="315"/>
                  </a:lnTo>
                  <a:lnTo>
                    <a:pt x="841" y="314"/>
                  </a:lnTo>
                  <a:lnTo>
                    <a:pt x="841" y="314"/>
                  </a:lnTo>
                  <a:lnTo>
                    <a:pt x="841" y="313"/>
                  </a:lnTo>
                  <a:lnTo>
                    <a:pt x="840" y="313"/>
                  </a:lnTo>
                  <a:lnTo>
                    <a:pt x="840" y="312"/>
                  </a:lnTo>
                  <a:lnTo>
                    <a:pt x="839" y="312"/>
                  </a:lnTo>
                  <a:lnTo>
                    <a:pt x="839" y="311"/>
                  </a:lnTo>
                  <a:lnTo>
                    <a:pt x="839" y="310"/>
                  </a:lnTo>
                  <a:lnTo>
                    <a:pt x="838" y="310"/>
                  </a:lnTo>
                  <a:lnTo>
                    <a:pt x="838" y="309"/>
                  </a:lnTo>
                  <a:lnTo>
                    <a:pt x="837" y="309"/>
                  </a:lnTo>
                  <a:lnTo>
                    <a:pt x="837" y="308"/>
                  </a:lnTo>
                  <a:lnTo>
                    <a:pt x="836" y="308"/>
                  </a:lnTo>
                  <a:lnTo>
                    <a:pt x="835" y="307"/>
                  </a:lnTo>
                  <a:lnTo>
                    <a:pt x="835" y="307"/>
                  </a:lnTo>
                  <a:lnTo>
                    <a:pt x="834" y="306"/>
                  </a:lnTo>
                  <a:lnTo>
                    <a:pt x="833" y="306"/>
                  </a:lnTo>
                  <a:lnTo>
                    <a:pt x="832" y="306"/>
                  </a:lnTo>
                  <a:lnTo>
                    <a:pt x="832" y="306"/>
                  </a:lnTo>
                  <a:lnTo>
                    <a:pt x="831" y="306"/>
                  </a:lnTo>
                  <a:lnTo>
                    <a:pt x="829" y="306"/>
                  </a:lnTo>
                  <a:lnTo>
                    <a:pt x="829" y="306"/>
                  </a:lnTo>
                  <a:lnTo>
                    <a:pt x="828" y="306"/>
                  </a:lnTo>
                  <a:lnTo>
                    <a:pt x="828" y="306"/>
                  </a:lnTo>
                  <a:lnTo>
                    <a:pt x="827" y="306"/>
                  </a:lnTo>
                  <a:lnTo>
                    <a:pt x="827" y="306"/>
                  </a:lnTo>
                  <a:lnTo>
                    <a:pt x="827" y="305"/>
                  </a:lnTo>
                  <a:lnTo>
                    <a:pt x="827" y="305"/>
                  </a:lnTo>
                  <a:lnTo>
                    <a:pt x="827" y="304"/>
                  </a:lnTo>
                  <a:lnTo>
                    <a:pt x="827" y="303"/>
                  </a:lnTo>
                  <a:lnTo>
                    <a:pt x="827" y="302"/>
                  </a:lnTo>
                  <a:lnTo>
                    <a:pt x="827" y="302"/>
                  </a:lnTo>
                  <a:lnTo>
                    <a:pt x="827" y="301"/>
                  </a:lnTo>
                  <a:lnTo>
                    <a:pt x="827" y="301"/>
                  </a:lnTo>
                  <a:lnTo>
                    <a:pt x="827" y="300"/>
                  </a:lnTo>
                  <a:lnTo>
                    <a:pt x="826" y="300"/>
                  </a:lnTo>
                  <a:lnTo>
                    <a:pt x="825" y="298"/>
                  </a:lnTo>
                  <a:lnTo>
                    <a:pt x="824" y="298"/>
                  </a:lnTo>
                  <a:lnTo>
                    <a:pt x="823" y="296"/>
                  </a:lnTo>
                  <a:lnTo>
                    <a:pt x="822" y="296"/>
                  </a:lnTo>
                  <a:lnTo>
                    <a:pt x="822" y="295"/>
                  </a:lnTo>
                  <a:lnTo>
                    <a:pt x="821" y="294"/>
                  </a:lnTo>
                  <a:lnTo>
                    <a:pt x="821" y="294"/>
                  </a:lnTo>
                  <a:lnTo>
                    <a:pt x="820" y="294"/>
                  </a:lnTo>
                  <a:lnTo>
                    <a:pt x="820" y="293"/>
                  </a:lnTo>
                  <a:lnTo>
                    <a:pt x="819" y="292"/>
                  </a:lnTo>
                  <a:lnTo>
                    <a:pt x="818" y="292"/>
                  </a:lnTo>
                  <a:lnTo>
                    <a:pt x="817" y="290"/>
                  </a:lnTo>
                  <a:lnTo>
                    <a:pt x="816" y="289"/>
                  </a:lnTo>
                  <a:lnTo>
                    <a:pt x="815" y="289"/>
                  </a:lnTo>
                  <a:lnTo>
                    <a:pt x="814" y="288"/>
                  </a:lnTo>
                  <a:lnTo>
                    <a:pt x="813" y="287"/>
                  </a:lnTo>
                  <a:lnTo>
                    <a:pt x="813" y="287"/>
                  </a:lnTo>
                  <a:lnTo>
                    <a:pt x="812" y="287"/>
                  </a:lnTo>
                  <a:lnTo>
                    <a:pt x="812" y="287"/>
                  </a:lnTo>
                  <a:lnTo>
                    <a:pt x="812" y="286"/>
                  </a:lnTo>
                  <a:lnTo>
                    <a:pt x="811" y="286"/>
                  </a:lnTo>
                  <a:lnTo>
                    <a:pt x="810" y="285"/>
                  </a:lnTo>
                  <a:lnTo>
                    <a:pt x="808" y="284"/>
                  </a:lnTo>
                  <a:lnTo>
                    <a:pt x="807" y="283"/>
                  </a:lnTo>
                  <a:lnTo>
                    <a:pt x="806" y="283"/>
                  </a:lnTo>
                  <a:lnTo>
                    <a:pt x="806" y="282"/>
                  </a:lnTo>
                  <a:lnTo>
                    <a:pt x="805" y="282"/>
                  </a:lnTo>
                  <a:lnTo>
                    <a:pt x="803" y="281"/>
                  </a:lnTo>
                  <a:lnTo>
                    <a:pt x="802" y="280"/>
                  </a:lnTo>
                  <a:lnTo>
                    <a:pt x="801" y="279"/>
                  </a:lnTo>
                  <a:lnTo>
                    <a:pt x="800" y="279"/>
                  </a:lnTo>
                  <a:lnTo>
                    <a:pt x="800" y="279"/>
                  </a:lnTo>
                  <a:lnTo>
                    <a:pt x="798" y="278"/>
                  </a:lnTo>
                  <a:lnTo>
                    <a:pt x="797" y="277"/>
                  </a:lnTo>
                  <a:lnTo>
                    <a:pt x="797" y="277"/>
                  </a:lnTo>
                  <a:lnTo>
                    <a:pt x="795" y="276"/>
                  </a:lnTo>
                  <a:lnTo>
                    <a:pt x="794" y="275"/>
                  </a:lnTo>
                  <a:lnTo>
                    <a:pt x="793" y="275"/>
                  </a:lnTo>
                  <a:lnTo>
                    <a:pt x="792" y="275"/>
                  </a:lnTo>
                  <a:lnTo>
                    <a:pt x="791" y="274"/>
                  </a:lnTo>
                  <a:lnTo>
                    <a:pt x="791" y="274"/>
                  </a:lnTo>
                  <a:lnTo>
                    <a:pt x="790" y="274"/>
                  </a:lnTo>
                  <a:lnTo>
                    <a:pt x="789" y="274"/>
                  </a:lnTo>
                  <a:lnTo>
                    <a:pt x="789" y="274"/>
                  </a:lnTo>
                  <a:lnTo>
                    <a:pt x="787" y="274"/>
                  </a:lnTo>
                  <a:lnTo>
                    <a:pt x="787" y="274"/>
                  </a:lnTo>
                  <a:lnTo>
                    <a:pt x="787" y="274"/>
                  </a:lnTo>
                  <a:lnTo>
                    <a:pt x="785" y="273"/>
                  </a:lnTo>
                  <a:lnTo>
                    <a:pt x="785" y="273"/>
                  </a:lnTo>
                  <a:lnTo>
                    <a:pt x="784" y="273"/>
                  </a:lnTo>
                  <a:lnTo>
                    <a:pt x="784" y="273"/>
                  </a:lnTo>
                  <a:lnTo>
                    <a:pt x="783" y="273"/>
                  </a:lnTo>
                  <a:lnTo>
                    <a:pt x="783" y="272"/>
                  </a:lnTo>
                  <a:lnTo>
                    <a:pt x="782" y="272"/>
                  </a:lnTo>
                  <a:lnTo>
                    <a:pt x="781" y="272"/>
                  </a:lnTo>
                  <a:lnTo>
                    <a:pt x="781" y="272"/>
                  </a:lnTo>
                  <a:lnTo>
                    <a:pt x="780" y="272"/>
                  </a:lnTo>
                  <a:lnTo>
                    <a:pt x="780" y="271"/>
                  </a:lnTo>
                  <a:lnTo>
                    <a:pt x="779" y="270"/>
                  </a:lnTo>
                  <a:lnTo>
                    <a:pt x="779" y="268"/>
                  </a:lnTo>
                  <a:lnTo>
                    <a:pt x="779" y="268"/>
                  </a:lnTo>
                  <a:lnTo>
                    <a:pt x="779" y="266"/>
                  </a:lnTo>
                  <a:lnTo>
                    <a:pt x="779" y="266"/>
                  </a:lnTo>
                  <a:lnTo>
                    <a:pt x="780" y="265"/>
                  </a:lnTo>
                  <a:lnTo>
                    <a:pt x="780" y="265"/>
                  </a:lnTo>
                  <a:lnTo>
                    <a:pt x="780" y="265"/>
                  </a:lnTo>
                  <a:lnTo>
                    <a:pt x="781" y="265"/>
                  </a:lnTo>
                  <a:lnTo>
                    <a:pt x="783" y="265"/>
                  </a:lnTo>
                  <a:lnTo>
                    <a:pt x="785" y="265"/>
                  </a:lnTo>
                  <a:lnTo>
                    <a:pt x="787" y="266"/>
                  </a:lnTo>
                  <a:lnTo>
                    <a:pt x="787" y="266"/>
                  </a:lnTo>
                  <a:lnTo>
                    <a:pt x="788" y="266"/>
                  </a:lnTo>
                  <a:lnTo>
                    <a:pt x="789" y="266"/>
                  </a:lnTo>
                  <a:lnTo>
                    <a:pt x="791" y="266"/>
                  </a:lnTo>
                  <a:lnTo>
                    <a:pt x="792" y="266"/>
                  </a:lnTo>
                  <a:lnTo>
                    <a:pt x="792" y="266"/>
                  </a:lnTo>
                  <a:lnTo>
                    <a:pt x="792" y="266"/>
                  </a:lnTo>
                  <a:lnTo>
                    <a:pt x="793" y="266"/>
                  </a:lnTo>
                  <a:lnTo>
                    <a:pt x="793" y="266"/>
                  </a:lnTo>
                  <a:lnTo>
                    <a:pt x="794" y="266"/>
                  </a:lnTo>
                  <a:lnTo>
                    <a:pt x="798" y="268"/>
                  </a:lnTo>
                  <a:lnTo>
                    <a:pt x="801" y="269"/>
                  </a:lnTo>
                  <a:lnTo>
                    <a:pt x="802" y="269"/>
                  </a:lnTo>
                  <a:lnTo>
                    <a:pt x="804" y="270"/>
                  </a:lnTo>
                  <a:lnTo>
                    <a:pt x="804" y="271"/>
                  </a:lnTo>
                  <a:lnTo>
                    <a:pt x="805" y="271"/>
                  </a:lnTo>
                  <a:lnTo>
                    <a:pt x="805" y="271"/>
                  </a:lnTo>
                  <a:lnTo>
                    <a:pt x="806" y="272"/>
                  </a:lnTo>
                  <a:lnTo>
                    <a:pt x="807" y="272"/>
                  </a:lnTo>
                  <a:lnTo>
                    <a:pt x="807" y="273"/>
                  </a:lnTo>
                  <a:lnTo>
                    <a:pt x="807" y="274"/>
                  </a:lnTo>
                  <a:lnTo>
                    <a:pt x="807" y="274"/>
                  </a:lnTo>
                  <a:lnTo>
                    <a:pt x="806" y="274"/>
                  </a:lnTo>
                  <a:lnTo>
                    <a:pt x="806" y="274"/>
                  </a:lnTo>
                  <a:lnTo>
                    <a:pt x="806" y="274"/>
                  </a:lnTo>
                  <a:lnTo>
                    <a:pt x="805" y="274"/>
                  </a:lnTo>
                  <a:lnTo>
                    <a:pt x="805" y="274"/>
                  </a:lnTo>
                  <a:lnTo>
                    <a:pt x="804" y="274"/>
                  </a:lnTo>
                  <a:lnTo>
                    <a:pt x="804" y="274"/>
                  </a:lnTo>
                  <a:lnTo>
                    <a:pt x="803" y="274"/>
                  </a:lnTo>
                  <a:lnTo>
                    <a:pt x="803" y="274"/>
                  </a:lnTo>
                  <a:lnTo>
                    <a:pt x="803" y="274"/>
                  </a:lnTo>
                  <a:lnTo>
                    <a:pt x="802" y="274"/>
                  </a:lnTo>
                  <a:lnTo>
                    <a:pt x="802" y="274"/>
                  </a:lnTo>
                  <a:lnTo>
                    <a:pt x="801" y="275"/>
                  </a:lnTo>
                  <a:lnTo>
                    <a:pt x="802" y="275"/>
                  </a:lnTo>
                  <a:lnTo>
                    <a:pt x="805" y="277"/>
                  </a:lnTo>
                  <a:lnTo>
                    <a:pt x="807" y="278"/>
                  </a:lnTo>
                  <a:lnTo>
                    <a:pt x="807" y="279"/>
                  </a:lnTo>
                  <a:lnTo>
                    <a:pt x="807" y="279"/>
                  </a:lnTo>
                  <a:lnTo>
                    <a:pt x="808" y="279"/>
                  </a:lnTo>
                  <a:lnTo>
                    <a:pt x="809" y="279"/>
                  </a:lnTo>
                  <a:lnTo>
                    <a:pt x="809" y="280"/>
                  </a:lnTo>
                  <a:lnTo>
                    <a:pt x="810" y="280"/>
                  </a:lnTo>
                  <a:lnTo>
                    <a:pt x="810" y="280"/>
                  </a:lnTo>
                  <a:lnTo>
                    <a:pt x="811" y="281"/>
                  </a:lnTo>
                  <a:lnTo>
                    <a:pt x="812" y="281"/>
                  </a:lnTo>
                  <a:lnTo>
                    <a:pt x="812" y="280"/>
                  </a:lnTo>
                  <a:lnTo>
                    <a:pt x="812" y="279"/>
                  </a:lnTo>
                  <a:lnTo>
                    <a:pt x="812" y="279"/>
                  </a:lnTo>
                  <a:lnTo>
                    <a:pt x="812" y="278"/>
                  </a:lnTo>
                  <a:lnTo>
                    <a:pt x="813" y="278"/>
                  </a:lnTo>
                  <a:lnTo>
                    <a:pt x="814" y="277"/>
                  </a:lnTo>
                  <a:lnTo>
                    <a:pt x="814" y="277"/>
                  </a:lnTo>
                  <a:lnTo>
                    <a:pt x="815" y="276"/>
                  </a:lnTo>
                  <a:lnTo>
                    <a:pt x="816" y="275"/>
                  </a:lnTo>
                  <a:lnTo>
                    <a:pt x="816" y="275"/>
                  </a:lnTo>
                  <a:lnTo>
                    <a:pt x="817" y="275"/>
                  </a:lnTo>
                  <a:lnTo>
                    <a:pt x="818" y="274"/>
                  </a:lnTo>
                  <a:lnTo>
                    <a:pt x="819" y="273"/>
                  </a:lnTo>
                  <a:lnTo>
                    <a:pt x="819" y="273"/>
                  </a:lnTo>
                  <a:lnTo>
                    <a:pt x="820" y="272"/>
                  </a:lnTo>
                  <a:lnTo>
                    <a:pt x="821" y="271"/>
                  </a:lnTo>
                  <a:lnTo>
                    <a:pt x="821" y="270"/>
                  </a:lnTo>
                  <a:lnTo>
                    <a:pt x="822" y="269"/>
                  </a:lnTo>
                  <a:lnTo>
                    <a:pt x="824" y="267"/>
                  </a:lnTo>
                  <a:lnTo>
                    <a:pt x="825" y="266"/>
                  </a:lnTo>
                  <a:lnTo>
                    <a:pt x="825" y="265"/>
                  </a:lnTo>
                  <a:lnTo>
                    <a:pt x="826" y="264"/>
                  </a:lnTo>
                  <a:lnTo>
                    <a:pt x="827" y="264"/>
                  </a:lnTo>
                  <a:lnTo>
                    <a:pt x="827" y="263"/>
                  </a:lnTo>
                  <a:lnTo>
                    <a:pt x="828" y="263"/>
                  </a:lnTo>
                  <a:lnTo>
                    <a:pt x="828" y="262"/>
                  </a:lnTo>
                  <a:lnTo>
                    <a:pt x="829" y="262"/>
                  </a:lnTo>
                  <a:lnTo>
                    <a:pt x="829" y="262"/>
                  </a:lnTo>
                  <a:lnTo>
                    <a:pt x="829" y="261"/>
                  </a:lnTo>
                  <a:lnTo>
                    <a:pt x="830" y="261"/>
                  </a:lnTo>
                  <a:lnTo>
                    <a:pt x="831" y="260"/>
                  </a:lnTo>
                  <a:lnTo>
                    <a:pt x="831" y="261"/>
                  </a:lnTo>
                  <a:lnTo>
                    <a:pt x="832" y="261"/>
                  </a:lnTo>
                  <a:lnTo>
                    <a:pt x="832" y="263"/>
                  </a:lnTo>
                  <a:lnTo>
                    <a:pt x="832" y="263"/>
                  </a:lnTo>
                  <a:lnTo>
                    <a:pt x="832" y="264"/>
                  </a:lnTo>
                  <a:lnTo>
                    <a:pt x="832" y="264"/>
                  </a:lnTo>
                  <a:lnTo>
                    <a:pt x="832" y="265"/>
                  </a:lnTo>
                  <a:lnTo>
                    <a:pt x="832" y="266"/>
                  </a:lnTo>
                  <a:lnTo>
                    <a:pt x="831" y="266"/>
                  </a:lnTo>
                  <a:lnTo>
                    <a:pt x="830" y="268"/>
                  </a:lnTo>
                  <a:lnTo>
                    <a:pt x="830" y="268"/>
                  </a:lnTo>
                  <a:lnTo>
                    <a:pt x="829" y="269"/>
                  </a:lnTo>
                  <a:lnTo>
                    <a:pt x="829" y="269"/>
                  </a:lnTo>
                  <a:lnTo>
                    <a:pt x="829" y="270"/>
                  </a:lnTo>
                  <a:lnTo>
                    <a:pt x="828" y="270"/>
                  </a:lnTo>
                  <a:lnTo>
                    <a:pt x="828" y="271"/>
                  </a:lnTo>
                  <a:lnTo>
                    <a:pt x="827" y="272"/>
                  </a:lnTo>
                  <a:lnTo>
                    <a:pt x="827" y="272"/>
                  </a:lnTo>
                  <a:lnTo>
                    <a:pt x="826" y="272"/>
                  </a:lnTo>
                  <a:lnTo>
                    <a:pt x="826" y="273"/>
                  </a:lnTo>
                  <a:lnTo>
                    <a:pt x="826" y="273"/>
                  </a:lnTo>
                  <a:lnTo>
                    <a:pt x="825" y="274"/>
                  </a:lnTo>
                  <a:lnTo>
                    <a:pt x="825" y="274"/>
                  </a:lnTo>
                  <a:lnTo>
                    <a:pt x="825" y="275"/>
                  </a:lnTo>
                  <a:lnTo>
                    <a:pt x="823" y="276"/>
                  </a:lnTo>
                  <a:lnTo>
                    <a:pt x="823" y="276"/>
                  </a:lnTo>
                  <a:lnTo>
                    <a:pt x="822" y="277"/>
                  </a:lnTo>
                  <a:lnTo>
                    <a:pt x="822" y="277"/>
                  </a:lnTo>
                  <a:lnTo>
                    <a:pt x="820" y="278"/>
                  </a:lnTo>
                  <a:lnTo>
                    <a:pt x="820" y="279"/>
                  </a:lnTo>
                  <a:lnTo>
                    <a:pt x="819" y="279"/>
                  </a:lnTo>
                  <a:lnTo>
                    <a:pt x="819" y="280"/>
                  </a:lnTo>
                  <a:lnTo>
                    <a:pt x="819" y="280"/>
                  </a:lnTo>
                  <a:lnTo>
                    <a:pt x="825" y="277"/>
                  </a:lnTo>
                  <a:lnTo>
                    <a:pt x="825" y="276"/>
                  </a:lnTo>
                  <a:lnTo>
                    <a:pt x="825" y="276"/>
                  </a:lnTo>
                  <a:lnTo>
                    <a:pt x="825" y="276"/>
                  </a:lnTo>
                  <a:lnTo>
                    <a:pt x="826" y="276"/>
                  </a:lnTo>
                  <a:lnTo>
                    <a:pt x="826" y="276"/>
                  </a:lnTo>
                  <a:lnTo>
                    <a:pt x="826" y="276"/>
                  </a:lnTo>
                  <a:lnTo>
                    <a:pt x="826" y="276"/>
                  </a:lnTo>
                  <a:lnTo>
                    <a:pt x="826" y="275"/>
                  </a:lnTo>
                  <a:lnTo>
                    <a:pt x="827" y="275"/>
                  </a:lnTo>
                  <a:lnTo>
                    <a:pt x="828" y="275"/>
                  </a:lnTo>
                  <a:lnTo>
                    <a:pt x="828" y="275"/>
                  </a:lnTo>
                  <a:lnTo>
                    <a:pt x="828" y="274"/>
                  </a:lnTo>
                  <a:lnTo>
                    <a:pt x="832" y="272"/>
                  </a:lnTo>
                  <a:lnTo>
                    <a:pt x="833" y="272"/>
                  </a:lnTo>
                  <a:lnTo>
                    <a:pt x="833" y="272"/>
                  </a:lnTo>
                  <a:lnTo>
                    <a:pt x="833" y="271"/>
                  </a:lnTo>
                  <a:lnTo>
                    <a:pt x="835" y="271"/>
                  </a:lnTo>
                  <a:lnTo>
                    <a:pt x="835" y="270"/>
                  </a:lnTo>
                  <a:lnTo>
                    <a:pt x="836" y="270"/>
                  </a:lnTo>
                  <a:lnTo>
                    <a:pt x="836" y="269"/>
                  </a:lnTo>
                  <a:lnTo>
                    <a:pt x="837" y="269"/>
                  </a:lnTo>
                  <a:lnTo>
                    <a:pt x="837" y="269"/>
                  </a:lnTo>
                  <a:lnTo>
                    <a:pt x="838" y="268"/>
                  </a:lnTo>
                  <a:lnTo>
                    <a:pt x="838" y="268"/>
                  </a:lnTo>
                  <a:lnTo>
                    <a:pt x="839" y="268"/>
                  </a:lnTo>
                  <a:lnTo>
                    <a:pt x="839" y="267"/>
                  </a:lnTo>
                  <a:lnTo>
                    <a:pt x="839" y="267"/>
                  </a:lnTo>
                  <a:lnTo>
                    <a:pt x="840" y="267"/>
                  </a:lnTo>
                  <a:lnTo>
                    <a:pt x="840" y="267"/>
                  </a:lnTo>
                  <a:lnTo>
                    <a:pt x="840" y="267"/>
                  </a:lnTo>
                  <a:lnTo>
                    <a:pt x="841" y="266"/>
                  </a:lnTo>
                  <a:lnTo>
                    <a:pt x="841" y="266"/>
                  </a:lnTo>
                  <a:lnTo>
                    <a:pt x="841" y="265"/>
                  </a:lnTo>
                  <a:lnTo>
                    <a:pt x="841" y="265"/>
                  </a:lnTo>
                  <a:lnTo>
                    <a:pt x="841" y="265"/>
                  </a:lnTo>
                  <a:lnTo>
                    <a:pt x="842" y="264"/>
                  </a:lnTo>
                  <a:lnTo>
                    <a:pt x="842" y="264"/>
                  </a:lnTo>
                  <a:lnTo>
                    <a:pt x="842" y="263"/>
                  </a:lnTo>
                  <a:lnTo>
                    <a:pt x="842" y="263"/>
                  </a:lnTo>
                  <a:lnTo>
                    <a:pt x="842" y="263"/>
                  </a:lnTo>
                  <a:lnTo>
                    <a:pt x="843" y="262"/>
                  </a:lnTo>
                  <a:lnTo>
                    <a:pt x="843" y="262"/>
                  </a:lnTo>
                  <a:lnTo>
                    <a:pt x="844" y="262"/>
                  </a:lnTo>
                  <a:lnTo>
                    <a:pt x="844" y="262"/>
                  </a:lnTo>
                  <a:lnTo>
                    <a:pt x="845" y="262"/>
                  </a:lnTo>
                  <a:lnTo>
                    <a:pt x="845" y="262"/>
                  </a:lnTo>
                  <a:lnTo>
                    <a:pt x="845" y="262"/>
                  </a:lnTo>
                  <a:lnTo>
                    <a:pt x="846" y="262"/>
                  </a:lnTo>
                  <a:lnTo>
                    <a:pt x="846" y="262"/>
                  </a:lnTo>
                  <a:lnTo>
                    <a:pt x="846" y="263"/>
                  </a:lnTo>
                  <a:lnTo>
                    <a:pt x="847" y="263"/>
                  </a:lnTo>
                  <a:lnTo>
                    <a:pt x="847" y="263"/>
                  </a:lnTo>
                  <a:lnTo>
                    <a:pt x="847" y="263"/>
                  </a:lnTo>
                  <a:close/>
                  <a:moveTo>
                    <a:pt x="779" y="302"/>
                  </a:moveTo>
                  <a:lnTo>
                    <a:pt x="779" y="301"/>
                  </a:lnTo>
                  <a:lnTo>
                    <a:pt x="779" y="301"/>
                  </a:lnTo>
                  <a:lnTo>
                    <a:pt x="779" y="301"/>
                  </a:lnTo>
                  <a:lnTo>
                    <a:pt x="779" y="300"/>
                  </a:lnTo>
                  <a:lnTo>
                    <a:pt x="779" y="300"/>
                  </a:lnTo>
                  <a:lnTo>
                    <a:pt x="779" y="300"/>
                  </a:lnTo>
                  <a:lnTo>
                    <a:pt x="780" y="300"/>
                  </a:lnTo>
                  <a:lnTo>
                    <a:pt x="780" y="300"/>
                  </a:lnTo>
                  <a:lnTo>
                    <a:pt x="780" y="300"/>
                  </a:lnTo>
                  <a:lnTo>
                    <a:pt x="781" y="300"/>
                  </a:lnTo>
                  <a:lnTo>
                    <a:pt x="781" y="300"/>
                  </a:lnTo>
                  <a:lnTo>
                    <a:pt x="782" y="301"/>
                  </a:lnTo>
                  <a:lnTo>
                    <a:pt x="783" y="301"/>
                  </a:lnTo>
                  <a:lnTo>
                    <a:pt x="783" y="301"/>
                  </a:lnTo>
                  <a:lnTo>
                    <a:pt x="783" y="301"/>
                  </a:lnTo>
                  <a:lnTo>
                    <a:pt x="784" y="301"/>
                  </a:lnTo>
                  <a:lnTo>
                    <a:pt x="784" y="302"/>
                  </a:lnTo>
                  <a:lnTo>
                    <a:pt x="784" y="302"/>
                  </a:lnTo>
                  <a:lnTo>
                    <a:pt x="785" y="302"/>
                  </a:lnTo>
                  <a:lnTo>
                    <a:pt x="786" y="302"/>
                  </a:lnTo>
                  <a:lnTo>
                    <a:pt x="786" y="303"/>
                  </a:lnTo>
                  <a:lnTo>
                    <a:pt x="787" y="303"/>
                  </a:lnTo>
                  <a:lnTo>
                    <a:pt x="787" y="304"/>
                  </a:lnTo>
                  <a:lnTo>
                    <a:pt x="788" y="304"/>
                  </a:lnTo>
                  <a:lnTo>
                    <a:pt x="788" y="305"/>
                  </a:lnTo>
                  <a:lnTo>
                    <a:pt x="788" y="305"/>
                  </a:lnTo>
                  <a:lnTo>
                    <a:pt x="789" y="307"/>
                  </a:lnTo>
                  <a:lnTo>
                    <a:pt x="790" y="307"/>
                  </a:lnTo>
                  <a:lnTo>
                    <a:pt x="790" y="308"/>
                  </a:lnTo>
                  <a:lnTo>
                    <a:pt x="791" y="308"/>
                  </a:lnTo>
                  <a:lnTo>
                    <a:pt x="792" y="310"/>
                  </a:lnTo>
                  <a:lnTo>
                    <a:pt x="792" y="310"/>
                  </a:lnTo>
                  <a:lnTo>
                    <a:pt x="793" y="310"/>
                  </a:lnTo>
                  <a:lnTo>
                    <a:pt x="793" y="311"/>
                  </a:lnTo>
                  <a:lnTo>
                    <a:pt x="793" y="311"/>
                  </a:lnTo>
                  <a:lnTo>
                    <a:pt x="793" y="312"/>
                  </a:lnTo>
                  <a:lnTo>
                    <a:pt x="793" y="312"/>
                  </a:lnTo>
                  <a:lnTo>
                    <a:pt x="794" y="312"/>
                  </a:lnTo>
                  <a:lnTo>
                    <a:pt x="794" y="313"/>
                  </a:lnTo>
                  <a:lnTo>
                    <a:pt x="793" y="313"/>
                  </a:lnTo>
                  <a:lnTo>
                    <a:pt x="793" y="314"/>
                  </a:lnTo>
                  <a:lnTo>
                    <a:pt x="792" y="314"/>
                  </a:lnTo>
                  <a:lnTo>
                    <a:pt x="791" y="314"/>
                  </a:lnTo>
                  <a:lnTo>
                    <a:pt x="791" y="314"/>
                  </a:lnTo>
                  <a:lnTo>
                    <a:pt x="791" y="314"/>
                  </a:lnTo>
                  <a:lnTo>
                    <a:pt x="790" y="315"/>
                  </a:lnTo>
                  <a:lnTo>
                    <a:pt x="790" y="315"/>
                  </a:lnTo>
                  <a:lnTo>
                    <a:pt x="790" y="315"/>
                  </a:lnTo>
                  <a:lnTo>
                    <a:pt x="789" y="315"/>
                  </a:lnTo>
                  <a:lnTo>
                    <a:pt x="789" y="315"/>
                  </a:lnTo>
                  <a:lnTo>
                    <a:pt x="789" y="315"/>
                  </a:lnTo>
                  <a:lnTo>
                    <a:pt x="788" y="315"/>
                  </a:lnTo>
                  <a:lnTo>
                    <a:pt x="788" y="315"/>
                  </a:lnTo>
                  <a:lnTo>
                    <a:pt x="788" y="315"/>
                  </a:lnTo>
                  <a:lnTo>
                    <a:pt x="787" y="315"/>
                  </a:lnTo>
                  <a:lnTo>
                    <a:pt x="787" y="315"/>
                  </a:lnTo>
                  <a:lnTo>
                    <a:pt x="786" y="315"/>
                  </a:lnTo>
                  <a:lnTo>
                    <a:pt x="786" y="314"/>
                  </a:lnTo>
                  <a:lnTo>
                    <a:pt x="786" y="314"/>
                  </a:lnTo>
                  <a:lnTo>
                    <a:pt x="785" y="314"/>
                  </a:lnTo>
                  <a:lnTo>
                    <a:pt x="785" y="313"/>
                  </a:lnTo>
                  <a:lnTo>
                    <a:pt x="785" y="313"/>
                  </a:lnTo>
                  <a:lnTo>
                    <a:pt x="785" y="313"/>
                  </a:lnTo>
                  <a:lnTo>
                    <a:pt x="784" y="312"/>
                  </a:lnTo>
                  <a:lnTo>
                    <a:pt x="784" y="312"/>
                  </a:lnTo>
                  <a:lnTo>
                    <a:pt x="784" y="311"/>
                  </a:lnTo>
                  <a:lnTo>
                    <a:pt x="784" y="311"/>
                  </a:lnTo>
                  <a:lnTo>
                    <a:pt x="783" y="311"/>
                  </a:lnTo>
                  <a:lnTo>
                    <a:pt x="783" y="310"/>
                  </a:lnTo>
                  <a:lnTo>
                    <a:pt x="783" y="310"/>
                  </a:lnTo>
                  <a:lnTo>
                    <a:pt x="783" y="310"/>
                  </a:lnTo>
                  <a:lnTo>
                    <a:pt x="783" y="309"/>
                  </a:lnTo>
                  <a:lnTo>
                    <a:pt x="782" y="309"/>
                  </a:lnTo>
                  <a:lnTo>
                    <a:pt x="783" y="309"/>
                  </a:lnTo>
                  <a:lnTo>
                    <a:pt x="782" y="309"/>
                  </a:lnTo>
                  <a:lnTo>
                    <a:pt x="782" y="308"/>
                  </a:lnTo>
                  <a:lnTo>
                    <a:pt x="782" y="308"/>
                  </a:lnTo>
                  <a:lnTo>
                    <a:pt x="782" y="307"/>
                  </a:lnTo>
                  <a:lnTo>
                    <a:pt x="782" y="307"/>
                  </a:lnTo>
                  <a:lnTo>
                    <a:pt x="781" y="307"/>
                  </a:lnTo>
                  <a:lnTo>
                    <a:pt x="781" y="306"/>
                  </a:lnTo>
                  <a:lnTo>
                    <a:pt x="781" y="306"/>
                  </a:lnTo>
                  <a:lnTo>
                    <a:pt x="781" y="306"/>
                  </a:lnTo>
                  <a:lnTo>
                    <a:pt x="781" y="305"/>
                  </a:lnTo>
                  <a:lnTo>
                    <a:pt x="780" y="305"/>
                  </a:lnTo>
                  <a:lnTo>
                    <a:pt x="780" y="305"/>
                  </a:lnTo>
                  <a:lnTo>
                    <a:pt x="780" y="304"/>
                  </a:lnTo>
                  <a:lnTo>
                    <a:pt x="780" y="304"/>
                  </a:lnTo>
                  <a:lnTo>
                    <a:pt x="779" y="303"/>
                  </a:lnTo>
                  <a:lnTo>
                    <a:pt x="779" y="303"/>
                  </a:lnTo>
                  <a:lnTo>
                    <a:pt x="779" y="302"/>
                  </a:lnTo>
                  <a:lnTo>
                    <a:pt x="779" y="302"/>
                  </a:lnTo>
                  <a:close/>
                  <a:moveTo>
                    <a:pt x="808" y="292"/>
                  </a:moveTo>
                  <a:lnTo>
                    <a:pt x="809" y="292"/>
                  </a:lnTo>
                  <a:lnTo>
                    <a:pt x="809" y="292"/>
                  </a:lnTo>
                  <a:lnTo>
                    <a:pt x="810" y="292"/>
                  </a:lnTo>
                  <a:lnTo>
                    <a:pt x="810" y="293"/>
                  </a:lnTo>
                  <a:lnTo>
                    <a:pt x="812" y="294"/>
                  </a:lnTo>
                  <a:lnTo>
                    <a:pt x="812" y="295"/>
                  </a:lnTo>
                  <a:lnTo>
                    <a:pt x="813" y="295"/>
                  </a:lnTo>
                  <a:lnTo>
                    <a:pt x="814" y="296"/>
                  </a:lnTo>
                  <a:lnTo>
                    <a:pt x="815" y="296"/>
                  </a:lnTo>
                  <a:lnTo>
                    <a:pt x="815" y="297"/>
                  </a:lnTo>
                  <a:lnTo>
                    <a:pt x="816" y="297"/>
                  </a:lnTo>
                  <a:lnTo>
                    <a:pt x="817" y="298"/>
                  </a:lnTo>
                  <a:lnTo>
                    <a:pt x="818" y="298"/>
                  </a:lnTo>
                  <a:lnTo>
                    <a:pt x="818" y="298"/>
                  </a:lnTo>
                  <a:lnTo>
                    <a:pt x="818" y="298"/>
                  </a:lnTo>
                  <a:lnTo>
                    <a:pt x="819" y="298"/>
                  </a:lnTo>
                  <a:lnTo>
                    <a:pt x="819" y="299"/>
                  </a:lnTo>
                  <a:lnTo>
                    <a:pt x="820" y="299"/>
                  </a:lnTo>
                  <a:lnTo>
                    <a:pt x="820" y="300"/>
                  </a:lnTo>
                  <a:lnTo>
                    <a:pt x="820" y="300"/>
                  </a:lnTo>
                  <a:lnTo>
                    <a:pt x="821" y="300"/>
                  </a:lnTo>
                  <a:lnTo>
                    <a:pt x="821" y="301"/>
                  </a:lnTo>
                  <a:lnTo>
                    <a:pt x="821" y="301"/>
                  </a:lnTo>
                  <a:lnTo>
                    <a:pt x="822" y="302"/>
                  </a:lnTo>
                  <a:lnTo>
                    <a:pt x="822" y="302"/>
                  </a:lnTo>
                  <a:lnTo>
                    <a:pt x="822" y="303"/>
                  </a:lnTo>
                  <a:lnTo>
                    <a:pt x="822" y="304"/>
                  </a:lnTo>
                  <a:lnTo>
                    <a:pt x="822" y="304"/>
                  </a:lnTo>
                  <a:lnTo>
                    <a:pt x="822" y="305"/>
                  </a:lnTo>
                  <a:lnTo>
                    <a:pt x="822" y="306"/>
                  </a:lnTo>
                  <a:lnTo>
                    <a:pt x="821" y="306"/>
                  </a:lnTo>
                  <a:lnTo>
                    <a:pt x="820" y="307"/>
                  </a:lnTo>
                  <a:lnTo>
                    <a:pt x="820" y="307"/>
                  </a:lnTo>
                  <a:lnTo>
                    <a:pt x="819" y="307"/>
                  </a:lnTo>
                  <a:lnTo>
                    <a:pt x="818" y="307"/>
                  </a:lnTo>
                  <a:lnTo>
                    <a:pt x="818" y="307"/>
                  </a:lnTo>
                  <a:lnTo>
                    <a:pt x="817" y="307"/>
                  </a:lnTo>
                  <a:lnTo>
                    <a:pt x="816" y="307"/>
                  </a:lnTo>
                  <a:lnTo>
                    <a:pt x="816" y="307"/>
                  </a:lnTo>
                  <a:lnTo>
                    <a:pt x="815" y="307"/>
                  </a:lnTo>
                  <a:lnTo>
                    <a:pt x="814" y="307"/>
                  </a:lnTo>
                  <a:lnTo>
                    <a:pt x="814" y="308"/>
                  </a:lnTo>
                  <a:lnTo>
                    <a:pt x="813" y="308"/>
                  </a:lnTo>
                  <a:lnTo>
                    <a:pt x="813" y="308"/>
                  </a:lnTo>
                  <a:lnTo>
                    <a:pt x="811" y="309"/>
                  </a:lnTo>
                  <a:lnTo>
                    <a:pt x="810" y="309"/>
                  </a:lnTo>
                  <a:lnTo>
                    <a:pt x="810" y="310"/>
                  </a:lnTo>
                  <a:lnTo>
                    <a:pt x="810" y="309"/>
                  </a:lnTo>
                  <a:lnTo>
                    <a:pt x="810" y="310"/>
                  </a:lnTo>
                  <a:lnTo>
                    <a:pt x="810" y="310"/>
                  </a:lnTo>
                  <a:lnTo>
                    <a:pt x="810" y="310"/>
                  </a:lnTo>
                  <a:lnTo>
                    <a:pt x="808" y="311"/>
                  </a:lnTo>
                  <a:lnTo>
                    <a:pt x="808" y="311"/>
                  </a:lnTo>
                  <a:lnTo>
                    <a:pt x="808" y="312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06" y="313"/>
                  </a:lnTo>
                  <a:lnTo>
                    <a:pt x="806" y="314"/>
                  </a:lnTo>
                  <a:lnTo>
                    <a:pt x="806" y="315"/>
                  </a:lnTo>
                  <a:lnTo>
                    <a:pt x="806" y="315"/>
                  </a:lnTo>
                  <a:lnTo>
                    <a:pt x="805" y="316"/>
                  </a:lnTo>
                  <a:lnTo>
                    <a:pt x="805" y="316"/>
                  </a:lnTo>
                  <a:lnTo>
                    <a:pt x="805" y="317"/>
                  </a:lnTo>
                  <a:lnTo>
                    <a:pt x="805" y="318"/>
                  </a:lnTo>
                  <a:lnTo>
                    <a:pt x="805" y="319"/>
                  </a:lnTo>
                  <a:lnTo>
                    <a:pt x="805" y="320"/>
                  </a:lnTo>
                  <a:lnTo>
                    <a:pt x="805" y="320"/>
                  </a:lnTo>
                  <a:lnTo>
                    <a:pt x="805" y="321"/>
                  </a:lnTo>
                  <a:lnTo>
                    <a:pt x="805" y="321"/>
                  </a:lnTo>
                  <a:lnTo>
                    <a:pt x="805" y="322"/>
                  </a:lnTo>
                  <a:lnTo>
                    <a:pt x="805" y="322"/>
                  </a:lnTo>
                  <a:lnTo>
                    <a:pt x="805" y="323"/>
                  </a:lnTo>
                  <a:lnTo>
                    <a:pt x="804" y="323"/>
                  </a:lnTo>
                  <a:lnTo>
                    <a:pt x="804" y="323"/>
                  </a:lnTo>
                  <a:lnTo>
                    <a:pt x="804" y="323"/>
                  </a:lnTo>
                  <a:lnTo>
                    <a:pt x="804" y="323"/>
                  </a:lnTo>
                  <a:lnTo>
                    <a:pt x="803" y="323"/>
                  </a:lnTo>
                  <a:lnTo>
                    <a:pt x="803" y="323"/>
                  </a:lnTo>
                  <a:lnTo>
                    <a:pt x="802" y="323"/>
                  </a:lnTo>
                  <a:lnTo>
                    <a:pt x="802" y="323"/>
                  </a:lnTo>
                  <a:lnTo>
                    <a:pt x="801" y="323"/>
                  </a:lnTo>
                  <a:lnTo>
                    <a:pt x="801" y="322"/>
                  </a:lnTo>
                  <a:lnTo>
                    <a:pt x="801" y="321"/>
                  </a:lnTo>
                  <a:lnTo>
                    <a:pt x="800" y="321"/>
                  </a:lnTo>
                  <a:lnTo>
                    <a:pt x="800" y="321"/>
                  </a:lnTo>
                  <a:lnTo>
                    <a:pt x="800" y="320"/>
                  </a:lnTo>
                  <a:lnTo>
                    <a:pt x="800" y="320"/>
                  </a:lnTo>
                  <a:lnTo>
                    <a:pt x="799" y="320"/>
                  </a:lnTo>
                  <a:lnTo>
                    <a:pt x="798" y="320"/>
                  </a:lnTo>
                  <a:lnTo>
                    <a:pt x="797" y="320"/>
                  </a:lnTo>
                  <a:lnTo>
                    <a:pt x="797" y="320"/>
                  </a:lnTo>
                  <a:lnTo>
                    <a:pt x="796" y="320"/>
                  </a:lnTo>
                  <a:lnTo>
                    <a:pt x="795" y="320"/>
                  </a:lnTo>
                  <a:lnTo>
                    <a:pt x="794" y="321"/>
                  </a:lnTo>
                  <a:lnTo>
                    <a:pt x="794" y="321"/>
                  </a:lnTo>
                  <a:lnTo>
                    <a:pt x="793" y="321"/>
                  </a:lnTo>
                  <a:lnTo>
                    <a:pt x="790" y="323"/>
                  </a:lnTo>
                  <a:lnTo>
                    <a:pt x="789" y="323"/>
                  </a:lnTo>
                  <a:lnTo>
                    <a:pt x="789" y="324"/>
                  </a:lnTo>
                  <a:lnTo>
                    <a:pt x="788" y="324"/>
                  </a:lnTo>
                  <a:lnTo>
                    <a:pt x="787" y="324"/>
                  </a:lnTo>
                  <a:lnTo>
                    <a:pt x="787" y="324"/>
                  </a:lnTo>
                  <a:lnTo>
                    <a:pt x="787" y="324"/>
                  </a:lnTo>
                  <a:lnTo>
                    <a:pt x="786" y="323"/>
                  </a:lnTo>
                  <a:lnTo>
                    <a:pt x="785" y="323"/>
                  </a:lnTo>
                  <a:lnTo>
                    <a:pt x="785" y="323"/>
                  </a:lnTo>
                  <a:lnTo>
                    <a:pt x="784" y="323"/>
                  </a:lnTo>
                  <a:lnTo>
                    <a:pt x="784" y="322"/>
                  </a:lnTo>
                  <a:lnTo>
                    <a:pt x="784" y="322"/>
                  </a:lnTo>
                  <a:lnTo>
                    <a:pt x="783" y="322"/>
                  </a:lnTo>
                  <a:lnTo>
                    <a:pt x="783" y="322"/>
                  </a:lnTo>
                  <a:lnTo>
                    <a:pt x="783" y="322"/>
                  </a:lnTo>
                  <a:lnTo>
                    <a:pt x="782" y="322"/>
                  </a:lnTo>
                  <a:lnTo>
                    <a:pt x="782" y="321"/>
                  </a:lnTo>
                  <a:lnTo>
                    <a:pt x="782" y="321"/>
                  </a:lnTo>
                  <a:lnTo>
                    <a:pt x="781" y="321"/>
                  </a:lnTo>
                  <a:lnTo>
                    <a:pt x="781" y="320"/>
                  </a:lnTo>
                  <a:lnTo>
                    <a:pt x="781" y="320"/>
                  </a:lnTo>
                  <a:lnTo>
                    <a:pt x="780" y="320"/>
                  </a:lnTo>
                  <a:lnTo>
                    <a:pt x="780" y="320"/>
                  </a:lnTo>
                  <a:lnTo>
                    <a:pt x="780" y="320"/>
                  </a:lnTo>
                  <a:lnTo>
                    <a:pt x="780" y="319"/>
                  </a:lnTo>
                  <a:lnTo>
                    <a:pt x="779" y="319"/>
                  </a:lnTo>
                  <a:lnTo>
                    <a:pt x="779" y="317"/>
                  </a:lnTo>
                  <a:lnTo>
                    <a:pt x="778" y="317"/>
                  </a:lnTo>
                  <a:lnTo>
                    <a:pt x="778" y="316"/>
                  </a:lnTo>
                  <a:lnTo>
                    <a:pt x="778" y="315"/>
                  </a:lnTo>
                  <a:lnTo>
                    <a:pt x="778" y="315"/>
                  </a:lnTo>
                  <a:lnTo>
                    <a:pt x="778" y="314"/>
                  </a:lnTo>
                  <a:lnTo>
                    <a:pt x="778" y="314"/>
                  </a:lnTo>
                  <a:lnTo>
                    <a:pt x="778" y="314"/>
                  </a:lnTo>
                  <a:lnTo>
                    <a:pt x="778" y="313"/>
                  </a:lnTo>
                  <a:lnTo>
                    <a:pt x="778" y="313"/>
                  </a:lnTo>
                  <a:lnTo>
                    <a:pt x="778" y="312"/>
                  </a:lnTo>
                  <a:lnTo>
                    <a:pt x="778" y="312"/>
                  </a:lnTo>
                  <a:lnTo>
                    <a:pt x="778" y="311"/>
                  </a:lnTo>
                  <a:lnTo>
                    <a:pt x="777" y="310"/>
                  </a:lnTo>
                  <a:lnTo>
                    <a:pt x="777" y="310"/>
                  </a:lnTo>
                  <a:lnTo>
                    <a:pt x="777" y="309"/>
                  </a:lnTo>
                  <a:lnTo>
                    <a:pt x="777" y="308"/>
                  </a:lnTo>
                  <a:lnTo>
                    <a:pt x="777" y="308"/>
                  </a:lnTo>
                  <a:lnTo>
                    <a:pt x="776" y="307"/>
                  </a:lnTo>
                  <a:lnTo>
                    <a:pt x="776" y="306"/>
                  </a:lnTo>
                  <a:lnTo>
                    <a:pt x="776" y="306"/>
                  </a:lnTo>
                  <a:lnTo>
                    <a:pt x="776" y="305"/>
                  </a:lnTo>
                  <a:lnTo>
                    <a:pt x="776" y="305"/>
                  </a:lnTo>
                  <a:lnTo>
                    <a:pt x="776" y="305"/>
                  </a:lnTo>
                  <a:lnTo>
                    <a:pt x="776" y="304"/>
                  </a:lnTo>
                  <a:lnTo>
                    <a:pt x="776" y="303"/>
                  </a:lnTo>
                  <a:lnTo>
                    <a:pt x="776" y="303"/>
                  </a:lnTo>
                  <a:lnTo>
                    <a:pt x="776" y="302"/>
                  </a:lnTo>
                  <a:lnTo>
                    <a:pt x="776" y="302"/>
                  </a:lnTo>
                  <a:lnTo>
                    <a:pt x="775" y="301"/>
                  </a:lnTo>
                  <a:lnTo>
                    <a:pt x="775" y="301"/>
                  </a:lnTo>
                  <a:lnTo>
                    <a:pt x="775" y="300"/>
                  </a:lnTo>
                  <a:lnTo>
                    <a:pt x="775" y="300"/>
                  </a:lnTo>
                  <a:lnTo>
                    <a:pt x="775" y="299"/>
                  </a:lnTo>
                  <a:lnTo>
                    <a:pt x="775" y="298"/>
                  </a:lnTo>
                  <a:lnTo>
                    <a:pt x="775" y="298"/>
                  </a:lnTo>
                  <a:lnTo>
                    <a:pt x="775" y="297"/>
                  </a:lnTo>
                  <a:lnTo>
                    <a:pt x="776" y="297"/>
                  </a:lnTo>
                  <a:lnTo>
                    <a:pt x="776" y="297"/>
                  </a:lnTo>
                  <a:lnTo>
                    <a:pt x="776" y="296"/>
                  </a:lnTo>
                  <a:lnTo>
                    <a:pt x="777" y="295"/>
                  </a:lnTo>
                  <a:lnTo>
                    <a:pt x="777" y="294"/>
                  </a:lnTo>
                  <a:lnTo>
                    <a:pt x="777" y="294"/>
                  </a:lnTo>
                  <a:lnTo>
                    <a:pt x="777" y="294"/>
                  </a:lnTo>
                  <a:lnTo>
                    <a:pt x="778" y="293"/>
                  </a:lnTo>
                  <a:lnTo>
                    <a:pt x="779" y="293"/>
                  </a:lnTo>
                  <a:lnTo>
                    <a:pt x="779" y="293"/>
                  </a:lnTo>
                  <a:lnTo>
                    <a:pt x="779" y="293"/>
                  </a:lnTo>
                  <a:lnTo>
                    <a:pt x="780" y="293"/>
                  </a:lnTo>
                  <a:lnTo>
                    <a:pt x="780" y="292"/>
                  </a:lnTo>
                  <a:lnTo>
                    <a:pt x="780" y="292"/>
                  </a:lnTo>
                  <a:lnTo>
                    <a:pt x="780" y="292"/>
                  </a:lnTo>
                  <a:lnTo>
                    <a:pt x="781" y="292"/>
                  </a:lnTo>
                  <a:lnTo>
                    <a:pt x="781" y="291"/>
                  </a:lnTo>
                  <a:lnTo>
                    <a:pt x="781" y="291"/>
                  </a:lnTo>
                  <a:lnTo>
                    <a:pt x="782" y="291"/>
                  </a:lnTo>
                  <a:lnTo>
                    <a:pt x="782" y="291"/>
                  </a:lnTo>
                  <a:lnTo>
                    <a:pt x="783" y="292"/>
                  </a:lnTo>
                  <a:lnTo>
                    <a:pt x="783" y="292"/>
                  </a:lnTo>
                  <a:lnTo>
                    <a:pt x="784" y="292"/>
                  </a:lnTo>
                  <a:lnTo>
                    <a:pt x="786" y="292"/>
                  </a:lnTo>
                  <a:lnTo>
                    <a:pt x="786" y="293"/>
                  </a:lnTo>
                  <a:lnTo>
                    <a:pt x="786" y="293"/>
                  </a:lnTo>
                  <a:lnTo>
                    <a:pt x="787" y="293"/>
                  </a:lnTo>
                  <a:lnTo>
                    <a:pt x="787" y="294"/>
                  </a:lnTo>
                  <a:lnTo>
                    <a:pt x="788" y="294"/>
                  </a:lnTo>
                  <a:lnTo>
                    <a:pt x="788" y="295"/>
                  </a:lnTo>
                  <a:lnTo>
                    <a:pt x="789" y="295"/>
                  </a:lnTo>
                  <a:lnTo>
                    <a:pt x="789" y="295"/>
                  </a:lnTo>
                  <a:lnTo>
                    <a:pt x="789" y="296"/>
                  </a:lnTo>
                  <a:lnTo>
                    <a:pt x="790" y="296"/>
                  </a:lnTo>
                  <a:lnTo>
                    <a:pt x="790" y="297"/>
                  </a:lnTo>
                  <a:lnTo>
                    <a:pt x="792" y="300"/>
                  </a:lnTo>
                  <a:lnTo>
                    <a:pt x="792" y="300"/>
                  </a:lnTo>
                  <a:lnTo>
                    <a:pt x="792" y="301"/>
                  </a:lnTo>
                  <a:lnTo>
                    <a:pt x="793" y="301"/>
                  </a:lnTo>
                  <a:lnTo>
                    <a:pt x="793" y="301"/>
                  </a:lnTo>
                  <a:lnTo>
                    <a:pt x="793" y="301"/>
                  </a:lnTo>
                  <a:lnTo>
                    <a:pt x="793" y="301"/>
                  </a:lnTo>
                  <a:lnTo>
                    <a:pt x="794" y="302"/>
                  </a:lnTo>
                  <a:lnTo>
                    <a:pt x="794" y="302"/>
                  </a:lnTo>
                  <a:lnTo>
                    <a:pt x="795" y="302"/>
                  </a:lnTo>
                  <a:lnTo>
                    <a:pt x="795" y="303"/>
                  </a:lnTo>
                  <a:lnTo>
                    <a:pt x="795" y="303"/>
                  </a:lnTo>
                  <a:lnTo>
                    <a:pt x="796" y="304"/>
                  </a:lnTo>
                  <a:lnTo>
                    <a:pt x="796" y="304"/>
                  </a:lnTo>
                  <a:lnTo>
                    <a:pt x="796" y="304"/>
                  </a:lnTo>
                  <a:lnTo>
                    <a:pt x="797" y="305"/>
                  </a:lnTo>
                  <a:lnTo>
                    <a:pt x="797" y="304"/>
                  </a:lnTo>
                  <a:lnTo>
                    <a:pt x="797" y="306"/>
                  </a:lnTo>
                  <a:lnTo>
                    <a:pt x="798" y="306"/>
                  </a:lnTo>
                  <a:lnTo>
                    <a:pt x="798" y="307"/>
                  </a:lnTo>
                  <a:lnTo>
                    <a:pt x="799" y="308"/>
                  </a:lnTo>
                  <a:lnTo>
                    <a:pt x="799" y="308"/>
                  </a:lnTo>
                  <a:lnTo>
                    <a:pt x="800" y="308"/>
                  </a:lnTo>
                  <a:lnTo>
                    <a:pt x="800" y="308"/>
                  </a:lnTo>
                  <a:lnTo>
                    <a:pt x="800" y="308"/>
                  </a:lnTo>
                  <a:lnTo>
                    <a:pt x="800" y="308"/>
                  </a:lnTo>
                  <a:lnTo>
                    <a:pt x="801" y="308"/>
                  </a:lnTo>
                  <a:lnTo>
                    <a:pt x="801" y="308"/>
                  </a:lnTo>
                  <a:lnTo>
                    <a:pt x="801" y="307"/>
                  </a:lnTo>
                  <a:lnTo>
                    <a:pt x="802" y="307"/>
                  </a:lnTo>
                  <a:lnTo>
                    <a:pt x="802" y="307"/>
                  </a:lnTo>
                  <a:lnTo>
                    <a:pt x="802" y="307"/>
                  </a:lnTo>
                  <a:lnTo>
                    <a:pt x="802" y="306"/>
                  </a:lnTo>
                  <a:lnTo>
                    <a:pt x="802" y="306"/>
                  </a:lnTo>
                  <a:lnTo>
                    <a:pt x="802" y="305"/>
                  </a:lnTo>
                  <a:lnTo>
                    <a:pt x="802" y="305"/>
                  </a:lnTo>
                  <a:lnTo>
                    <a:pt x="803" y="304"/>
                  </a:lnTo>
                  <a:lnTo>
                    <a:pt x="803" y="304"/>
                  </a:lnTo>
                  <a:lnTo>
                    <a:pt x="803" y="303"/>
                  </a:lnTo>
                  <a:lnTo>
                    <a:pt x="803" y="303"/>
                  </a:lnTo>
                  <a:lnTo>
                    <a:pt x="804" y="303"/>
                  </a:lnTo>
                  <a:lnTo>
                    <a:pt x="805" y="303"/>
                  </a:lnTo>
                  <a:lnTo>
                    <a:pt x="806" y="302"/>
                  </a:lnTo>
                  <a:lnTo>
                    <a:pt x="806" y="302"/>
                  </a:lnTo>
                  <a:lnTo>
                    <a:pt x="806" y="302"/>
                  </a:lnTo>
                  <a:lnTo>
                    <a:pt x="807" y="302"/>
                  </a:lnTo>
                  <a:lnTo>
                    <a:pt x="807" y="302"/>
                  </a:lnTo>
                  <a:lnTo>
                    <a:pt x="809" y="302"/>
                  </a:lnTo>
                  <a:lnTo>
                    <a:pt x="810" y="301"/>
                  </a:lnTo>
                  <a:lnTo>
                    <a:pt x="810" y="301"/>
                  </a:lnTo>
                  <a:lnTo>
                    <a:pt x="810" y="301"/>
                  </a:lnTo>
                  <a:lnTo>
                    <a:pt x="810" y="300"/>
                  </a:lnTo>
                  <a:lnTo>
                    <a:pt x="809" y="300"/>
                  </a:lnTo>
                  <a:lnTo>
                    <a:pt x="809" y="300"/>
                  </a:lnTo>
                  <a:lnTo>
                    <a:pt x="809" y="300"/>
                  </a:lnTo>
                  <a:lnTo>
                    <a:pt x="808" y="300"/>
                  </a:lnTo>
                  <a:lnTo>
                    <a:pt x="808" y="300"/>
                  </a:lnTo>
                  <a:lnTo>
                    <a:pt x="807" y="300"/>
                  </a:lnTo>
                  <a:lnTo>
                    <a:pt x="807" y="300"/>
                  </a:lnTo>
                  <a:lnTo>
                    <a:pt x="807" y="299"/>
                  </a:lnTo>
                  <a:lnTo>
                    <a:pt x="807" y="299"/>
                  </a:lnTo>
                  <a:lnTo>
                    <a:pt x="806" y="299"/>
                  </a:lnTo>
                  <a:lnTo>
                    <a:pt x="806" y="298"/>
                  </a:lnTo>
                  <a:lnTo>
                    <a:pt x="805" y="298"/>
                  </a:lnTo>
                  <a:lnTo>
                    <a:pt x="805" y="298"/>
                  </a:lnTo>
                  <a:lnTo>
                    <a:pt x="805" y="297"/>
                  </a:lnTo>
                  <a:lnTo>
                    <a:pt x="805" y="297"/>
                  </a:lnTo>
                  <a:lnTo>
                    <a:pt x="805" y="296"/>
                  </a:lnTo>
                  <a:lnTo>
                    <a:pt x="805" y="296"/>
                  </a:lnTo>
                  <a:lnTo>
                    <a:pt x="805" y="296"/>
                  </a:lnTo>
                  <a:lnTo>
                    <a:pt x="805" y="295"/>
                  </a:lnTo>
                  <a:lnTo>
                    <a:pt x="805" y="295"/>
                  </a:lnTo>
                  <a:lnTo>
                    <a:pt x="805" y="294"/>
                  </a:lnTo>
                  <a:lnTo>
                    <a:pt x="805" y="294"/>
                  </a:lnTo>
                  <a:lnTo>
                    <a:pt x="806" y="293"/>
                  </a:lnTo>
                  <a:lnTo>
                    <a:pt x="806" y="293"/>
                  </a:lnTo>
                  <a:lnTo>
                    <a:pt x="806" y="293"/>
                  </a:lnTo>
                  <a:lnTo>
                    <a:pt x="806" y="293"/>
                  </a:lnTo>
                  <a:lnTo>
                    <a:pt x="807" y="293"/>
                  </a:lnTo>
                  <a:lnTo>
                    <a:pt x="807" y="293"/>
                  </a:lnTo>
                  <a:lnTo>
                    <a:pt x="807" y="292"/>
                  </a:lnTo>
                  <a:lnTo>
                    <a:pt x="808" y="292"/>
                  </a:lnTo>
                  <a:lnTo>
                    <a:pt x="808" y="292"/>
                  </a:lnTo>
                  <a:close/>
                </a:path>
                <a:path w="953" h="953">
                  <a:moveTo>
                    <a:pt x="286" y="122"/>
                  </a:moveTo>
                  <a:cubicBezTo>
                    <a:pt x="285" y="122"/>
                    <a:pt x="283" y="124"/>
                    <a:pt x="281" y="124"/>
                  </a:cubicBezTo>
                  <a:cubicBezTo>
                    <a:pt x="281" y="121"/>
                    <a:pt x="281" y="119"/>
                    <a:pt x="282" y="116"/>
                  </a:cubicBezTo>
                  <a:cubicBezTo>
                    <a:pt x="284" y="113"/>
                    <a:pt x="284" y="113"/>
                    <a:pt x="287" y="112"/>
                  </a:cubicBezTo>
                  <a:cubicBezTo>
                    <a:pt x="286" y="118"/>
                    <a:pt x="291" y="113"/>
                    <a:pt x="289" y="118"/>
                  </a:cubicBezTo>
                  <a:cubicBezTo>
                    <a:pt x="289" y="120"/>
                    <a:pt x="288" y="121"/>
                    <a:pt x="286" y="122"/>
                  </a:cubicBezTo>
                  <a:moveTo>
                    <a:pt x="296" y="101"/>
                  </a:moveTo>
                  <a:cubicBezTo>
                    <a:pt x="299" y="100"/>
                    <a:pt x="301" y="99"/>
                    <a:pt x="303" y="98"/>
                  </a:cubicBezTo>
                  <a:cubicBezTo>
                    <a:pt x="307" y="109"/>
                    <a:pt x="310" y="118"/>
                    <a:pt x="316" y="126"/>
                  </a:cubicBezTo>
                  <a:cubicBezTo>
                    <a:pt x="319" y="133"/>
                    <a:pt x="322" y="140"/>
                    <a:pt x="325" y="147"/>
                  </a:cubicBezTo>
                  <a:cubicBezTo>
                    <a:pt x="322" y="150"/>
                    <a:pt x="317" y="151"/>
                    <a:pt x="312" y="152"/>
                  </a:cubicBezTo>
                  <a:cubicBezTo>
                    <a:pt x="310" y="151"/>
                    <a:pt x="310" y="151"/>
                    <a:pt x="308" y="150"/>
                  </a:cubicBezTo>
                  <a:cubicBezTo>
                    <a:pt x="307" y="147"/>
                    <a:pt x="305" y="143"/>
                    <a:pt x="304" y="140"/>
                  </a:cubicBezTo>
                  <a:cubicBezTo>
                    <a:pt x="305" y="138"/>
                    <a:pt x="307" y="138"/>
                    <a:pt x="309" y="137"/>
                  </a:cubicBezTo>
                  <a:cubicBezTo>
                    <a:pt x="310" y="135"/>
                    <a:pt x="312" y="135"/>
                    <a:pt x="313" y="134"/>
                  </a:cubicBezTo>
                  <a:cubicBezTo>
                    <a:pt x="314" y="131"/>
                    <a:pt x="312" y="128"/>
                    <a:pt x="309" y="124"/>
                  </a:cubicBezTo>
                  <a:cubicBezTo>
                    <a:pt x="307" y="125"/>
                    <a:pt x="305" y="124"/>
                    <a:pt x="303" y="126"/>
                  </a:cubicBezTo>
                  <a:cubicBezTo>
                    <a:pt x="304" y="123"/>
                    <a:pt x="302" y="122"/>
                    <a:pt x="300" y="120"/>
                  </a:cubicBezTo>
                  <a:cubicBezTo>
                    <a:pt x="301" y="119"/>
                    <a:pt x="302" y="118"/>
                    <a:pt x="303" y="117"/>
                  </a:cubicBezTo>
                  <a:cubicBezTo>
                    <a:pt x="303" y="115"/>
                    <a:pt x="304" y="112"/>
                    <a:pt x="300" y="110"/>
                  </a:cubicBezTo>
                  <a:cubicBezTo>
                    <a:pt x="298" y="111"/>
                    <a:pt x="295" y="112"/>
                    <a:pt x="293" y="112"/>
                  </a:cubicBezTo>
                  <a:cubicBezTo>
                    <a:pt x="293" y="111"/>
                    <a:pt x="293" y="109"/>
                    <a:pt x="292" y="107"/>
                  </a:cubicBezTo>
                  <a:cubicBezTo>
                    <a:pt x="293" y="103"/>
                    <a:pt x="293" y="102"/>
                    <a:pt x="296" y="101"/>
                  </a:cubicBezTo>
                  <a:moveTo>
                    <a:pt x="295" y="170"/>
                  </a:moveTo>
                  <a:cubicBezTo>
                    <a:pt x="293" y="173"/>
                    <a:pt x="289" y="176"/>
                    <a:pt x="284" y="173"/>
                  </a:cubicBezTo>
                  <a:cubicBezTo>
                    <a:pt x="279" y="159"/>
                    <a:pt x="273" y="145"/>
                    <a:pt x="268" y="131"/>
                  </a:cubicBezTo>
                  <a:cubicBezTo>
                    <a:pt x="266" y="122"/>
                    <a:pt x="262" y="114"/>
                    <a:pt x="276" y="102"/>
                  </a:cubicBezTo>
                  <a:cubicBezTo>
                    <a:pt x="279" y="101"/>
                    <a:pt x="282" y="100"/>
                    <a:pt x="284" y="98"/>
                  </a:cubicBezTo>
                  <a:cubicBezTo>
                    <a:pt x="283" y="97"/>
                    <a:pt x="285" y="95"/>
                    <a:pt x="296" y="90"/>
                  </a:cubicBezTo>
                  <a:cubicBezTo>
                    <a:pt x="297" y="87"/>
                    <a:pt x="299" y="85"/>
                    <a:pt x="300" y="82"/>
                  </a:cubicBezTo>
                  <a:cubicBezTo>
                    <a:pt x="304" y="82"/>
                    <a:pt x="308" y="81"/>
                    <a:pt x="312" y="81"/>
                  </a:cubicBezTo>
                  <a:cubicBezTo>
                    <a:pt x="315" y="85"/>
                    <a:pt x="316" y="89"/>
                    <a:pt x="317" y="94"/>
                  </a:cubicBezTo>
                  <a:cubicBezTo>
                    <a:pt x="316" y="96"/>
                    <a:pt x="316" y="98"/>
                    <a:pt x="316" y="100"/>
                  </a:cubicBezTo>
                  <a:cubicBezTo>
                    <a:pt x="319" y="105"/>
                    <a:pt x="321" y="110"/>
                    <a:pt x="324" y="116"/>
                  </a:cubicBezTo>
                  <a:cubicBezTo>
                    <a:pt x="334" y="130"/>
                    <a:pt x="338" y="142"/>
                    <a:pt x="341" y="155"/>
                  </a:cubicBezTo>
                  <a:cubicBezTo>
                    <a:pt x="341" y="157"/>
                    <a:pt x="339" y="158"/>
                    <a:pt x="337" y="158"/>
                  </a:cubicBezTo>
                  <a:cubicBezTo>
                    <a:pt x="332" y="159"/>
                    <a:pt x="328" y="160"/>
                    <a:pt x="323" y="160"/>
                  </a:cubicBezTo>
                  <a:cubicBezTo>
                    <a:pt x="317" y="161"/>
                    <a:pt x="313" y="158"/>
                    <a:pt x="309" y="155"/>
                  </a:cubicBezTo>
                  <a:cubicBezTo>
                    <a:pt x="311" y="159"/>
                    <a:pt x="312" y="163"/>
                    <a:pt x="314" y="167"/>
                  </a:cubicBezTo>
                  <a:cubicBezTo>
                    <a:pt x="313" y="170"/>
                    <a:pt x="312" y="173"/>
                    <a:pt x="308" y="171"/>
                  </a:cubicBezTo>
                  <a:cubicBezTo>
                    <a:pt x="304" y="162"/>
                    <a:pt x="301" y="154"/>
                    <a:pt x="297" y="145"/>
                  </a:cubicBezTo>
                  <a:cubicBezTo>
                    <a:pt x="295" y="147"/>
                    <a:pt x="293" y="146"/>
                    <a:pt x="291" y="144"/>
                  </a:cubicBezTo>
                  <a:cubicBezTo>
                    <a:pt x="290" y="143"/>
                    <a:pt x="289" y="141"/>
                    <a:pt x="289" y="139"/>
                  </a:cubicBezTo>
                  <a:cubicBezTo>
                    <a:pt x="289" y="137"/>
                    <a:pt x="289" y="136"/>
                    <a:pt x="289" y="134"/>
                  </a:cubicBezTo>
                  <a:cubicBezTo>
                    <a:pt x="290" y="134"/>
                    <a:pt x="292" y="134"/>
                    <a:pt x="293" y="133"/>
                  </a:cubicBezTo>
                  <a:cubicBezTo>
                    <a:pt x="292" y="132"/>
                    <a:pt x="291" y="131"/>
                    <a:pt x="291" y="130"/>
                  </a:cubicBezTo>
                  <a:cubicBezTo>
                    <a:pt x="288" y="130"/>
                    <a:pt x="287" y="132"/>
                    <a:pt x="285" y="133"/>
                  </a:cubicBezTo>
                  <a:cubicBezTo>
                    <a:pt x="286" y="134"/>
                    <a:pt x="286" y="135"/>
                    <a:pt x="287" y="136"/>
                  </a:cubicBezTo>
                  <a:cubicBezTo>
                    <a:pt x="287" y="140"/>
                    <a:pt x="286" y="144"/>
                    <a:pt x="286" y="146"/>
                  </a:cubicBezTo>
                  <a:cubicBezTo>
                    <a:pt x="288" y="155"/>
                    <a:pt x="292" y="162"/>
                    <a:pt x="295" y="170"/>
                  </a:cubicBezTo>
                </a:path>
              </a:pathLst>
            </a:custGeom>
            <a:solidFill>
              <a:srgbClr val="BF312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l"/>
              <a:endParaRPr lang="zh-CN" altLang="en-US">
                <a:latin typeface="微软雅黑 Light" panose="020B0502040204020203" pitchFamily="34" charset="-122"/>
                <a:ea typeface="黑体" panose="02010609060101010101" pitchFamily="49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28" name="path"/>
            <p:cNvSpPr/>
            <p:nvPr/>
          </p:nvSpPr>
          <p:spPr>
            <a:xfrm>
              <a:off x="1494" y="996"/>
              <a:ext cx="3237" cy="142"/>
            </a:xfrm>
            <a:custGeom>
              <a:avLst/>
              <a:gdLst/>
              <a:ahLst/>
              <a:cxnLst/>
              <a:rect l="0" t="0" r="0" b="0"/>
              <a:pathLst>
                <a:path w="3237" h="141">
                  <a:moveTo>
                    <a:pt x="1829" y="9"/>
                  </a:moveTo>
                  <a:lnTo>
                    <a:pt x="1845" y="9"/>
                  </a:lnTo>
                  <a:lnTo>
                    <a:pt x="1845" y="132"/>
                  </a:lnTo>
                  <a:lnTo>
                    <a:pt x="1821" y="132"/>
                  </a:lnTo>
                  <a:lnTo>
                    <a:pt x="1785" y="35"/>
                  </a:lnTo>
                  <a:lnTo>
                    <a:pt x="1785" y="132"/>
                  </a:lnTo>
                  <a:lnTo>
                    <a:pt x="1768" y="132"/>
                  </a:lnTo>
                  <a:lnTo>
                    <a:pt x="1768" y="9"/>
                  </a:lnTo>
                  <a:lnTo>
                    <a:pt x="1792" y="9"/>
                  </a:lnTo>
                  <a:lnTo>
                    <a:pt x="1829" y="107"/>
                  </a:lnTo>
                  <a:lnTo>
                    <a:pt x="1829" y="9"/>
                  </a:lnTo>
                  <a:close/>
                  <a:moveTo>
                    <a:pt x="2518" y="9"/>
                  </a:moveTo>
                  <a:lnTo>
                    <a:pt x="2502" y="9"/>
                  </a:lnTo>
                  <a:lnTo>
                    <a:pt x="2477" y="69"/>
                  </a:lnTo>
                  <a:lnTo>
                    <a:pt x="2453" y="9"/>
                  </a:lnTo>
                  <a:lnTo>
                    <a:pt x="2436" y="9"/>
                  </a:lnTo>
                  <a:lnTo>
                    <a:pt x="2469" y="90"/>
                  </a:lnTo>
                  <a:lnTo>
                    <a:pt x="2469" y="132"/>
                  </a:lnTo>
                  <a:lnTo>
                    <a:pt x="2486" y="132"/>
                  </a:lnTo>
                  <a:lnTo>
                    <a:pt x="2486" y="90"/>
                  </a:lnTo>
                  <a:lnTo>
                    <a:pt x="2518" y="9"/>
                  </a:lnTo>
                  <a:close/>
                  <a:moveTo>
                    <a:pt x="1421" y="9"/>
                  </a:moveTo>
                  <a:lnTo>
                    <a:pt x="1438" y="9"/>
                  </a:lnTo>
                  <a:lnTo>
                    <a:pt x="1438" y="60"/>
                  </a:lnTo>
                  <a:lnTo>
                    <a:pt x="1478" y="60"/>
                  </a:lnTo>
                  <a:lnTo>
                    <a:pt x="1478" y="9"/>
                  </a:lnTo>
                  <a:lnTo>
                    <a:pt x="1495" y="9"/>
                  </a:lnTo>
                  <a:lnTo>
                    <a:pt x="1495" y="132"/>
                  </a:lnTo>
                  <a:lnTo>
                    <a:pt x="1478" y="132"/>
                  </a:lnTo>
                  <a:lnTo>
                    <a:pt x="1478" y="80"/>
                  </a:lnTo>
                  <a:lnTo>
                    <a:pt x="1438" y="80"/>
                  </a:lnTo>
                  <a:lnTo>
                    <a:pt x="1438" y="132"/>
                  </a:lnTo>
                  <a:lnTo>
                    <a:pt x="1421" y="132"/>
                  </a:lnTo>
                  <a:lnTo>
                    <a:pt x="1421" y="9"/>
                  </a:lnTo>
                  <a:close/>
                  <a:moveTo>
                    <a:pt x="2021" y="9"/>
                  </a:moveTo>
                  <a:lnTo>
                    <a:pt x="2080" y="9"/>
                  </a:lnTo>
                  <a:lnTo>
                    <a:pt x="2080" y="29"/>
                  </a:lnTo>
                  <a:lnTo>
                    <a:pt x="2038" y="29"/>
                  </a:lnTo>
                  <a:lnTo>
                    <a:pt x="2038" y="59"/>
                  </a:lnTo>
                  <a:lnTo>
                    <a:pt x="2075" y="59"/>
                  </a:lnTo>
                  <a:lnTo>
                    <a:pt x="2075" y="78"/>
                  </a:lnTo>
                  <a:lnTo>
                    <a:pt x="2038" y="78"/>
                  </a:lnTo>
                  <a:lnTo>
                    <a:pt x="2038" y="113"/>
                  </a:lnTo>
                  <a:lnTo>
                    <a:pt x="2082" y="113"/>
                  </a:lnTo>
                  <a:lnTo>
                    <a:pt x="2082" y="132"/>
                  </a:lnTo>
                  <a:lnTo>
                    <a:pt x="2021" y="132"/>
                  </a:lnTo>
                  <a:lnTo>
                    <a:pt x="2021" y="9"/>
                  </a:lnTo>
                  <a:close/>
                  <a:moveTo>
                    <a:pt x="1118" y="9"/>
                  </a:moveTo>
                  <a:lnTo>
                    <a:pt x="1175" y="9"/>
                  </a:lnTo>
                  <a:lnTo>
                    <a:pt x="1175" y="29"/>
                  </a:lnTo>
                  <a:lnTo>
                    <a:pt x="1135" y="29"/>
                  </a:lnTo>
                  <a:lnTo>
                    <a:pt x="1135" y="59"/>
                  </a:lnTo>
                  <a:lnTo>
                    <a:pt x="1170" y="59"/>
                  </a:lnTo>
                  <a:lnTo>
                    <a:pt x="1170" y="78"/>
                  </a:lnTo>
                  <a:lnTo>
                    <a:pt x="1135" y="78"/>
                  </a:lnTo>
                  <a:lnTo>
                    <a:pt x="1135" y="132"/>
                  </a:lnTo>
                  <a:lnTo>
                    <a:pt x="1118" y="132"/>
                  </a:lnTo>
                  <a:lnTo>
                    <a:pt x="1118" y="9"/>
                  </a:lnTo>
                  <a:close/>
                  <a:moveTo>
                    <a:pt x="2419" y="9"/>
                  </a:moveTo>
                  <a:lnTo>
                    <a:pt x="2419" y="29"/>
                  </a:lnTo>
                  <a:lnTo>
                    <a:pt x="2389" y="29"/>
                  </a:lnTo>
                  <a:lnTo>
                    <a:pt x="2389" y="132"/>
                  </a:lnTo>
                  <a:lnTo>
                    <a:pt x="2372" y="132"/>
                  </a:lnTo>
                  <a:lnTo>
                    <a:pt x="2372" y="29"/>
                  </a:lnTo>
                  <a:lnTo>
                    <a:pt x="2341" y="29"/>
                  </a:lnTo>
                  <a:lnTo>
                    <a:pt x="2341" y="9"/>
                  </a:lnTo>
                  <a:lnTo>
                    <a:pt x="2419" y="9"/>
                  </a:lnTo>
                  <a:close/>
                  <a:moveTo>
                    <a:pt x="1594" y="9"/>
                  </a:moveTo>
                  <a:lnTo>
                    <a:pt x="1594" y="29"/>
                  </a:lnTo>
                  <a:lnTo>
                    <a:pt x="1564" y="29"/>
                  </a:lnTo>
                  <a:lnTo>
                    <a:pt x="1564" y="132"/>
                  </a:lnTo>
                  <a:lnTo>
                    <a:pt x="1547" y="132"/>
                  </a:lnTo>
                  <a:lnTo>
                    <a:pt x="1547" y="29"/>
                  </a:lnTo>
                  <a:lnTo>
                    <a:pt x="1517" y="29"/>
                  </a:lnTo>
                  <a:lnTo>
                    <a:pt x="1517" y="9"/>
                  </a:lnTo>
                  <a:lnTo>
                    <a:pt x="1594" y="9"/>
                  </a:lnTo>
                  <a:close/>
                  <a:moveTo>
                    <a:pt x="1915" y="9"/>
                  </a:moveTo>
                  <a:lnTo>
                    <a:pt x="1932" y="9"/>
                  </a:lnTo>
                  <a:lnTo>
                    <a:pt x="1956" y="101"/>
                  </a:lnTo>
                  <a:lnTo>
                    <a:pt x="1981" y="9"/>
                  </a:lnTo>
                  <a:lnTo>
                    <a:pt x="1998" y="9"/>
                  </a:lnTo>
                  <a:lnTo>
                    <a:pt x="1965" y="132"/>
                  </a:lnTo>
                  <a:lnTo>
                    <a:pt x="1948" y="132"/>
                  </a:lnTo>
                  <a:lnTo>
                    <a:pt x="1915" y="9"/>
                  </a:lnTo>
                  <a:close/>
                  <a:moveTo>
                    <a:pt x="506" y="9"/>
                  </a:moveTo>
                  <a:lnTo>
                    <a:pt x="522" y="9"/>
                  </a:lnTo>
                  <a:lnTo>
                    <a:pt x="547" y="100"/>
                  </a:lnTo>
                  <a:lnTo>
                    <a:pt x="572" y="9"/>
                  </a:lnTo>
                  <a:lnTo>
                    <a:pt x="588" y="9"/>
                  </a:lnTo>
                  <a:lnTo>
                    <a:pt x="555" y="132"/>
                  </a:lnTo>
                  <a:lnTo>
                    <a:pt x="538" y="132"/>
                  </a:lnTo>
                  <a:lnTo>
                    <a:pt x="506" y="9"/>
                  </a:lnTo>
                  <a:close/>
                  <a:moveTo>
                    <a:pt x="443" y="80"/>
                  </a:moveTo>
                  <a:lnTo>
                    <a:pt x="454" y="41"/>
                  </a:lnTo>
                  <a:lnTo>
                    <a:pt x="464" y="80"/>
                  </a:lnTo>
                  <a:lnTo>
                    <a:pt x="443" y="80"/>
                  </a:lnTo>
                  <a:close/>
                  <a:moveTo>
                    <a:pt x="412" y="132"/>
                  </a:moveTo>
                  <a:lnTo>
                    <a:pt x="429" y="132"/>
                  </a:lnTo>
                  <a:lnTo>
                    <a:pt x="438" y="100"/>
                  </a:lnTo>
                  <a:lnTo>
                    <a:pt x="470" y="100"/>
                  </a:lnTo>
                  <a:lnTo>
                    <a:pt x="478" y="132"/>
                  </a:lnTo>
                  <a:lnTo>
                    <a:pt x="495" y="132"/>
                  </a:lnTo>
                  <a:lnTo>
                    <a:pt x="462" y="9"/>
                  </a:lnTo>
                  <a:lnTo>
                    <a:pt x="446" y="9"/>
                  </a:lnTo>
                  <a:lnTo>
                    <a:pt x="412" y="132"/>
                  </a:lnTo>
                  <a:close/>
                  <a:moveTo>
                    <a:pt x="288" y="9"/>
                  </a:moveTo>
                  <a:lnTo>
                    <a:pt x="305" y="9"/>
                  </a:lnTo>
                  <a:lnTo>
                    <a:pt x="305" y="113"/>
                  </a:lnTo>
                  <a:lnTo>
                    <a:pt x="350" y="113"/>
                  </a:lnTo>
                  <a:lnTo>
                    <a:pt x="350" y="132"/>
                  </a:lnTo>
                  <a:lnTo>
                    <a:pt x="288" y="132"/>
                  </a:lnTo>
                  <a:lnTo>
                    <a:pt x="288" y="9"/>
                  </a:lnTo>
                  <a:close/>
                  <a:moveTo>
                    <a:pt x="245" y="9"/>
                  </a:moveTo>
                  <a:lnTo>
                    <a:pt x="262" y="9"/>
                  </a:lnTo>
                  <a:lnTo>
                    <a:pt x="262" y="132"/>
                  </a:lnTo>
                  <a:lnTo>
                    <a:pt x="245" y="132"/>
                  </a:lnTo>
                  <a:lnTo>
                    <a:pt x="245" y="9"/>
                  </a:lnTo>
                  <a:close/>
                  <a:moveTo>
                    <a:pt x="136" y="9"/>
                  </a:moveTo>
                  <a:lnTo>
                    <a:pt x="153" y="9"/>
                  </a:lnTo>
                  <a:lnTo>
                    <a:pt x="178" y="101"/>
                  </a:lnTo>
                  <a:lnTo>
                    <a:pt x="202" y="9"/>
                  </a:lnTo>
                  <a:lnTo>
                    <a:pt x="219" y="9"/>
                  </a:lnTo>
                  <a:lnTo>
                    <a:pt x="186" y="132"/>
                  </a:lnTo>
                  <a:lnTo>
                    <a:pt x="170" y="132"/>
                  </a:lnTo>
                  <a:lnTo>
                    <a:pt x="136" y="9"/>
                  </a:lnTo>
                  <a:close/>
                  <a:moveTo>
                    <a:pt x="0" y="70"/>
                  </a:moveTo>
                  <a:cubicBezTo>
                    <a:pt x="0" y="115"/>
                    <a:pt x="22" y="141"/>
                    <a:pt x="68" y="129"/>
                  </a:cubicBezTo>
                  <a:lnTo>
                    <a:pt x="68" y="112"/>
                  </a:lnTo>
                  <a:cubicBezTo>
                    <a:pt x="31" y="124"/>
                    <a:pt x="17" y="100"/>
                    <a:pt x="17" y="70"/>
                  </a:cubicBezTo>
                  <a:cubicBezTo>
                    <a:pt x="17" y="41"/>
                    <a:pt x="31" y="17"/>
                    <a:pt x="68" y="29"/>
                  </a:cubicBezTo>
                  <a:lnTo>
                    <a:pt x="68" y="12"/>
                  </a:lnTo>
                  <a:cubicBezTo>
                    <a:pt x="22" y="0"/>
                    <a:pt x="0" y="26"/>
                    <a:pt x="0" y="70"/>
                  </a:cubicBezTo>
                  <a:moveTo>
                    <a:pt x="1391" y="13"/>
                  </a:moveTo>
                  <a:lnTo>
                    <a:pt x="1391" y="32"/>
                  </a:lnTo>
                  <a:cubicBezTo>
                    <a:pt x="1379" y="26"/>
                    <a:pt x="1364" y="23"/>
                    <a:pt x="1352" y="31"/>
                  </a:cubicBezTo>
                  <a:cubicBezTo>
                    <a:pt x="1339" y="38"/>
                    <a:pt x="1336" y="55"/>
                    <a:pt x="1336" y="71"/>
                  </a:cubicBezTo>
                  <a:cubicBezTo>
                    <a:pt x="1336" y="91"/>
                    <a:pt x="1338" y="115"/>
                    <a:pt x="1362" y="115"/>
                  </a:cubicBezTo>
                  <a:cubicBezTo>
                    <a:pt x="1379" y="115"/>
                    <a:pt x="1383" y="96"/>
                    <a:pt x="1382" y="82"/>
                  </a:cubicBezTo>
                  <a:lnTo>
                    <a:pt x="1362" y="82"/>
                  </a:lnTo>
                  <a:lnTo>
                    <a:pt x="1362" y="63"/>
                  </a:lnTo>
                  <a:lnTo>
                    <a:pt x="1399" y="63"/>
                  </a:lnTo>
                  <a:lnTo>
                    <a:pt x="1399" y="91"/>
                  </a:lnTo>
                  <a:cubicBezTo>
                    <a:pt x="1399" y="111"/>
                    <a:pt x="1386" y="132"/>
                    <a:pt x="1363" y="132"/>
                  </a:cubicBezTo>
                  <a:cubicBezTo>
                    <a:pt x="1325" y="132"/>
                    <a:pt x="1320" y="99"/>
                    <a:pt x="1320" y="68"/>
                  </a:cubicBezTo>
                  <a:cubicBezTo>
                    <a:pt x="1320" y="21"/>
                    <a:pt x="1346" y="0"/>
                    <a:pt x="1391" y="13"/>
                  </a:cubicBezTo>
                  <a:moveTo>
                    <a:pt x="2110" y="9"/>
                  </a:moveTo>
                  <a:lnTo>
                    <a:pt x="2135" y="9"/>
                  </a:lnTo>
                  <a:cubicBezTo>
                    <a:pt x="2160" y="9"/>
                    <a:pt x="2177" y="21"/>
                    <a:pt x="2176" y="47"/>
                  </a:cubicBezTo>
                  <a:cubicBezTo>
                    <a:pt x="2176" y="63"/>
                    <a:pt x="2171" y="77"/>
                    <a:pt x="2154" y="81"/>
                  </a:cubicBezTo>
                  <a:cubicBezTo>
                    <a:pt x="2165" y="93"/>
                    <a:pt x="2175" y="109"/>
                    <a:pt x="2181" y="132"/>
                  </a:cubicBezTo>
                  <a:lnTo>
                    <a:pt x="2164" y="132"/>
                  </a:lnTo>
                  <a:cubicBezTo>
                    <a:pt x="2159" y="112"/>
                    <a:pt x="2147" y="95"/>
                    <a:pt x="2138" y="84"/>
                  </a:cubicBezTo>
                  <a:lnTo>
                    <a:pt x="2126" y="84"/>
                  </a:lnTo>
                  <a:lnTo>
                    <a:pt x="2126" y="132"/>
                  </a:lnTo>
                  <a:lnTo>
                    <a:pt x="2110" y="132"/>
                  </a:lnTo>
                  <a:lnTo>
                    <a:pt x="2110" y="9"/>
                  </a:lnTo>
                  <a:close/>
                  <a:moveTo>
                    <a:pt x="2126" y="66"/>
                  </a:moveTo>
                  <a:cubicBezTo>
                    <a:pt x="2139" y="66"/>
                    <a:pt x="2151" y="66"/>
                    <a:pt x="2157" y="56"/>
                  </a:cubicBezTo>
                  <a:cubicBezTo>
                    <a:pt x="2159" y="52"/>
                    <a:pt x="2159" y="46"/>
                    <a:pt x="2158" y="41"/>
                  </a:cubicBezTo>
                  <a:cubicBezTo>
                    <a:pt x="2157" y="36"/>
                    <a:pt x="2155" y="31"/>
                    <a:pt x="2150" y="29"/>
                  </a:cubicBezTo>
                  <a:cubicBezTo>
                    <a:pt x="2144" y="27"/>
                    <a:pt x="2132" y="28"/>
                    <a:pt x="2126" y="28"/>
                  </a:cubicBezTo>
                  <a:lnTo>
                    <a:pt x="2126" y="66"/>
                  </a:lnTo>
                  <a:close/>
                  <a:moveTo>
                    <a:pt x="2207" y="25"/>
                  </a:moveTo>
                  <a:cubicBezTo>
                    <a:pt x="2213" y="15"/>
                    <a:pt x="2225" y="9"/>
                    <a:pt x="2240" y="9"/>
                  </a:cubicBezTo>
                  <a:cubicBezTo>
                    <a:pt x="2251" y="9"/>
                    <a:pt x="2259" y="11"/>
                    <a:pt x="2269" y="16"/>
                  </a:cubicBezTo>
                  <a:lnTo>
                    <a:pt x="2269" y="35"/>
                  </a:lnTo>
                  <a:cubicBezTo>
                    <a:pt x="2255" y="27"/>
                    <a:pt x="2225" y="21"/>
                    <a:pt x="2225" y="39"/>
                  </a:cubicBezTo>
                  <a:cubicBezTo>
                    <a:pt x="2227" y="55"/>
                    <a:pt x="2255" y="62"/>
                    <a:pt x="2267" y="74"/>
                  </a:cubicBezTo>
                  <a:cubicBezTo>
                    <a:pt x="2278" y="85"/>
                    <a:pt x="2280" y="98"/>
                    <a:pt x="2276" y="109"/>
                  </a:cubicBezTo>
                  <a:cubicBezTo>
                    <a:pt x="2267" y="133"/>
                    <a:pt x="2240" y="137"/>
                    <a:pt x="2213" y="127"/>
                  </a:cubicBezTo>
                  <a:lnTo>
                    <a:pt x="2209" y="125"/>
                  </a:lnTo>
                  <a:lnTo>
                    <a:pt x="2209" y="107"/>
                  </a:lnTo>
                  <a:cubicBezTo>
                    <a:pt x="2218" y="112"/>
                    <a:pt x="2229" y="116"/>
                    <a:pt x="2239" y="114"/>
                  </a:cubicBezTo>
                  <a:cubicBezTo>
                    <a:pt x="2247" y="113"/>
                    <a:pt x="2253" y="109"/>
                    <a:pt x="2256" y="104"/>
                  </a:cubicBezTo>
                  <a:cubicBezTo>
                    <a:pt x="2265" y="86"/>
                    <a:pt x="2235" y="76"/>
                    <a:pt x="2224" y="68"/>
                  </a:cubicBezTo>
                  <a:cubicBezTo>
                    <a:pt x="2210" y="57"/>
                    <a:pt x="2199" y="42"/>
                    <a:pt x="2207" y="25"/>
                  </a:cubicBezTo>
                  <a:moveTo>
                    <a:pt x="94" y="9"/>
                  </a:moveTo>
                  <a:lnTo>
                    <a:pt x="111" y="9"/>
                  </a:lnTo>
                  <a:lnTo>
                    <a:pt x="111" y="132"/>
                  </a:lnTo>
                  <a:lnTo>
                    <a:pt x="94" y="132"/>
                  </a:lnTo>
                  <a:lnTo>
                    <a:pt x="94" y="9"/>
                  </a:lnTo>
                  <a:close/>
                  <a:moveTo>
                    <a:pt x="604" y="9"/>
                  </a:moveTo>
                  <a:lnTo>
                    <a:pt x="621" y="9"/>
                  </a:lnTo>
                  <a:lnTo>
                    <a:pt x="621" y="132"/>
                  </a:lnTo>
                  <a:lnTo>
                    <a:pt x="604" y="132"/>
                  </a:lnTo>
                  <a:lnTo>
                    <a:pt x="604" y="9"/>
                  </a:lnTo>
                  <a:close/>
                  <a:moveTo>
                    <a:pt x="735" y="9"/>
                  </a:moveTo>
                  <a:lnTo>
                    <a:pt x="735" y="29"/>
                  </a:lnTo>
                  <a:lnTo>
                    <a:pt x="765" y="29"/>
                  </a:lnTo>
                  <a:lnTo>
                    <a:pt x="765" y="132"/>
                  </a:lnTo>
                  <a:lnTo>
                    <a:pt x="782" y="132"/>
                  </a:lnTo>
                  <a:lnTo>
                    <a:pt x="782" y="29"/>
                  </a:lnTo>
                  <a:lnTo>
                    <a:pt x="812" y="29"/>
                  </a:lnTo>
                  <a:lnTo>
                    <a:pt x="812" y="9"/>
                  </a:lnTo>
                  <a:lnTo>
                    <a:pt x="735" y="9"/>
                  </a:lnTo>
                  <a:close/>
                  <a:moveTo>
                    <a:pt x="834" y="9"/>
                  </a:moveTo>
                  <a:lnTo>
                    <a:pt x="850" y="9"/>
                  </a:lnTo>
                  <a:lnTo>
                    <a:pt x="850" y="132"/>
                  </a:lnTo>
                  <a:lnTo>
                    <a:pt x="834" y="132"/>
                  </a:lnTo>
                  <a:lnTo>
                    <a:pt x="834" y="9"/>
                  </a:lnTo>
                  <a:close/>
                  <a:moveTo>
                    <a:pt x="911" y="26"/>
                  </a:moveTo>
                  <a:cubicBezTo>
                    <a:pt x="873" y="26"/>
                    <a:pt x="873" y="116"/>
                    <a:pt x="911" y="116"/>
                  </a:cubicBezTo>
                  <a:cubicBezTo>
                    <a:pt x="948" y="116"/>
                    <a:pt x="948" y="26"/>
                    <a:pt x="911" y="26"/>
                  </a:cubicBezTo>
                  <a:moveTo>
                    <a:pt x="911" y="9"/>
                  </a:moveTo>
                  <a:cubicBezTo>
                    <a:pt x="971" y="9"/>
                    <a:pt x="971" y="132"/>
                    <a:pt x="911" y="132"/>
                  </a:cubicBezTo>
                  <a:cubicBezTo>
                    <a:pt x="851" y="132"/>
                    <a:pt x="851" y="9"/>
                    <a:pt x="911" y="9"/>
                  </a:cubicBezTo>
                  <a:moveTo>
                    <a:pt x="1281" y="9"/>
                  </a:moveTo>
                  <a:lnTo>
                    <a:pt x="1298" y="9"/>
                  </a:lnTo>
                  <a:lnTo>
                    <a:pt x="1298" y="132"/>
                  </a:lnTo>
                  <a:lnTo>
                    <a:pt x="1281" y="132"/>
                  </a:lnTo>
                  <a:lnTo>
                    <a:pt x="1281" y="9"/>
                  </a:lnTo>
                  <a:close/>
                  <a:moveTo>
                    <a:pt x="1875" y="9"/>
                  </a:moveTo>
                  <a:lnTo>
                    <a:pt x="1892" y="9"/>
                  </a:lnTo>
                  <a:lnTo>
                    <a:pt x="1892" y="132"/>
                  </a:lnTo>
                  <a:lnTo>
                    <a:pt x="1875" y="132"/>
                  </a:lnTo>
                  <a:lnTo>
                    <a:pt x="1875" y="9"/>
                  </a:lnTo>
                  <a:close/>
                  <a:moveTo>
                    <a:pt x="2301" y="9"/>
                  </a:moveTo>
                  <a:lnTo>
                    <a:pt x="2318" y="9"/>
                  </a:lnTo>
                  <a:lnTo>
                    <a:pt x="2318" y="132"/>
                  </a:lnTo>
                  <a:lnTo>
                    <a:pt x="2301" y="132"/>
                  </a:lnTo>
                  <a:lnTo>
                    <a:pt x="2301" y="9"/>
                  </a:lnTo>
                  <a:close/>
                  <a:moveTo>
                    <a:pt x="3002" y="9"/>
                  </a:moveTo>
                  <a:lnTo>
                    <a:pt x="3019" y="9"/>
                  </a:lnTo>
                  <a:lnTo>
                    <a:pt x="3019" y="132"/>
                  </a:lnTo>
                  <a:lnTo>
                    <a:pt x="3002" y="132"/>
                  </a:lnTo>
                  <a:lnTo>
                    <a:pt x="3002" y="9"/>
                  </a:lnTo>
                  <a:close/>
                  <a:moveTo>
                    <a:pt x="667" y="80"/>
                  </a:moveTo>
                  <a:lnTo>
                    <a:pt x="678" y="41"/>
                  </a:lnTo>
                  <a:lnTo>
                    <a:pt x="688" y="80"/>
                  </a:lnTo>
                  <a:lnTo>
                    <a:pt x="667" y="80"/>
                  </a:lnTo>
                  <a:close/>
                  <a:moveTo>
                    <a:pt x="637" y="132"/>
                  </a:moveTo>
                  <a:lnTo>
                    <a:pt x="653" y="132"/>
                  </a:lnTo>
                  <a:lnTo>
                    <a:pt x="662" y="100"/>
                  </a:lnTo>
                  <a:lnTo>
                    <a:pt x="694" y="100"/>
                  </a:lnTo>
                  <a:lnTo>
                    <a:pt x="702" y="132"/>
                  </a:lnTo>
                  <a:lnTo>
                    <a:pt x="719" y="132"/>
                  </a:lnTo>
                  <a:lnTo>
                    <a:pt x="686" y="9"/>
                  </a:lnTo>
                  <a:lnTo>
                    <a:pt x="669" y="9"/>
                  </a:lnTo>
                  <a:lnTo>
                    <a:pt x="637" y="132"/>
                  </a:lnTo>
                  <a:close/>
                  <a:moveTo>
                    <a:pt x="3185" y="80"/>
                  </a:moveTo>
                  <a:lnTo>
                    <a:pt x="3196" y="41"/>
                  </a:lnTo>
                  <a:lnTo>
                    <a:pt x="3206" y="80"/>
                  </a:lnTo>
                  <a:lnTo>
                    <a:pt x="3185" y="80"/>
                  </a:lnTo>
                  <a:close/>
                  <a:moveTo>
                    <a:pt x="3154" y="132"/>
                  </a:moveTo>
                  <a:lnTo>
                    <a:pt x="3171" y="132"/>
                  </a:lnTo>
                  <a:lnTo>
                    <a:pt x="3180" y="100"/>
                  </a:lnTo>
                  <a:lnTo>
                    <a:pt x="3212" y="100"/>
                  </a:lnTo>
                  <a:lnTo>
                    <a:pt x="3220" y="132"/>
                  </a:lnTo>
                  <a:lnTo>
                    <a:pt x="3237" y="132"/>
                  </a:lnTo>
                  <a:lnTo>
                    <a:pt x="3204" y="9"/>
                  </a:lnTo>
                  <a:lnTo>
                    <a:pt x="3187" y="9"/>
                  </a:lnTo>
                  <a:lnTo>
                    <a:pt x="3154" y="132"/>
                  </a:lnTo>
                  <a:close/>
                  <a:moveTo>
                    <a:pt x="2679" y="9"/>
                  </a:moveTo>
                  <a:lnTo>
                    <a:pt x="2736" y="9"/>
                  </a:lnTo>
                  <a:lnTo>
                    <a:pt x="2736" y="29"/>
                  </a:lnTo>
                  <a:lnTo>
                    <a:pt x="2696" y="29"/>
                  </a:lnTo>
                  <a:lnTo>
                    <a:pt x="2696" y="59"/>
                  </a:lnTo>
                  <a:lnTo>
                    <a:pt x="2731" y="59"/>
                  </a:lnTo>
                  <a:lnTo>
                    <a:pt x="2731" y="78"/>
                  </a:lnTo>
                  <a:lnTo>
                    <a:pt x="2696" y="78"/>
                  </a:lnTo>
                  <a:lnTo>
                    <a:pt x="2696" y="132"/>
                  </a:lnTo>
                  <a:lnTo>
                    <a:pt x="2679" y="132"/>
                  </a:lnTo>
                  <a:lnTo>
                    <a:pt x="2679" y="9"/>
                  </a:lnTo>
                  <a:close/>
                  <a:moveTo>
                    <a:pt x="1197" y="9"/>
                  </a:moveTo>
                  <a:lnTo>
                    <a:pt x="1214" y="9"/>
                  </a:lnTo>
                  <a:lnTo>
                    <a:pt x="1214" y="113"/>
                  </a:lnTo>
                  <a:lnTo>
                    <a:pt x="1259" y="113"/>
                  </a:lnTo>
                  <a:lnTo>
                    <a:pt x="1259" y="132"/>
                  </a:lnTo>
                  <a:lnTo>
                    <a:pt x="1197" y="132"/>
                  </a:lnTo>
                  <a:lnTo>
                    <a:pt x="1197" y="9"/>
                  </a:lnTo>
                  <a:close/>
                  <a:moveTo>
                    <a:pt x="2611" y="26"/>
                  </a:moveTo>
                  <a:cubicBezTo>
                    <a:pt x="2574" y="26"/>
                    <a:pt x="2574" y="116"/>
                    <a:pt x="2611" y="116"/>
                  </a:cubicBezTo>
                  <a:cubicBezTo>
                    <a:pt x="2649" y="116"/>
                    <a:pt x="2649" y="26"/>
                    <a:pt x="2611" y="26"/>
                  </a:cubicBezTo>
                  <a:moveTo>
                    <a:pt x="2611" y="9"/>
                  </a:moveTo>
                  <a:cubicBezTo>
                    <a:pt x="2671" y="9"/>
                    <a:pt x="2671" y="132"/>
                    <a:pt x="2611" y="132"/>
                  </a:cubicBezTo>
                  <a:cubicBezTo>
                    <a:pt x="2551" y="132"/>
                    <a:pt x="2551" y="9"/>
                    <a:pt x="2611" y="9"/>
                  </a:cubicBezTo>
                  <a:moveTo>
                    <a:pt x="2899" y="9"/>
                  </a:moveTo>
                  <a:lnTo>
                    <a:pt x="2916" y="9"/>
                  </a:lnTo>
                  <a:lnTo>
                    <a:pt x="2916" y="60"/>
                  </a:lnTo>
                  <a:lnTo>
                    <a:pt x="2956" y="60"/>
                  </a:lnTo>
                  <a:lnTo>
                    <a:pt x="2956" y="9"/>
                  </a:lnTo>
                  <a:lnTo>
                    <a:pt x="2973" y="9"/>
                  </a:lnTo>
                  <a:lnTo>
                    <a:pt x="2973" y="132"/>
                  </a:lnTo>
                  <a:lnTo>
                    <a:pt x="2956" y="132"/>
                  </a:lnTo>
                  <a:lnTo>
                    <a:pt x="2956" y="80"/>
                  </a:lnTo>
                  <a:lnTo>
                    <a:pt x="2916" y="80"/>
                  </a:lnTo>
                  <a:lnTo>
                    <a:pt x="2916" y="132"/>
                  </a:lnTo>
                  <a:lnTo>
                    <a:pt x="2899" y="132"/>
                  </a:lnTo>
                  <a:lnTo>
                    <a:pt x="2899" y="9"/>
                  </a:lnTo>
                  <a:close/>
                  <a:moveTo>
                    <a:pt x="2803" y="84"/>
                  </a:moveTo>
                  <a:cubicBezTo>
                    <a:pt x="2807" y="123"/>
                    <a:pt x="2831" y="139"/>
                    <a:pt x="2870" y="129"/>
                  </a:cubicBezTo>
                  <a:lnTo>
                    <a:pt x="2870" y="112"/>
                  </a:lnTo>
                  <a:cubicBezTo>
                    <a:pt x="2833" y="124"/>
                    <a:pt x="2819" y="100"/>
                    <a:pt x="2819" y="70"/>
                  </a:cubicBezTo>
                  <a:cubicBezTo>
                    <a:pt x="2819" y="41"/>
                    <a:pt x="2833" y="17"/>
                    <a:pt x="2870" y="29"/>
                  </a:cubicBezTo>
                  <a:lnTo>
                    <a:pt x="2870" y="12"/>
                  </a:lnTo>
                  <a:cubicBezTo>
                    <a:pt x="2831" y="2"/>
                    <a:pt x="2807" y="19"/>
                    <a:pt x="2803" y="57"/>
                  </a:cubicBezTo>
                  <a:cubicBezTo>
                    <a:pt x="2802" y="66"/>
                    <a:pt x="2802" y="75"/>
                    <a:pt x="2803" y="84"/>
                  </a:cubicBezTo>
                  <a:moveTo>
                    <a:pt x="1738" y="9"/>
                  </a:moveTo>
                  <a:lnTo>
                    <a:pt x="1738" y="94"/>
                  </a:lnTo>
                  <a:cubicBezTo>
                    <a:pt x="1738" y="115"/>
                    <a:pt x="1721" y="132"/>
                    <a:pt x="1701" y="132"/>
                  </a:cubicBezTo>
                  <a:cubicBezTo>
                    <a:pt x="1680" y="132"/>
                    <a:pt x="1663" y="115"/>
                    <a:pt x="1663" y="94"/>
                  </a:cubicBezTo>
                  <a:lnTo>
                    <a:pt x="1663" y="9"/>
                  </a:lnTo>
                  <a:lnTo>
                    <a:pt x="1680" y="9"/>
                  </a:lnTo>
                  <a:lnTo>
                    <a:pt x="1680" y="94"/>
                  </a:lnTo>
                  <a:cubicBezTo>
                    <a:pt x="1680" y="106"/>
                    <a:pt x="1689" y="115"/>
                    <a:pt x="1701" y="115"/>
                  </a:cubicBezTo>
                  <a:cubicBezTo>
                    <a:pt x="1712" y="115"/>
                    <a:pt x="1721" y="106"/>
                    <a:pt x="1721" y="94"/>
                  </a:cubicBezTo>
                  <a:lnTo>
                    <a:pt x="1721" y="9"/>
                  </a:lnTo>
                  <a:lnTo>
                    <a:pt x="1738" y="9"/>
                  </a:lnTo>
                  <a:close/>
                  <a:moveTo>
                    <a:pt x="3108" y="9"/>
                  </a:moveTo>
                  <a:lnTo>
                    <a:pt x="3125" y="9"/>
                  </a:lnTo>
                  <a:lnTo>
                    <a:pt x="3125" y="132"/>
                  </a:lnTo>
                  <a:lnTo>
                    <a:pt x="3101" y="132"/>
                  </a:lnTo>
                  <a:lnTo>
                    <a:pt x="3064" y="35"/>
                  </a:lnTo>
                  <a:lnTo>
                    <a:pt x="3064" y="132"/>
                  </a:lnTo>
                  <a:lnTo>
                    <a:pt x="3048" y="132"/>
                  </a:lnTo>
                  <a:lnTo>
                    <a:pt x="3048" y="9"/>
                  </a:lnTo>
                  <a:lnTo>
                    <a:pt x="3072" y="9"/>
                  </a:lnTo>
                  <a:lnTo>
                    <a:pt x="3108" y="107"/>
                  </a:lnTo>
                  <a:lnTo>
                    <a:pt x="3108" y="9"/>
                  </a:lnTo>
                  <a:close/>
                  <a:moveTo>
                    <a:pt x="1032" y="9"/>
                  </a:moveTo>
                  <a:lnTo>
                    <a:pt x="1049" y="9"/>
                  </a:lnTo>
                  <a:lnTo>
                    <a:pt x="1049" y="132"/>
                  </a:lnTo>
                  <a:lnTo>
                    <a:pt x="1025" y="132"/>
                  </a:lnTo>
                  <a:lnTo>
                    <a:pt x="988" y="35"/>
                  </a:lnTo>
                  <a:lnTo>
                    <a:pt x="988" y="132"/>
                  </a:lnTo>
                  <a:lnTo>
                    <a:pt x="971" y="132"/>
                  </a:lnTo>
                  <a:lnTo>
                    <a:pt x="971" y="9"/>
                  </a:lnTo>
                  <a:lnTo>
                    <a:pt x="995" y="9"/>
                  </a:lnTo>
                  <a:lnTo>
                    <a:pt x="1032" y="107"/>
                  </a:lnTo>
                  <a:lnTo>
                    <a:pt x="1032" y="9"/>
                  </a:lnTo>
                  <a:close/>
                </a:path>
              </a:pathLst>
            </a:custGeom>
            <a:solidFill>
              <a:srgbClr val="BF312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l"/>
              <a:endParaRPr lang="zh-CN" altLang="en-US">
                <a:latin typeface="微软雅黑 Light" panose="020B0502040204020203" pitchFamily="34" charset="-122"/>
                <a:ea typeface="黑体" panose="02010609060101010101" pitchFamily="49" charset="-122"/>
                <a:sym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  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731520" cy="731520"/>
          </a:xfrm>
          <a:prstGeom prst="ellipse">
            <a:avLst/>
          </a:prstGeom>
          <a:solidFill>
            <a:srgbClr val="2B579A"/>
          </a:solidFill>
        </p:spPr>
      </p:sp>
      <p:sp>
        <p:nvSpPr>
          <p:cNvPr id="6" name="Text 4"/>
          <p:cNvSpPr/>
          <p:nvPr/>
        </p:nvSpPr>
        <p:spPr>
          <a:xfrm>
            <a:off x="1371600" y="13716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研究背景与意义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71600" y="2560320"/>
            <a:ext cx="731520" cy="73152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9" name="Text 7"/>
          <p:cNvSpPr/>
          <p:nvPr/>
        </p:nvSpPr>
        <p:spPr>
          <a:xfrm>
            <a:off x="1371600" y="256032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377440" y="26060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系统总体设计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371600" y="3749040"/>
            <a:ext cx="731520" cy="731520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12" name="Text 10"/>
          <p:cNvSpPr/>
          <p:nvPr/>
        </p:nvSpPr>
        <p:spPr>
          <a:xfrm>
            <a:off x="1371600" y="374904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377440" y="37947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关键技术与实现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71600" y="4937760"/>
            <a:ext cx="731520" cy="731520"/>
          </a:xfrm>
          <a:prstGeom prst="ellipse">
            <a:avLst/>
          </a:prstGeom>
          <a:solidFill>
            <a:srgbClr val="D32F2F"/>
          </a:solidFill>
        </p:spPr>
      </p:sp>
      <p:sp>
        <p:nvSpPr>
          <p:cNvPr id="15" name="Text 13"/>
          <p:cNvSpPr/>
          <p:nvPr/>
        </p:nvSpPr>
        <p:spPr>
          <a:xfrm>
            <a:off x="1371600" y="493776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77440" y="498348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测试、结论与展望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18" name="Text 16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B57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研究背景与意义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2743200" cy="36576"/>
          </a:xfrm>
          <a:prstGeom prst="rect">
            <a:avLst/>
          </a:prstGeom>
          <a:solidFill>
            <a:srgbClr val="FFC107"/>
          </a:solidFill>
        </p:spPr>
      </p:sp>
      <p:sp>
        <p:nvSpPr>
          <p:cNvPr id="6" name="Text 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研究背景与意义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Research Background and Significance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【研究背景】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航空电子显示器是飞机驾驶舱核心系统，ND是飞行员获取位置、导航信息的重要途径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956816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A320作为全球最广泛使用的客机之一，其ND系统涵盖五种显示模式，功能完整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40864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传统教学依赖专业模拟设备，成本高、部署复杂，学生难以便捷接触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724912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【研究意义】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提供低成本、跨平台的ND模拟教学工具，辅助导航原理等课程教学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无需专业硬件设备，学生通过浏览器即可随时访问学习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877056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帮助非飞行专业学生直观理解导航显示器工作原理，理论与实践结合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14" name="Text 12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研究现状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Current Research Status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【传统模拟器方法】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采用C/C++、专业图形库开发，依赖X-Plane/Flight Gear等平台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956816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部署复杂、跨平台能力有限、硬件成本高（数万元级）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40864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【现有Web模拟器不足】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24912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现有Web成果集中于通用仪表，缺乏对A320 ND复杂系统的深度模拟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多数系统缺乏教学讲解功能、不支持用户自定义航路、不支持模式切换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【本设计目标】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3877056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利用Web前端技术，实现A320 ND五种模式的完整显示与切换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261104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集成教学辅助功能，支持自定义地图数据导入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645152"/>
            <a:ext cx="10972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成为低门槛、跨平台的航空教学工具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16" name="Text 1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E7D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系统总体设计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2743200" cy="36576"/>
          </a:xfrm>
          <a:prstGeom prst="rect">
            <a:avLst/>
          </a:prstGeom>
          <a:solidFill>
            <a:srgbClr val="FFC107"/>
          </a:solidFill>
        </p:spPr>
      </p:sp>
      <p:sp>
        <p:nvSpPr>
          <p:cNvPr id="6" name="Text 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系统总体架构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2B579A"/>
          </a:solidFill>
        </p:spPr>
      </p:sp>
      <p:sp>
        <p:nvSpPr>
          <p:cNvPr id="6" name="Text 4"/>
          <p:cNvSpPr/>
          <p:nvPr/>
        </p:nvSpPr>
        <p:spPr>
          <a:xfrm>
            <a:off x="1097280" y="1280160"/>
            <a:ext cx="9601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显示层 (Presentation Layer)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ND Canvas绘制 · EFIS控制面板UI · 航路管理界面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242316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</a:rPr>
              <a:t>▼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2E7D32"/>
          </a:solidFill>
        </p:spPr>
      </p:sp>
      <p:sp>
        <p:nvSpPr>
          <p:cNvPr id="10" name="Text 8"/>
          <p:cNvSpPr/>
          <p:nvPr/>
        </p:nvSpPr>
        <p:spPr>
          <a:xfrm>
            <a:off x="1097280" y="2834640"/>
            <a:ext cx="9601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控制层 (Control Layer)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29184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React状态管理 · Context全局共享 · 事件处理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39776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</a:rPr>
              <a:t>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E65100"/>
          </a:solidFill>
        </p:spPr>
      </p:sp>
      <p:sp>
        <p:nvSpPr>
          <p:cNvPr id="14" name="Text 12"/>
          <p:cNvSpPr/>
          <p:nvPr/>
        </p:nvSpPr>
        <p:spPr>
          <a:xfrm>
            <a:off x="1097280" y="4389120"/>
            <a:ext cx="9601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服务层 (Service Layer)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84632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地图数据服务 · 飞行计划管理 · VOR/ILS导航计算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17" name="Text 15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技术栈选型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5F5F5"/>
          </a:solidFill>
          <a:effectLst>
            <a:outerShdw blurRad="76200" dist="25400" dir="16200000" algn="bl" rotWithShape="0">
              <a:srgbClr val="CCCCCC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React 19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2011680" cy="27432"/>
          </a:xfrm>
          <a:prstGeom prst="rect">
            <a:avLst/>
          </a:prstGeom>
          <a:solidFill>
            <a:srgbClr val="61DAFB"/>
          </a:solidFill>
        </p:spPr>
      </p:sp>
      <p:sp>
        <p:nvSpPr>
          <p:cNvPr id="8" name="Text 6"/>
          <p:cNvSpPr/>
          <p:nvPr/>
        </p:nvSpPr>
        <p:spPr>
          <a:xfrm>
            <a:off x="731520" y="2286000"/>
            <a:ext cx="21945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组件化开发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虚拟DOM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Context API状态管理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5F5F5"/>
          </a:solidFill>
          <a:effectLst>
            <a:outerShdw blurRad="76200" dist="25400" dir="16200000" algn="bl" rotWithShape="0">
              <a:srgbClr val="CCCCCC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37160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Canvas 2D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0" y="2011680"/>
            <a:ext cx="2011680" cy="27432"/>
          </a:xfrm>
          <a:prstGeom prst="rect">
            <a:avLst/>
          </a:prstGeom>
          <a:solidFill>
            <a:srgbClr val="FF6C37"/>
          </a:solidFill>
        </p:spPr>
      </p:sp>
      <p:sp>
        <p:nvSpPr>
          <p:cNvPr id="12" name="Text 10"/>
          <p:cNvSpPr/>
          <p:nvPr/>
        </p:nvSpPr>
        <p:spPr>
          <a:xfrm>
            <a:off x="3566160" y="2286000"/>
            <a:ext cx="21945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像素级渲染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60FPS动画循环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分层绘制架构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5F5F5"/>
          </a:solidFill>
          <a:effectLst>
            <a:outerShdw blurRad="76200" dist="25400" dir="16200000" algn="bl" rotWithShape="0">
              <a:srgbClr val="CCCCCC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37160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Vite 5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92240" y="2011680"/>
            <a:ext cx="2011680" cy="27432"/>
          </a:xfrm>
          <a:prstGeom prst="rect">
            <a:avLst/>
          </a:prstGeom>
          <a:solidFill>
            <a:srgbClr val="646CFF"/>
          </a:solidFill>
        </p:spPr>
      </p:sp>
      <p:sp>
        <p:nvSpPr>
          <p:cNvPr id="16" name="Text 14"/>
          <p:cNvSpPr/>
          <p:nvPr/>
        </p:nvSpPr>
        <p:spPr>
          <a:xfrm>
            <a:off x="6400800" y="2286000"/>
            <a:ext cx="21945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快速冷启动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ESM热模块替换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Rollup生产构建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11887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5F5F5"/>
          </a:solidFill>
          <a:effectLst>
            <a:outerShdw blurRad="76200" dist="25400" dir="16200000" algn="bl" rotWithShape="0">
              <a:srgbClr val="CCCCCC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137160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326880" y="2011680"/>
            <a:ext cx="2011680" cy="27432"/>
          </a:xfrm>
          <a:prstGeom prst="rect">
            <a:avLst/>
          </a:prstGeom>
          <a:solidFill>
            <a:srgbClr val="F7DF1E"/>
          </a:solidFill>
        </p:spPr>
      </p:sp>
      <p:sp>
        <p:nvSpPr>
          <p:cNvPr id="20" name="Text 18"/>
          <p:cNvSpPr/>
          <p:nvPr/>
        </p:nvSpPr>
        <p:spPr>
          <a:xfrm>
            <a:off x="9235440" y="2286000"/>
            <a:ext cx="21945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浏览器原生支持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事件驱动异步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JSON原生支持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22" name="Text 20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关键技术与实现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2743200" cy="36576"/>
          </a:xfrm>
          <a:prstGeom prst="rect">
            <a:avLst/>
          </a:prstGeom>
          <a:solidFill>
            <a:srgbClr val="FFC107"/>
          </a:solidFill>
        </p:spPr>
      </p:sp>
      <p:sp>
        <p:nvSpPr>
          <p:cNvPr id="6" name="Text 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五种ND显示模式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Five ND Display Modes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148840" cy="4389120"/>
          </a:xfrm>
          <a:prstGeom prst="roundRect">
            <a:avLst>
              <a:gd name="adj" fmla="val 4255"/>
            </a:avLst>
          </a:prstGeom>
          <a:solidFill>
            <a:srgbClr val="F5F5F5"/>
          </a:solidFill>
        </p:spPr>
      </p:sp>
      <p:sp>
        <p:nvSpPr>
          <p:cNvPr id="6" name="Shape 4"/>
          <p:cNvSpPr/>
          <p:nvPr/>
        </p:nvSpPr>
        <p:spPr>
          <a:xfrm>
            <a:off x="365760" y="1188720"/>
            <a:ext cx="2148840" cy="54864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7" name="Text 5"/>
          <p:cNvSpPr/>
          <p:nvPr/>
        </p:nvSpPr>
        <p:spPr>
          <a:xfrm>
            <a:off x="365760" y="1371600"/>
            <a:ext cx="2148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57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ROSE NAV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18745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全罗盘导航模式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飞机居中，航向朝上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显示360°导航信息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2148840" cy="4389120"/>
          </a:xfrm>
          <a:prstGeom prst="roundRect">
            <a:avLst>
              <a:gd name="adj" fmla="val 4255"/>
            </a:avLst>
          </a:prstGeom>
          <a:solidFill>
            <a:srgbClr val="F5F5F5"/>
          </a:solidFill>
        </p:spPr>
      </p:sp>
      <p:sp>
        <p:nvSpPr>
          <p:cNvPr id="10" name="Shape 8"/>
          <p:cNvSpPr/>
          <p:nvPr/>
        </p:nvSpPr>
        <p:spPr>
          <a:xfrm>
            <a:off x="2697480" y="1188720"/>
            <a:ext cx="2148840" cy="54864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1" name="Text 9"/>
          <p:cNvSpPr/>
          <p:nvPr/>
        </p:nvSpPr>
        <p:spPr>
          <a:xfrm>
            <a:off x="2697480" y="1371600"/>
            <a:ext cx="2148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ROSE ILS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1920240"/>
            <a:ext cx="18745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仪表着陆模式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航向道/下滑道偏差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精密进近引导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188720"/>
            <a:ext cx="2148840" cy="4389120"/>
          </a:xfrm>
          <a:prstGeom prst="roundRect">
            <a:avLst>
              <a:gd name="adj" fmla="val 4255"/>
            </a:avLst>
          </a:prstGeom>
          <a:solidFill>
            <a:srgbClr val="F5F5F5"/>
          </a:solidFill>
        </p:spPr>
      </p:sp>
      <p:sp>
        <p:nvSpPr>
          <p:cNvPr id="14" name="Shape 12"/>
          <p:cNvSpPr/>
          <p:nvPr/>
        </p:nvSpPr>
        <p:spPr>
          <a:xfrm>
            <a:off x="5029200" y="1188720"/>
            <a:ext cx="2148840" cy="54864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15" name="Text 13"/>
          <p:cNvSpPr/>
          <p:nvPr/>
        </p:nvSpPr>
        <p:spPr>
          <a:xfrm>
            <a:off x="5029200" y="1371600"/>
            <a:ext cx="2148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ROSE VOR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66360" y="1920240"/>
            <a:ext cx="18745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VOR导航模式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CDI偏航指示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TO/FROM判断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60920" y="1188720"/>
            <a:ext cx="2148840" cy="4389120"/>
          </a:xfrm>
          <a:prstGeom prst="roundRect">
            <a:avLst>
              <a:gd name="adj" fmla="val 4255"/>
            </a:avLst>
          </a:prstGeom>
          <a:solidFill>
            <a:srgbClr val="F5F5F5"/>
          </a:solidFill>
        </p:spPr>
      </p:sp>
      <p:sp>
        <p:nvSpPr>
          <p:cNvPr id="18" name="Shape 16"/>
          <p:cNvSpPr/>
          <p:nvPr/>
        </p:nvSpPr>
        <p:spPr>
          <a:xfrm>
            <a:off x="7360920" y="1188720"/>
            <a:ext cx="2148840" cy="54864"/>
          </a:xfrm>
          <a:prstGeom prst="rect">
            <a:avLst/>
          </a:prstGeom>
          <a:solidFill>
            <a:srgbClr val="D32F2F"/>
          </a:solidFill>
        </p:spPr>
      </p:sp>
      <p:sp>
        <p:nvSpPr>
          <p:cNvPr id="19" name="Text 17"/>
          <p:cNvSpPr/>
          <p:nvPr/>
        </p:nvSpPr>
        <p:spPr>
          <a:xfrm>
            <a:off x="7360920" y="1371600"/>
            <a:ext cx="2148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32F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0" y="1920240"/>
            <a:ext cx="18745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扇形显示模式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前方90°扇形区域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底部居中显示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188720"/>
            <a:ext cx="2148840" cy="4389120"/>
          </a:xfrm>
          <a:prstGeom prst="roundRect">
            <a:avLst>
              <a:gd name="adj" fmla="val 4255"/>
            </a:avLst>
          </a:prstGeom>
          <a:solidFill>
            <a:srgbClr val="F5F5F5"/>
          </a:solidFill>
        </p:spPr>
      </p:sp>
      <p:sp>
        <p:nvSpPr>
          <p:cNvPr id="22" name="Shape 20"/>
          <p:cNvSpPr/>
          <p:nvPr/>
        </p:nvSpPr>
        <p:spPr>
          <a:xfrm>
            <a:off x="9692640" y="1188720"/>
            <a:ext cx="2148840" cy="54864"/>
          </a:xfrm>
          <a:prstGeom prst="rect">
            <a:avLst/>
          </a:prstGeom>
          <a:solidFill>
            <a:srgbClr val="6A1B9A"/>
          </a:solidFill>
        </p:spPr>
      </p:sp>
      <p:sp>
        <p:nvSpPr>
          <p:cNvPr id="23" name="Text 21"/>
          <p:cNvSpPr/>
          <p:nvPr/>
        </p:nvSpPr>
        <p:spPr>
          <a:xfrm>
            <a:off x="9692640" y="1371600"/>
            <a:ext cx="2148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A1B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29800" y="1920240"/>
            <a:ext cx="18745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计划模式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正北朝上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目标航路点居中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26" name="Text 2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Canvas 2D渲染引擎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Canvas 2D Rendering Engine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【绘制流程】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清空画布 → 根据模式分发绘制 → 绘制罗盘/地图 → 绘制导航辅助信息 → 绘制数据块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【核心技术】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等距方位投影：以飞机位置为投影中心，将世界坐标(NM)映射到屏幕坐标(px)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分层渲染架构：各功能模块绘制逻辑独立，通过Canvas状态隔离避免样式污染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requestAnimationFrame驱动：自动与显示器刷新率同步(60Hz)，页面不可见时自动暂停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【坐标变换】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世界坐标 → 屏幕坐标：worldToScreen函数，支持航向旋转与平移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ARC模式扇形裁剪：极坐标角度判断，保留±50°范围内元素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PLAN模式：固定正北朝上，目标航路点居中定位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16" name="Text 1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EFIS控制面板设计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EFIS Control Panel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【模式选择旋钮】控制五种ND模式切换（NAV/LS/VOR/ARC/PLAN）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【范围选择旋钮】六档量程调节（10/20/40/80/160/320 NM）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【VOR调谐区】自动/手动调谐切换、频率调节、CRS航道设定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【辅助功能按钮】TERR（地形）、WXR（气象雷达）、FAIL（故障模拟）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【组件化设计】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AirButton：带状态指示的按钮组件，支持按下/弹起状态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SelectorKnob：离散值选择旋钮，用于模式与范围切换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ContinuousKnob：连续值调节旋钮，用于VOR频率与CRS航道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【数据通信】Props回调传递用户操作，单向数据流确保状态可追踪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15" name="Text 13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航路管理系统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Flight Plan Management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【状态管理】React Context全局共享（FlightPlanContext）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routes数组管理所有航路，activeRouteId/secondaryRouteId标识启/备航路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【核心功能】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航路创建/删除、航路点增删改查、启/备航路切换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直线航段与弧形过渡航段两种连接方式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【地图数据服务】MapDataService.js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支持从URL或本地JSON文件加载地图数据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自动验证与标准化地图数据格式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【ND显示】主动航路洋红色、备用航路青色绘制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目标航路点菱形标记突出显示，标注名称与预计到达时间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16" name="Text 1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VOR/ILS导航功能实现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VOR/ILS Navigation Implementation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【VOR导航】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CDI航道偏差指示器：航道杆+偏离杆+TO/FROM标志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VOR方位指针：VOR1实线、VOR2虚线，指示VOR台方位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自动调谐：自动选择航路中最近的VOR台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手动调谐：通过频率旋钮选择指定VOR台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【ILS仪表着陆】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航向道（LOC）偏差：洋红色航道杆+偏离杆，每刻度0.8°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下滑道（GS）偏差：右侧垂直刻度尺，每刻度0.4°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ILS信息显示：频率、选择航道、识别码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【优先级策略】航路VOR台 &gt; 手动调谐 &gt; 自动调谐 &gt; 最近VOR台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16" name="Text 1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D32F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测试、结论与展望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2743200" cy="36576"/>
          </a:xfrm>
          <a:prstGeom prst="rect">
            <a:avLst/>
          </a:prstGeom>
          <a:solidFill>
            <a:srgbClr val="FFC107"/>
          </a:solidFill>
        </p:spPr>
      </p:sp>
      <p:sp>
        <p:nvSpPr>
          <p:cNvPr id="6" name="Text 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系统测试结果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System Test Results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731520" y="1188720"/>
          <a:ext cx="10515600" cy="3657600"/>
        </p:xfrm>
        <a:graphic>
          <a:graphicData uri="http://schemas.openxmlformats.org/drawingml/2006/table">
            <a:tbl>
              <a:tblPr/>
              <a:tblGrid>
                <a:gridCol w="3657600"/>
                <a:gridCol w="68580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测试项目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测试结果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ROSE NAV模式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360°罗盘显示正确，航向朝上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ROSE ILS模式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LOC/GS偏差指示正确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ROSE VOR模式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CDI偏航指示、TO/FROM切换正确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ARC模式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扇形视口显示正确，飞机底部居中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PLAN模式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正北朝上，目标航路点居中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飞行计划管理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航路增删改查、启备切换全部通过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VOR/ILS导航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自动/手动调谐、偏差指示全部通过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7" name="Text 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Conclusion and Future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E8F5E9"/>
          </a:solidFill>
        </p:spPr>
      </p:sp>
      <p:sp>
        <p:nvSpPr>
          <p:cNvPr id="6" name="Text 4"/>
          <p:cNvSpPr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主要成果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完整实现A320 ND五种显示模式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Canvas 2D高性能渲染，60FPS流畅运行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EFIS控制面板交互设计，模拟真实操作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飞行计划航路管理，支持自定义地图导入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VOR/ILS导航引导，自动/手动调谐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组件化架构，低耦合高内聚，易于扩展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F3E0"/>
          </a:solidFill>
        </p:spPr>
      </p:sp>
      <p:sp>
        <p:nvSpPr>
          <p:cNvPr id="14" name="Text 12"/>
          <p:cNvSpPr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51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未来展望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引入ADF指示器、风数据等更多飞行参数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42316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集成MCDU功能，实现完整飞行管理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扩展移动平台支持（平板/手机）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4290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完善外部飞行模拟器数据接口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93192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增加智能训练分析功能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2B579A"/>
          </a:solidFill>
        </p:spPr>
      </p:sp>
      <p:sp>
        <p:nvSpPr>
          <p:cNvPr id="21" name="Text 19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汇报结束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0C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请各位老师批评与指正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0" y="3200400"/>
            <a:ext cx="1828800" cy="27432"/>
          </a:xfrm>
          <a:prstGeom prst="rect">
            <a:avLst/>
          </a:prstGeom>
          <a:solidFill>
            <a:srgbClr val="FFC107"/>
          </a:solidFill>
        </p:spPr>
      </p:sp>
      <p:sp>
        <p:nvSpPr>
          <p:cNvPr id="6" name="Text 4"/>
          <p:cNvSpPr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答辩人：黄凯  20221211100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A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指导教师：包勇  副教授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8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汇报时间：2026.06.05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3081</Words>
  <Application>WPS 演示</Application>
  <PresentationFormat>On-screen Show (16:9)</PresentationFormat>
  <Paragraphs>382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微软雅黑 Light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WPS_1664380221</cp:lastModifiedBy>
  <cp:revision>2</cp:revision>
  <dcterms:created xsi:type="dcterms:W3CDTF">2026-06-04T06:19:00Z</dcterms:created>
  <dcterms:modified xsi:type="dcterms:W3CDTF">2026-06-04T07:14:31Z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5825582AC3A8485593EACEF7DCEB8121_12</vt:lpwstr>
  </property>
</Properties>
</file>